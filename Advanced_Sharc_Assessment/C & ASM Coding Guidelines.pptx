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48" r:id="rId4"/>
  </p:sldMasterIdLst>
  <p:notesMasterIdLst>
    <p:notesMasterId r:id="rId22"/>
  </p:notesMasterIdLst>
  <p:handoutMasterIdLst>
    <p:handoutMasterId r:id="rId23"/>
  </p:handoutMasterIdLst>
  <p:sldIdLst>
    <p:sldId id="670" r:id="rId5"/>
    <p:sldId id="669" r:id="rId6"/>
    <p:sldId id="668" r:id="rId7"/>
    <p:sldId id="653" r:id="rId8"/>
    <p:sldId id="643" r:id="rId9"/>
    <p:sldId id="644" r:id="rId10"/>
    <p:sldId id="645" r:id="rId11"/>
    <p:sldId id="646" r:id="rId12"/>
    <p:sldId id="647" r:id="rId13"/>
    <p:sldId id="648" r:id="rId14"/>
    <p:sldId id="656" r:id="rId15"/>
    <p:sldId id="649" r:id="rId16"/>
    <p:sldId id="663" r:id="rId17"/>
    <p:sldId id="664" r:id="rId18"/>
    <p:sldId id="659" r:id="rId19"/>
    <p:sldId id="666" r:id="rId20"/>
    <p:sldId id="650" r:id="rId21"/>
  </p:sldIdLst>
  <p:sldSz cx="9144000" cy="6858000" type="screen4x3"/>
  <p:notesSz cx="6888163" cy="9623425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5pPr>
    <a:lvl6pPr marL="22860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6pPr>
    <a:lvl7pPr marL="27432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7pPr>
    <a:lvl8pPr marL="32004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8pPr>
    <a:lvl9pPr marL="3657600" algn="l" defTabSz="914400" rtl="0" eaLnBrk="1" latinLnBrk="0" hangingPunct="1">
      <a:defRPr sz="2400" b="1" kern="1200">
        <a:solidFill>
          <a:schemeClr val="tx1"/>
        </a:solidFill>
        <a:latin typeface="Book Antiqua" panose="02040602050305030304" pitchFamily="18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3366FF"/>
    <a:srgbClr val="1616EA"/>
    <a:srgbClr val="000076"/>
    <a:srgbClr val="000062"/>
    <a:srgbClr val="66FFFF"/>
    <a:srgbClr val="FFFF00"/>
    <a:srgbClr val="000099"/>
    <a:srgbClr val="FF0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883D29-5684-EFB7-254C-47510081057E}" v="1" dt="2025-03-13T07:17:25.293"/>
    <p1510:client id="{E86B20CC-50E2-B61C-B6CD-329A0BCF16DB}" v="1" dt="2025-03-13T07:17:14.190"/>
    <p1510:client id="{F68956D9-68D6-5598-F856-D38123E8D09B}" v="1" dt="2025-03-13T07:21:33.07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204" autoAdjust="0"/>
    <p:restoredTop sz="99140" autoAdjust="0"/>
  </p:normalViewPr>
  <p:slideViewPr>
    <p:cSldViewPr>
      <p:cViewPr>
        <p:scale>
          <a:sx n="100" d="100"/>
          <a:sy n="100" d="100"/>
        </p:scale>
        <p:origin x="-504" y="-25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1284"/>
    </p:cViewPr>
  </p:sorterViewPr>
  <p:notesViewPr>
    <p:cSldViewPr>
      <p:cViewPr varScale="1">
        <p:scale>
          <a:sx n="66" d="100"/>
          <a:sy n="66" d="100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handoutMaster" Target="handoutMasters/handoutMaster1.xml"/><Relationship Id="rId28" Type="http://schemas.microsoft.com/office/2016/11/relationships/changesInfo" Target="changesInfos/changesInfo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notesMaster" Target="notesMasters/notesMaster1.xml"/><Relationship Id="rId27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onvasanthan Ramasamy Annadurai" userId="S::ponvasanthan.ramasamyannadurai@jasmin-infotech.com::4685c80d-02a9-494a-b9f8-0df76587295b" providerId="AD" clId="Web-{F68956D9-68D6-5598-F856-D38123E8D09B}"/>
    <pc:docChg chg="delSld">
      <pc:chgData name="Ponvasanthan Ramasamy Annadurai" userId="S::ponvasanthan.ramasamyannadurai@jasmin-infotech.com::4685c80d-02a9-494a-b9f8-0df76587295b" providerId="AD" clId="Web-{F68956D9-68D6-5598-F856-D38123E8D09B}" dt="2025-03-13T07:21:33.073" v="0"/>
      <pc:docMkLst>
        <pc:docMk/>
      </pc:docMkLst>
      <pc:sldChg chg="del">
        <pc:chgData name="Ponvasanthan Ramasamy Annadurai" userId="S::ponvasanthan.ramasamyannadurai@jasmin-infotech.com::4685c80d-02a9-494a-b9f8-0df76587295b" providerId="AD" clId="Web-{F68956D9-68D6-5598-F856-D38123E8D09B}" dt="2025-03-13T07:21:33.073" v="0"/>
        <pc:sldMkLst>
          <pc:docMk/>
          <pc:sldMk cId="0" sldId="665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>
            <a:extLst>
              <a:ext uri="{FF2B5EF4-FFF2-40B4-BE49-F238E27FC236}">
                <a16:creationId xmlns:a16="http://schemas.microsoft.com/office/drawing/2014/main" id="{C98F99ED-F09C-96AA-B3B2-EDA3BBBD17F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5" name="Rectangle 3">
            <a:extLst>
              <a:ext uri="{FF2B5EF4-FFF2-40B4-BE49-F238E27FC236}">
                <a16:creationId xmlns:a16="http://schemas.microsoft.com/office/drawing/2014/main" id="{B24FA06A-6B95-F407-CF18-7D8452C155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6" name="Rectangle 4">
            <a:extLst>
              <a:ext uri="{FF2B5EF4-FFF2-40B4-BE49-F238E27FC236}">
                <a16:creationId xmlns:a16="http://schemas.microsoft.com/office/drawing/2014/main" id="{422C48AE-6BAC-6C66-6E53-F26EA38EAF55}"/>
              </a:ext>
            </a:extLst>
          </p:cNvPr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077" name="Rectangle 5">
            <a:extLst>
              <a:ext uri="{FF2B5EF4-FFF2-40B4-BE49-F238E27FC236}">
                <a16:creationId xmlns:a16="http://schemas.microsoft.com/office/drawing/2014/main" id="{18349C4F-44D6-190B-E85B-1ACFAF64BDAC}"/>
              </a:ext>
            </a:extLst>
          </p:cNvPr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7D1DED8A-E031-44F1-8E1A-9D0E307C814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>
            <a:extLst>
              <a:ext uri="{FF2B5EF4-FFF2-40B4-BE49-F238E27FC236}">
                <a16:creationId xmlns:a16="http://schemas.microsoft.com/office/drawing/2014/main" id="{DF0C2CBA-356F-5403-DD9C-D99287F23C1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1" name="Rectangle 3">
            <a:extLst>
              <a:ext uri="{FF2B5EF4-FFF2-40B4-BE49-F238E27FC236}">
                <a16:creationId xmlns:a16="http://schemas.microsoft.com/office/drawing/2014/main" id="{A941C075-A114-6F84-925D-8AD05BAC328B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2772" name="Rectangle 4">
            <a:extLst>
              <a:ext uri="{FF2B5EF4-FFF2-40B4-BE49-F238E27FC236}">
                <a16:creationId xmlns:a16="http://schemas.microsoft.com/office/drawing/2014/main" id="{71A4E814-8E85-D345-19CE-D9C11582DD0D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2188" y="687388"/>
            <a:ext cx="4873625" cy="3654425"/>
          </a:xfrm>
          <a:prstGeom prst="rect">
            <a:avLst/>
          </a:prstGeom>
          <a:noFill/>
          <a:ln w="12700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053" name="Rectangle 5">
            <a:extLst>
              <a:ext uri="{FF2B5EF4-FFF2-40B4-BE49-F238E27FC236}">
                <a16:creationId xmlns:a16="http://schemas.microsoft.com/office/drawing/2014/main" id="{E3729C33-3DDF-A0B1-89F6-60604130185D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572000"/>
            <a:ext cx="5029200" cy="4343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054" name="Rectangle 6">
            <a:extLst>
              <a:ext uri="{FF2B5EF4-FFF2-40B4-BE49-F238E27FC236}">
                <a16:creationId xmlns:a16="http://schemas.microsoft.com/office/drawing/2014/main" id="{681765ED-8E78-D3D5-5B70-A46867F3532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055" name="Rectangle 7">
            <a:extLst>
              <a:ext uri="{FF2B5EF4-FFF2-40B4-BE49-F238E27FC236}">
                <a16:creationId xmlns:a16="http://schemas.microsoft.com/office/drawing/2014/main" id="{0C750DDB-312F-10FC-F725-F7BA6DB5E34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914400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>
            <a:outerShdw dist="117088" dir="2963922" algn="ctr" rotWithShape="0">
              <a:schemeClr val="tx1"/>
            </a:outerShdw>
          </a:effectLst>
        </p:spPr>
        <p:txBody>
          <a:bodyPr vert="horz" wrap="square" lIns="92075" tIns="46038" rIns="92075" bIns="46038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Times New Roman" panose="02020603050405020304" pitchFamily="18" charset="0"/>
              </a:defRPr>
            </a:lvl1pPr>
          </a:lstStyle>
          <a:p>
            <a:fld id="{F54FE7F9-E1BB-473F-B861-02C05B8ABD11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>
            <a:extLst>
              <a:ext uri="{FF2B5EF4-FFF2-40B4-BE49-F238E27FC236}">
                <a16:creationId xmlns:a16="http://schemas.microsoft.com/office/drawing/2014/main" id="{8A50DA35-6002-4ADE-ECAE-42532773E73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Rectangle 3">
            <a:extLst>
              <a:ext uri="{FF2B5EF4-FFF2-40B4-BE49-F238E27FC236}">
                <a16:creationId xmlns:a16="http://schemas.microsoft.com/office/drawing/2014/main" id="{87C34B8A-7D80-75DD-4F91-DDDD7E509AC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AA13D20E-76DE-5EDF-B8AD-012E6CA5A7FE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A3FFD8B-4545-3471-D9F8-B2009C46C66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78E125E-4B30-4AA1-BF9A-D23C69E1A4F2}" type="slidenum">
              <a:rPr lang="en-US" altLang="en-US" sz="1200" b="0">
                <a:latin typeface="Times New Roman" panose="02020603050405020304" pitchFamily="18" charset="0"/>
              </a:rPr>
              <a:pPr/>
              <a:t>1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3798" name="Rectangle 1026">
            <a:extLst>
              <a:ext uri="{FF2B5EF4-FFF2-40B4-BE49-F238E27FC236}">
                <a16:creationId xmlns:a16="http://schemas.microsoft.com/office/drawing/2014/main" id="{26949745-AAF2-D487-0979-942F57D221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08227" name="Rectangle 1027">
            <a:extLst>
              <a:ext uri="{FF2B5EF4-FFF2-40B4-BE49-F238E27FC236}">
                <a16:creationId xmlns:a16="http://schemas.microsoft.com/office/drawing/2014/main" id="{DA5AF3C6-21D5-46B6-F82A-1CDED5C8952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>
            <a:extLst>
              <a:ext uri="{FF2B5EF4-FFF2-40B4-BE49-F238E27FC236}">
                <a16:creationId xmlns:a16="http://schemas.microsoft.com/office/drawing/2014/main" id="{6DE8581C-132E-E48D-5E3F-CD55887F015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19" name="Rectangle 3">
            <a:extLst>
              <a:ext uri="{FF2B5EF4-FFF2-40B4-BE49-F238E27FC236}">
                <a16:creationId xmlns:a16="http://schemas.microsoft.com/office/drawing/2014/main" id="{4F59398B-5FDE-4CEF-64C4-C1C2B94D70C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20" name="Rectangle 6">
            <a:extLst>
              <a:ext uri="{FF2B5EF4-FFF2-40B4-BE49-F238E27FC236}">
                <a16:creationId xmlns:a16="http://schemas.microsoft.com/office/drawing/2014/main" id="{92ABC703-713F-BA91-D9C6-1ED32BBD68A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4821" name="Rectangle 7">
            <a:extLst>
              <a:ext uri="{FF2B5EF4-FFF2-40B4-BE49-F238E27FC236}">
                <a16:creationId xmlns:a16="http://schemas.microsoft.com/office/drawing/2014/main" id="{AFC22D46-5D00-DAE1-73C8-BDCDCF10BC2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390E5E8A-21DA-4649-BF4D-ACC50C56FF34}" type="slidenum">
              <a:rPr lang="en-US" altLang="en-US" sz="1200" b="0">
                <a:latin typeface="Times New Roman" panose="02020603050405020304" pitchFamily="18" charset="0"/>
              </a:rPr>
              <a:pPr/>
              <a:t>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4822" name="Rectangle 2">
            <a:extLst>
              <a:ext uri="{FF2B5EF4-FFF2-40B4-BE49-F238E27FC236}">
                <a16:creationId xmlns:a16="http://schemas.microsoft.com/office/drawing/2014/main" id="{D676917B-87A2-2813-6199-70214D3261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4823" name="Rectangle 3">
            <a:extLst>
              <a:ext uri="{FF2B5EF4-FFF2-40B4-BE49-F238E27FC236}">
                <a16:creationId xmlns:a16="http://schemas.microsoft.com/office/drawing/2014/main" id="{919CFDF0-5A0E-D88F-0C68-D8DAEE83D3B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Rectangle 2">
            <a:extLst>
              <a:ext uri="{FF2B5EF4-FFF2-40B4-BE49-F238E27FC236}">
                <a16:creationId xmlns:a16="http://schemas.microsoft.com/office/drawing/2014/main" id="{19D84D52-9D8A-18C3-B103-4EF22F52879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43" name="Rectangle 3">
            <a:extLst>
              <a:ext uri="{FF2B5EF4-FFF2-40B4-BE49-F238E27FC236}">
                <a16:creationId xmlns:a16="http://schemas.microsoft.com/office/drawing/2014/main" id="{F1185A15-5ADC-24AA-B684-826A89CA2BFD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44" name="Rectangle 6">
            <a:extLst>
              <a:ext uri="{FF2B5EF4-FFF2-40B4-BE49-F238E27FC236}">
                <a16:creationId xmlns:a16="http://schemas.microsoft.com/office/drawing/2014/main" id="{4E803DDB-2FA2-B45C-1D7B-B94339A923C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5845" name="Rectangle 7">
            <a:extLst>
              <a:ext uri="{FF2B5EF4-FFF2-40B4-BE49-F238E27FC236}">
                <a16:creationId xmlns:a16="http://schemas.microsoft.com/office/drawing/2014/main" id="{78BB7D73-80E9-77A3-FC20-63361354217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FAC6D04-BF86-4811-8EBB-824F34979C2A}" type="slidenum">
              <a:rPr lang="en-US" altLang="en-US" sz="1200" b="0">
                <a:latin typeface="Times New Roman" panose="02020603050405020304" pitchFamily="18" charset="0"/>
              </a:rPr>
              <a:pPr/>
              <a:t>3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5846" name="Rectangle 2">
            <a:extLst>
              <a:ext uri="{FF2B5EF4-FFF2-40B4-BE49-F238E27FC236}">
                <a16:creationId xmlns:a16="http://schemas.microsoft.com/office/drawing/2014/main" id="{C426712C-CF2E-DA34-7861-B4E5BC55130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5847" name="Rectangle 3">
            <a:extLst>
              <a:ext uri="{FF2B5EF4-FFF2-40B4-BE49-F238E27FC236}">
                <a16:creationId xmlns:a16="http://schemas.microsoft.com/office/drawing/2014/main" id="{C3995926-0B91-703C-3217-CE5321272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Rectangle 2">
            <a:extLst>
              <a:ext uri="{FF2B5EF4-FFF2-40B4-BE49-F238E27FC236}">
                <a16:creationId xmlns:a16="http://schemas.microsoft.com/office/drawing/2014/main" id="{87732F9E-C51F-A6EB-5A16-90DBE970B8C2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6867" name="Rectangle 3">
            <a:extLst>
              <a:ext uri="{FF2B5EF4-FFF2-40B4-BE49-F238E27FC236}">
                <a16:creationId xmlns:a16="http://schemas.microsoft.com/office/drawing/2014/main" id="{C7428CAF-C719-DD99-C2C4-5735811E13AE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6868" name="Rectangle 6">
            <a:extLst>
              <a:ext uri="{FF2B5EF4-FFF2-40B4-BE49-F238E27FC236}">
                <a16:creationId xmlns:a16="http://schemas.microsoft.com/office/drawing/2014/main" id="{BE14ECDE-2E2E-A033-DF1B-0FD13D8FB53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6869" name="Rectangle 7">
            <a:extLst>
              <a:ext uri="{FF2B5EF4-FFF2-40B4-BE49-F238E27FC236}">
                <a16:creationId xmlns:a16="http://schemas.microsoft.com/office/drawing/2014/main" id="{5F828037-C0CA-1A20-250F-3B42CB38836D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9F5DFAA5-81B3-453C-90E5-3F4228128D75}" type="slidenum">
              <a:rPr lang="en-US" altLang="en-US" sz="1200" b="0">
                <a:latin typeface="Times New Roman" panose="02020603050405020304" pitchFamily="18" charset="0"/>
              </a:rPr>
              <a:pPr/>
              <a:t>4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6870" name="Rectangle 2">
            <a:extLst>
              <a:ext uri="{FF2B5EF4-FFF2-40B4-BE49-F238E27FC236}">
                <a16:creationId xmlns:a16="http://schemas.microsoft.com/office/drawing/2014/main" id="{1AC61BE8-84E2-2BA9-BBB8-458D8AE257A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6871" name="Rectangle 3">
            <a:extLst>
              <a:ext uri="{FF2B5EF4-FFF2-40B4-BE49-F238E27FC236}">
                <a16:creationId xmlns:a16="http://schemas.microsoft.com/office/drawing/2014/main" id="{9E726081-5FD4-4D8B-C9CE-61784F7EBC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Rectangle 2">
            <a:extLst>
              <a:ext uri="{FF2B5EF4-FFF2-40B4-BE49-F238E27FC236}">
                <a16:creationId xmlns:a16="http://schemas.microsoft.com/office/drawing/2014/main" id="{5F10A615-18E4-A65A-E2BC-8D80508F084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7891" name="Rectangle 3">
            <a:extLst>
              <a:ext uri="{FF2B5EF4-FFF2-40B4-BE49-F238E27FC236}">
                <a16:creationId xmlns:a16="http://schemas.microsoft.com/office/drawing/2014/main" id="{56422C0D-2782-482F-21DA-09424A21A77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7892" name="Rectangle 6">
            <a:extLst>
              <a:ext uri="{FF2B5EF4-FFF2-40B4-BE49-F238E27FC236}">
                <a16:creationId xmlns:a16="http://schemas.microsoft.com/office/drawing/2014/main" id="{9885B41F-80C5-1624-10FF-1C2B972B45A7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7893" name="Rectangle 7">
            <a:extLst>
              <a:ext uri="{FF2B5EF4-FFF2-40B4-BE49-F238E27FC236}">
                <a16:creationId xmlns:a16="http://schemas.microsoft.com/office/drawing/2014/main" id="{E4907CF1-3743-E8DF-C1BF-EDB30FB7AD0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D64BB56A-F8D1-4164-BBF4-B9D996FA23F5}" type="slidenum">
              <a:rPr lang="en-US" altLang="en-US" sz="1200" b="0">
                <a:latin typeface="Times New Roman" panose="02020603050405020304" pitchFamily="18" charset="0"/>
              </a:rPr>
              <a:pPr/>
              <a:t>5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7894" name="Rectangle 2">
            <a:extLst>
              <a:ext uri="{FF2B5EF4-FFF2-40B4-BE49-F238E27FC236}">
                <a16:creationId xmlns:a16="http://schemas.microsoft.com/office/drawing/2014/main" id="{E6DE9F29-BCD8-8F15-5E24-81A5EB7B9F8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7895" name="Rectangle 3">
            <a:extLst>
              <a:ext uri="{FF2B5EF4-FFF2-40B4-BE49-F238E27FC236}">
                <a16:creationId xmlns:a16="http://schemas.microsoft.com/office/drawing/2014/main" id="{8AD858D2-DD0B-C1FF-655A-C8300D14C6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>
            <a:extLst>
              <a:ext uri="{FF2B5EF4-FFF2-40B4-BE49-F238E27FC236}">
                <a16:creationId xmlns:a16="http://schemas.microsoft.com/office/drawing/2014/main" id="{C869807E-4D25-C305-0B70-A80BDD8D352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8915" name="Rectangle 3">
            <a:extLst>
              <a:ext uri="{FF2B5EF4-FFF2-40B4-BE49-F238E27FC236}">
                <a16:creationId xmlns:a16="http://schemas.microsoft.com/office/drawing/2014/main" id="{F5967BE1-870D-EBE1-20E4-A7BBA07B78D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8916" name="Rectangle 6">
            <a:extLst>
              <a:ext uri="{FF2B5EF4-FFF2-40B4-BE49-F238E27FC236}">
                <a16:creationId xmlns:a16="http://schemas.microsoft.com/office/drawing/2014/main" id="{1A38A0CC-F6BE-AE63-0B67-AC9A09C5ADA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8917" name="Rectangle 7">
            <a:extLst>
              <a:ext uri="{FF2B5EF4-FFF2-40B4-BE49-F238E27FC236}">
                <a16:creationId xmlns:a16="http://schemas.microsoft.com/office/drawing/2014/main" id="{92F8982B-F1A6-831D-F38B-DA91CF5D46A4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B3BB0412-17E4-41E9-B98D-4E61AFE9DE2B}" type="slidenum">
              <a:rPr lang="en-US" altLang="en-US" sz="1200" b="0">
                <a:latin typeface="Times New Roman" panose="02020603050405020304" pitchFamily="18" charset="0"/>
              </a:rPr>
              <a:pPr/>
              <a:t>6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8918" name="Rectangle 2">
            <a:extLst>
              <a:ext uri="{FF2B5EF4-FFF2-40B4-BE49-F238E27FC236}">
                <a16:creationId xmlns:a16="http://schemas.microsoft.com/office/drawing/2014/main" id="{5546B462-5CCC-331B-011C-A25E1A63B8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8919" name="Rectangle 3">
            <a:extLst>
              <a:ext uri="{FF2B5EF4-FFF2-40B4-BE49-F238E27FC236}">
                <a16:creationId xmlns:a16="http://schemas.microsoft.com/office/drawing/2014/main" id="{5F377374-E5E9-E325-6A4C-63C6CAFE55E2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C3F5B706-2CA4-464B-E402-4F7DDD541441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27127F02-D542-7B3C-402B-D6D74AEC0A49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9940" name="Rectangle 6">
            <a:extLst>
              <a:ext uri="{FF2B5EF4-FFF2-40B4-BE49-F238E27FC236}">
                <a16:creationId xmlns:a16="http://schemas.microsoft.com/office/drawing/2014/main" id="{F483D0AA-8086-A716-5C39-DBC2B8C83EE5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39941" name="Rectangle 7">
            <a:extLst>
              <a:ext uri="{FF2B5EF4-FFF2-40B4-BE49-F238E27FC236}">
                <a16:creationId xmlns:a16="http://schemas.microsoft.com/office/drawing/2014/main" id="{02CF8B8D-615D-822C-FF75-3842FC34D81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595745EF-AB48-4593-8DA6-94DE04C2001D}" type="slidenum">
              <a:rPr lang="en-US" altLang="en-US" sz="1200" b="0">
                <a:latin typeface="Times New Roman" panose="02020603050405020304" pitchFamily="18" charset="0"/>
              </a:rPr>
              <a:pPr/>
              <a:t>7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39942" name="Rectangle 2">
            <a:extLst>
              <a:ext uri="{FF2B5EF4-FFF2-40B4-BE49-F238E27FC236}">
                <a16:creationId xmlns:a16="http://schemas.microsoft.com/office/drawing/2014/main" id="{57F7F84E-048D-276B-F441-09F1BE32858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39943" name="Rectangle 3">
            <a:extLst>
              <a:ext uri="{FF2B5EF4-FFF2-40B4-BE49-F238E27FC236}">
                <a16:creationId xmlns:a16="http://schemas.microsoft.com/office/drawing/2014/main" id="{8FEAEA32-F003-D6BA-5668-71C4AFF0E37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Rectangle 2">
            <a:extLst>
              <a:ext uri="{FF2B5EF4-FFF2-40B4-BE49-F238E27FC236}">
                <a16:creationId xmlns:a16="http://schemas.microsoft.com/office/drawing/2014/main" id="{BFE7BFCA-062A-EA6C-6876-C21CA587AC6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0963" name="Rectangle 3">
            <a:extLst>
              <a:ext uri="{FF2B5EF4-FFF2-40B4-BE49-F238E27FC236}">
                <a16:creationId xmlns:a16="http://schemas.microsoft.com/office/drawing/2014/main" id="{18DFC178-AACA-B116-3762-8CE94C660343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0964" name="Rectangle 6">
            <a:extLst>
              <a:ext uri="{FF2B5EF4-FFF2-40B4-BE49-F238E27FC236}">
                <a16:creationId xmlns:a16="http://schemas.microsoft.com/office/drawing/2014/main" id="{1E42775A-C4E3-F5AE-AD4D-3837274D0E8B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0965" name="Rectangle 7">
            <a:extLst>
              <a:ext uri="{FF2B5EF4-FFF2-40B4-BE49-F238E27FC236}">
                <a16:creationId xmlns:a16="http://schemas.microsoft.com/office/drawing/2014/main" id="{6084C201-62C4-7C20-C2CD-045B69A3C02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67053A55-AEE8-4FA9-82E8-166E462DA6D8}" type="slidenum">
              <a:rPr lang="en-US" altLang="en-US" sz="1200" b="0">
                <a:latin typeface="Times New Roman" panose="02020603050405020304" pitchFamily="18" charset="0"/>
              </a:rPr>
              <a:pPr/>
              <a:t>8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0966" name="Rectangle 2">
            <a:extLst>
              <a:ext uri="{FF2B5EF4-FFF2-40B4-BE49-F238E27FC236}">
                <a16:creationId xmlns:a16="http://schemas.microsoft.com/office/drawing/2014/main" id="{79A54DE5-35A5-CF71-FEE7-11BF82F8CE55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0967" name="Rectangle 3">
            <a:extLst>
              <a:ext uri="{FF2B5EF4-FFF2-40B4-BE49-F238E27FC236}">
                <a16:creationId xmlns:a16="http://schemas.microsoft.com/office/drawing/2014/main" id="{DC36EFC7-F143-894F-4177-DEF358CCEEB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6FA538E5-205D-93A0-6F2A-27AB41FD0694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D570E1C2-E24F-2290-343D-8DBF9F125E0C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1988" name="Rectangle 6">
            <a:extLst>
              <a:ext uri="{FF2B5EF4-FFF2-40B4-BE49-F238E27FC236}">
                <a16:creationId xmlns:a16="http://schemas.microsoft.com/office/drawing/2014/main" id="{507625FC-DB21-9B9C-2403-BFEAF3EDBE36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1989" name="Rectangle 7">
            <a:extLst>
              <a:ext uri="{FF2B5EF4-FFF2-40B4-BE49-F238E27FC236}">
                <a16:creationId xmlns:a16="http://schemas.microsoft.com/office/drawing/2014/main" id="{5F92F913-E1F9-2703-9252-13BBD71E350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FB90FFE1-4DB1-4A78-9D62-5C17EEE04F62}" type="slidenum">
              <a:rPr lang="en-US" altLang="en-US" sz="1200" b="0">
                <a:latin typeface="Times New Roman" panose="02020603050405020304" pitchFamily="18" charset="0"/>
              </a:rPr>
              <a:pPr/>
              <a:t>9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1990" name="Rectangle 2">
            <a:extLst>
              <a:ext uri="{FF2B5EF4-FFF2-40B4-BE49-F238E27FC236}">
                <a16:creationId xmlns:a16="http://schemas.microsoft.com/office/drawing/2014/main" id="{5D88A6CA-3AF4-3BCB-9A93-F87FE406FD6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1991" name="Rectangle 3">
            <a:extLst>
              <a:ext uri="{FF2B5EF4-FFF2-40B4-BE49-F238E27FC236}">
                <a16:creationId xmlns:a16="http://schemas.microsoft.com/office/drawing/2014/main" id="{62EFD79D-4050-D476-24F3-9165495D6B2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Rectangle 2">
            <a:extLst>
              <a:ext uri="{FF2B5EF4-FFF2-40B4-BE49-F238E27FC236}">
                <a16:creationId xmlns:a16="http://schemas.microsoft.com/office/drawing/2014/main" id="{06A4F834-56E2-B9C5-ECEE-75F97BCC884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3011" name="Rectangle 3">
            <a:extLst>
              <a:ext uri="{FF2B5EF4-FFF2-40B4-BE49-F238E27FC236}">
                <a16:creationId xmlns:a16="http://schemas.microsoft.com/office/drawing/2014/main" id="{8EB6B129-894F-6FFD-D879-E341972D0D57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3012" name="Rectangle 6">
            <a:extLst>
              <a:ext uri="{FF2B5EF4-FFF2-40B4-BE49-F238E27FC236}">
                <a16:creationId xmlns:a16="http://schemas.microsoft.com/office/drawing/2014/main" id="{902A6881-C8BE-D776-642E-0135FDD0F83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3013" name="Rectangle 7">
            <a:extLst>
              <a:ext uri="{FF2B5EF4-FFF2-40B4-BE49-F238E27FC236}">
                <a16:creationId xmlns:a16="http://schemas.microsoft.com/office/drawing/2014/main" id="{B615CA85-B04F-1957-2834-986BD58BAD03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029C1DC0-8105-4813-95BD-00F4514E230E}" type="slidenum">
              <a:rPr lang="en-US" altLang="en-US" sz="1200" b="0">
                <a:latin typeface="Times New Roman" panose="02020603050405020304" pitchFamily="18" charset="0"/>
              </a:rPr>
              <a:pPr/>
              <a:t>10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3014" name="Rectangle 2">
            <a:extLst>
              <a:ext uri="{FF2B5EF4-FFF2-40B4-BE49-F238E27FC236}">
                <a16:creationId xmlns:a16="http://schemas.microsoft.com/office/drawing/2014/main" id="{5F2150A5-2566-3C19-B579-2FFB7883030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3015" name="Rectangle 3">
            <a:extLst>
              <a:ext uri="{FF2B5EF4-FFF2-40B4-BE49-F238E27FC236}">
                <a16:creationId xmlns:a16="http://schemas.microsoft.com/office/drawing/2014/main" id="{338C434D-066E-CB88-2F79-6FC62FBD0A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06F7496A-CC19-F041-1940-0229CD1C553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4C63FA59-F9A5-B089-6CCC-0EB9887A7F6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4036" name="Rectangle 6">
            <a:extLst>
              <a:ext uri="{FF2B5EF4-FFF2-40B4-BE49-F238E27FC236}">
                <a16:creationId xmlns:a16="http://schemas.microsoft.com/office/drawing/2014/main" id="{6DD3C3FD-21DE-099B-F49B-1F00A0CD5D7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4037" name="Rectangle 7">
            <a:extLst>
              <a:ext uri="{FF2B5EF4-FFF2-40B4-BE49-F238E27FC236}">
                <a16:creationId xmlns:a16="http://schemas.microsoft.com/office/drawing/2014/main" id="{F59E238D-FF14-AD89-4372-1583AC10B3C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EF33D0DB-5F85-4E5D-8797-0B5D116B7E45}" type="slidenum">
              <a:rPr lang="en-US" altLang="en-US" sz="1200" b="0">
                <a:latin typeface="Times New Roman" panose="02020603050405020304" pitchFamily="18" charset="0"/>
              </a:rPr>
              <a:pPr/>
              <a:t>11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4038" name="Rectangle 2">
            <a:extLst>
              <a:ext uri="{FF2B5EF4-FFF2-40B4-BE49-F238E27FC236}">
                <a16:creationId xmlns:a16="http://schemas.microsoft.com/office/drawing/2014/main" id="{D36DC097-CAFC-52DC-CBB1-8E8CD8051C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4039" name="Rectangle 3">
            <a:extLst>
              <a:ext uri="{FF2B5EF4-FFF2-40B4-BE49-F238E27FC236}">
                <a16:creationId xmlns:a16="http://schemas.microsoft.com/office/drawing/2014/main" id="{0801A4CA-A75E-A795-AC8C-0E79680890A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Rectangle 2">
            <a:extLst>
              <a:ext uri="{FF2B5EF4-FFF2-40B4-BE49-F238E27FC236}">
                <a16:creationId xmlns:a16="http://schemas.microsoft.com/office/drawing/2014/main" id="{392CD210-6C6A-CAD2-D162-DAFD60FED1E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5059" name="Rectangle 3">
            <a:extLst>
              <a:ext uri="{FF2B5EF4-FFF2-40B4-BE49-F238E27FC236}">
                <a16:creationId xmlns:a16="http://schemas.microsoft.com/office/drawing/2014/main" id="{FB071DA0-0C46-871C-DD8E-FE1B519ABEEB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5060" name="Rectangle 6">
            <a:extLst>
              <a:ext uri="{FF2B5EF4-FFF2-40B4-BE49-F238E27FC236}">
                <a16:creationId xmlns:a16="http://schemas.microsoft.com/office/drawing/2014/main" id="{B463A7C4-B194-CF79-B458-4533A9F13AA2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5061" name="Rectangle 7">
            <a:extLst>
              <a:ext uri="{FF2B5EF4-FFF2-40B4-BE49-F238E27FC236}">
                <a16:creationId xmlns:a16="http://schemas.microsoft.com/office/drawing/2014/main" id="{032A961B-CF62-F850-E978-D67BC26EF37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8819EADB-62CE-405C-AFE2-5B3F0B6C39A7}" type="slidenum">
              <a:rPr lang="en-US" altLang="en-US" sz="1200" b="0">
                <a:latin typeface="Times New Roman" panose="02020603050405020304" pitchFamily="18" charset="0"/>
              </a:rPr>
              <a:pPr/>
              <a:t>12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5062" name="Rectangle 2">
            <a:extLst>
              <a:ext uri="{FF2B5EF4-FFF2-40B4-BE49-F238E27FC236}">
                <a16:creationId xmlns:a16="http://schemas.microsoft.com/office/drawing/2014/main" id="{D5234D9B-C0D9-0D82-927E-AFB8067F557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5063" name="Rectangle 3">
            <a:extLst>
              <a:ext uri="{FF2B5EF4-FFF2-40B4-BE49-F238E27FC236}">
                <a16:creationId xmlns:a16="http://schemas.microsoft.com/office/drawing/2014/main" id="{A94E89AC-605F-D83B-42AE-3EE63B1EF7D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0568485F-448E-82F4-7C9C-227417EDF54D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6083" name="Rectangle 3">
            <a:extLst>
              <a:ext uri="{FF2B5EF4-FFF2-40B4-BE49-F238E27FC236}">
                <a16:creationId xmlns:a16="http://schemas.microsoft.com/office/drawing/2014/main" id="{F8D0D3E6-3794-8E74-B85E-EDFFB05885D4}"/>
              </a:ext>
            </a:extLst>
          </p:cNvPr>
          <p:cNvSpPr>
            <a:spLocks noGrp="1" noChangeArrowheads="1"/>
          </p:cNvSpPr>
          <p:nvPr>
            <p:ph type="dt" sz="quarter" idx="1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6084" name="Rectangle 6">
            <a:extLst>
              <a:ext uri="{FF2B5EF4-FFF2-40B4-BE49-F238E27FC236}">
                <a16:creationId xmlns:a16="http://schemas.microsoft.com/office/drawing/2014/main" id="{BA836570-26B5-8463-8449-C98FB5A4154D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/>
        <p:txBody>
          <a:bodyPr/>
          <a:lstStyle/>
          <a:p>
            <a:pPr>
              <a:defRPr/>
            </a:pPr>
            <a:endParaRPr lang="en-US" altLang="en-US"/>
          </a:p>
        </p:txBody>
      </p:sp>
      <p:sp>
        <p:nvSpPr>
          <p:cNvPr id="46085" name="Rectangle 7">
            <a:extLst>
              <a:ext uri="{FF2B5EF4-FFF2-40B4-BE49-F238E27FC236}">
                <a16:creationId xmlns:a16="http://schemas.microsoft.com/office/drawing/2014/main" id="{7E2FB698-10BB-64EC-E21C-914E1EEF458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/>
        <p:txBody>
          <a:bodyPr/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fld id="{6983FA91-E1FB-471F-9FDE-BAB4C5E0558A}" type="slidenum">
              <a:rPr lang="en-US" altLang="en-US" sz="1200" b="0">
                <a:latin typeface="Times New Roman" panose="02020603050405020304" pitchFamily="18" charset="0"/>
              </a:rPr>
              <a:pPr/>
              <a:t>18</a:t>
            </a:fld>
            <a:endParaRPr lang="en-US" altLang="en-US" sz="1200" b="0">
              <a:latin typeface="Times New Roman" panose="02020603050405020304" pitchFamily="18" charset="0"/>
            </a:endParaRPr>
          </a:p>
        </p:txBody>
      </p:sp>
      <p:sp>
        <p:nvSpPr>
          <p:cNvPr id="46086" name="Rectangle 2">
            <a:extLst>
              <a:ext uri="{FF2B5EF4-FFF2-40B4-BE49-F238E27FC236}">
                <a16:creationId xmlns:a16="http://schemas.microsoft.com/office/drawing/2014/main" id="{8480BBDA-92BD-991C-635E-0E0F8642E2F4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46087" name="Rectangle 3">
            <a:extLst>
              <a:ext uri="{FF2B5EF4-FFF2-40B4-BE49-F238E27FC236}">
                <a16:creationId xmlns:a16="http://schemas.microsoft.com/office/drawing/2014/main" id="{20EC5292-AF93-E550-D764-6AE0C45CE3E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/>
        </p:spPr>
        <p:txBody>
          <a:bodyPr/>
          <a:lstStyle/>
          <a:p>
            <a:pPr>
              <a:defRPr/>
            </a:pPr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1EC03E5D-1885-9729-9877-D2C60F8D893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EC51CB3-B0F3-4575-AF2A-8BECFE177F5B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4DAD1F-00F6-C453-B5BB-2CF21A61B23C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5491630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B5289EA-0A4B-A977-6E9A-F2EADF5F7087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6D47994-E426-4DD8-B1C7-2B85C712A0A3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0B86C6-B374-9B89-F7EB-5990F70204C9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427211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AAF44C1E-E767-0D7D-47B7-627CB7DF25B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D1EF07B-6A9A-4177-A111-FE3A248C78D5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3BC91EC-76E8-48C5-97ED-EEAC82EE51B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1928809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62000" y="1981200"/>
            <a:ext cx="381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4400" y="1981200"/>
            <a:ext cx="3810000" cy="3962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5D5D16A2-4BCB-FC30-C3E3-949F815980CA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E68779-706A-479D-A647-7DC2B9C4852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4363DD5E-F755-0F75-1FEF-E1914B9DD6B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829992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BC1CD936-8383-76CB-B814-8F4266EC966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476E6DF4-D955-43DE-9FD2-47C091DF875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A284B791-3E70-41B6-E011-48E88B3B2F2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258674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F8A227E-B051-DA79-7C76-B6048D4F48ED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2C7032E-54B4-4549-8E14-5EE06A04358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6E5913A-B27B-15A7-3A57-CD18DE72CED5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030027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881C7DE8-2BCB-D14F-3DBF-EF3A1732F1C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D3F25F-01EE-4240-8922-98EA7DF08179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7CEBBE7-BEBA-2273-277C-E2D40DC97850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65470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20B0D97-26B3-1091-FE60-E2F20C0CAB35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C82FBB14-5780-46EA-A05D-5576FC01DBD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5B6FA49-EC86-51A7-41D1-EB8EA3FD2C53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52370604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D02A0FD3-EC93-DFD9-E9F8-09D92DEA40C3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20579FE9-5625-4009-B656-186768A9713C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514F05A3-1B08-F059-3A3A-2870856D0EA2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9137252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C951A3F1-CFEC-C68C-8E08-F4A9A24040FE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712E8C91-8809-4860-BD01-E00435D81E02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D3E0EA8-51B5-C0EA-8880-98F03F9D981A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105139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19900" y="381000"/>
            <a:ext cx="2019300" cy="55626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62000" y="381000"/>
            <a:ext cx="5905500" cy="55626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82EBAA42-9E4B-A15B-5F76-421854B23A18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61105CC-9B0E-4A27-97CF-AA882C34BB04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FEED404-A3B5-1717-600B-0A0D228448C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6157742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/>
          </p:nvPr>
        </p:nvSpPr>
        <p:spPr>
          <a:xfrm>
            <a:off x="762000" y="685800"/>
            <a:ext cx="7772400" cy="5410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94EBFFA3-22D3-8495-D4F2-5EBA570AAE2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5685E608-1289-45E3-BCD5-885C1C0EE7C8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B6C3D70-9750-FE60-0227-268DE1377767}"/>
              </a:ext>
            </a:extLst>
          </p:cNvPr>
          <p:cNvSpPr>
            <a:spLocks noGrp="1" noChangeArrowheads="1"/>
          </p:cNvSpPr>
          <p:nvPr>
            <p:ph type="dt" sz="half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2438341-F7E5-44F4-A3D7-E5B8E7E32432}" type="datetime5">
              <a:rPr lang="en-US"/>
              <a:pPr>
                <a:defRPr/>
              </a:pPr>
              <a:t>13-Mar-25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91269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4">
            <a:extLst>
              <a:ext uri="{FF2B5EF4-FFF2-40B4-BE49-F238E27FC236}">
                <a16:creationId xmlns:a16="http://schemas.microsoft.com/office/drawing/2014/main" id="{B8F2E73D-9863-108C-BF66-45DFF5A8B921}"/>
              </a:ext>
            </a:extLst>
          </p:cNvPr>
          <p:cNvGrpSpPr>
            <a:grpSpLocks/>
          </p:cNvGrpSpPr>
          <p:nvPr/>
        </p:nvGrpSpPr>
        <p:grpSpPr bwMode="auto">
          <a:xfrm>
            <a:off x="28575" y="0"/>
            <a:ext cx="9115425" cy="6858000"/>
            <a:chOff x="0" y="0"/>
            <a:chExt cx="5742" cy="4320"/>
          </a:xfrm>
        </p:grpSpPr>
        <p:sp>
          <p:nvSpPr>
            <p:cNvPr id="2" name="Rectangle 2">
              <a:extLst>
                <a:ext uri="{FF2B5EF4-FFF2-40B4-BE49-F238E27FC236}">
                  <a16:creationId xmlns:a16="http://schemas.microsoft.com/office/drawing/2014/main" id="{103CE9E7-EB3A-836F-167D-CAFE5D28E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" y="0"/>
              <a:ext cx="1008" cy="4320"/>
            </a:xfrm>
            <a:prstGeom prst="rect">
              <a:avLst/>
            </a:prstGeom>
            <a:gradFill rotWithShape="0">
              <a:gsLst>
                <a:gs pos="0">
                  <a:srgbClr val="003282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  <p:sp>
          <p:nvSpPr>
            <p:cNvPr id="1032" name="Rectangle 3">
              <a:extLst>
                <a:ext uri="{FF2B5EF4-FFF2-40B4-BE49-F238E27FC236}">
                  <a16:creationId xmlns:a16="http://schemas.microsoft.com/office/drawing/2014/main" id="{C282AD79-9D86-09B9-3C5C-6E7015FEBA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762"/>
              <a:ext cx="5742" cy="96"/>
            </a:xfrm>
            <a:prstGeom prst="rect">
              <a:avLst/>
            </a:prstGeom>
            <a:gradFill rotWithShape="0">
              <a:gsLst>
                <a:gs pos="0">
                  <a:srgbClr val="FF971C"/>
                </a:gs>
                <a:gs pos="100000">
                  <a:schemeClr val="bg1"/>
                </a:gs>
              </a:gsLst>
              <a:lin ang="0" scaled="1"/>
            </a:gradFill>
            <a:ln>
              <a:noFill/>
            </a:ln>
          </p:spPr>
          <p:txBody>
            <a:bodyPr wrap="none" anchor="ctr"/>
            <a:lstStyle>
              <a:lvl1pPr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1pPr>
              <a:lvl2pPr marL="742950" indent="-28575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2pPr>
              <a:lvl3pPr marL="11430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3pPr>
              <a:lvl4pPr marL="16002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4pPr>
              <a:lvl5pPr marL="2057400" indent="-228600"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 sz="2400" b="1">
                  <a:solidFill>
                    <a:schemeClr val="tx1"/>
                  </a:solidFill>
                  <a:latin typeface="Book Antiqua" panose="02040602050305030304" pitchFamily="18" charset="0"/>
                </a:defRPr>
              </a:lvl9pPr>
            </a:lstStyle>
            <a:p>
              <a:pPr>
                <a:defRPr/>
              </a:pPr>
              <a:endParaRPr lang="en-US" altLang="en-US"/>
            </a:p>
          </p:txBody>
        </p:sp>
      </p:grpSp>
      <p:sp>
        <p:nvSpPr>
          <p:cNvPr id="1027" name="Rectangle 5">
            <a:extLst>
              <a:ext uri="{FF2B5EF4-FFF2-40B4-BE49-F238E27FC236}">
                <a16:creationId xmlns:a16="http://schemas.microsoft.com/office/drawing/2014/main" id="{03A2E9C6-1FCB-EED5-91F7-675024D0F8C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1066800" y="381000"/>
            <a:ext cx="7772400" cy="533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8" name="Rectangle 6">
            <a:extLst>
              <a:ext uri="{FF2B5EF4-FFF2-40B4-BE49-F238E27FC236}">
                <a16:creationId xmlns:a16="http://schemas.microsoft.com/office/drawing/2014/main" id="{CBDAE35C-E8EF-A41D-B5BF-560BB98FC1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62000" y="1981200"/>
            <a:ext cx="7772400" cy="39624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0"/>
            <a:r>
              <a:rPr lang="en-US" altLang="en-US"/>
              <a:t>   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C1EAC6DB-EC70-5110-79DB-23F1656D5CC0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905000" y="6629400"/>
            <a:ext cx="5334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000" b="0">
                <a:latin typeface="Times New Roman" panose="02020603050405020304" pitchFamily="18" charset="0"/>
              </a:defRPr>
            </a:lvl1pPr>
          </a:lstStyle>
          <a:p>
            <a:fld id="{3B85574E-1943-48B5-A446-2FB8487A077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39C11F36-B3F9-9120-E37D-9523036D7EAA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0" y="6629400"/>
            <a:ext cx="1905000" cy="228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087" r:id="rId1"/>
    <p:sldLayoutId id="2147484088" r:id="rId2"/>
    <p:sldLayoutId id="2147484089" r:id="rId3"/>
    <p:sldLayoutId id="2147484090" r:id="rId4"/>
    <p:sldLayoutId id="2147484091" r:id="rId5"/>
    <p:sldLayoutId id="2147484092" r:id="rId6"/>
    <p:sldLayoutId id="2147484093" r:id="rId7"/>
    <p:sldLayoutId id="2147484094" r:id="rId8"/>
    <p:sldLayoutId id="2147484095" r:id="rId9"/>
    <p:sldLayoutId id="2147484096" r:id="rId10"/>
    <p:sldLayoutId id="2147484097" r:id="rId11"/>
    <p:sldLayoutId id="2147484098" r:id="rId12"/>
  </p:sldLayoutIdLst>
  <p:transition/>
  <p:txStyles>
    <p:titleStyle>
      <a:lvl1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2800">
          <a:solidFill>
            <a:srgbClr val="003282"/>
          </a:solidFill>
          <a:latin typeface="Arial Black" pitchFamily="34" charset="0"/>
        </a:defRPr>
      </a:lvl9pPr>
    </p:titleStyle>
    <p:bodyStyle>
      <a:lvl1pPr marL="342900" indent="-342900" algn="l" rtl="0" eaLnBrk="0" fontAlgn="base" hangingPunct="0">
        <a:spcBef>
          <a:spcPct val="5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n"/>
        <a:defRPr sz="2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11"/>
        </a:buClr>
        <a:buFont typeface="Wingdings" panose="05000000000000000000" pitchFamily="2" charset="2"/>
        <a:buChar char="o"/>
        <a:defRPr sz="20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sz="2000">
          <a:solidFill>
            <a:schemeClr val="tx1"/>
          </a:solidFill>
          <a:latin typeface="Times New Roman" pitchFamily="18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Times New Roman" pitchFamily="18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Times New Roman" pitchFamily="18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jpe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338" name="Group 27">
            <a:extLst>
              <a:ext uri="{FF2B5EF4-FFF2-40B4-BE49-F238E27FC236}">
                <a16:creationId xmlns:a16="http://schemas.microsoft.com/office/drawing/2014/main" id="{9483BC54-049D-FA21-1C83-C1D8B3B793A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010400" y="304800"/>
            <a:ext cx="1809750" cy="908050"/>
            <a:chOff x="4176" y="912"/>
            <a:chExt cx="1518" cy="762"/>
          </a:xfrm>
        </p:grpSpPr>
        <p:pic>
          <p:nvPicPr>
            <p:cNvPr id="14343" name="Picture 24">
              <a:extLst>
                <a:ext uri="{FF2B5EF4-FFF2-40B4-BE49-F238E27FC236}">
                  <a16:creationId xmlns:a16="http://schemas.microsoft.com/office/drawing/2014/main" id="{6911118E-33AA-FED2-6829-3F06A880757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176" y="912"/>
              <a:ext cx="708" cy="75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344" name="Picture 25">
              <a:extLst>
                <a:ext uri="{FF2B5EF4-FFF2-40B4-BE49-F238E27FC236}">
                  <a16:creationId xmlns:a16="http://schemas.microsoft.com/office/drawing/2014/main" id="{76B12162-4FA4-47AA-CB1C-C06A0C8B2C56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44" y="912"/>
              <a:ext cx="750" cy="76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  <p:pic>
        <p:nvPicPr>
          <p:cNvPr id="14339" name="Picture 31" descr="logo_jasmin_infotech">
            <a:extLst>
              <a:ext uri="{FF2B5EF4-FFF2-40B4-BE49-F238E27FC236}">
                <a16:creationId xmlns:a16="http://schemas.microsoft.com/office/drawing/2014/main" id="{618B66CE-3619-C3AE-D7BC-E9C884EFCE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57800" y="4572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340" name="Text Box 32">
            <a:extLst>
              <a:ext uri="{FF2B5EF4-FFF2-40B4-BE49-F238E27FC236}">
                <a16:creationId xmlns:a16="http://schemas.microsoft.com/office/drawing/2014/main" id="{8BC7DD6C-5322-5526-2430-1C0C1D4EFF1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  <p:sp>
        <p:nvSpPr>
          <p:cNvPr id="15365" name="Rectangle 33">
            <a:extLst>
              <a:ext uri="{FF2B5EF4-FFF2-40B4-BE49-F238E27FC236}">
                <a16:creationId xmlns:a16="http://schemas.microsoft.com/office/drawing/2014/main" id="{86291B13-ECA5-E740-A554-2E9AB3D67444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algn="ctr" eaLnBrk="1" hangingPunct="1">
              <a:defRPr/>
            </a:pPr>
            <a:br>
              <a:rPr lang="en-US" u="sng" dirty="0">
                <a:solidFill>
                  <a:srgbClr val="000062"/>
                </a:solidFill>
                <a:latin typeface="Tahoma" pitchFamily="34" charset="0"/>
                <a:cs typeface="Tahoma" pitchFamily="34" charset="0"/>
              </a:rPr>
            </a:br>
            <a:r>
              <a:rPr lang="en-US" b="1" kern="1200" dirty="0">
                <a:solidFill>
                  <a:srgbClr val="CC3300"/>
                </a:solidFill>
                <a:latin typeface="Times New Roman" pitchFamily="18" charset="0"/>
              </a:rPr>
              <a:t> </a:t>
            </a:r>
            <a:r>
              <a:rPr lang="en-US" sz="3200" b="1" kern="1200" dirty="0">
                <a:solidFill>
                  <a:srgbClr val="CC3300"/>
                </a:solidFill>
                <a:latin typeface="Times New Roman" pitchFamily="18" charset="0"/>
              </a:rPr>
              <a:t>SHARC ASM Coding Guidelines</a:t>
            </a:r>
            <a:endParaRPr lang="en-US" sz="3200" dirty="0">
              <a:solidFill>
                <a:srgbClr val="0000FF"/>
              </a:solidFill>
              <a:latin typeface="Tahoma" pitchFamily="34" charset="0"/>
              <a:cs typeface="Tahoma" pitchFamily="34" charset="0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7A8D866E-E149-A8B7-2F9F-604054D70A7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WHY C?</a:t>
            </a:r>
          </a:p>
        </p:txBody>
      </p:sp>
      <p:sp>
        <p:nvSpPr>
          <p:cNvPr id="15363" name="Rectangle 3">
            <a:extLst>
              <a:ext uri="{FF2B5EF4-FFF2-40B4-BE49-F238E27FC236}">
                <a16:creationId xmlns:a16="http://schemas.microsoft.com/office/drawing/2014/main" id="{842E6182-E3F1-D5ED-2C35-A16F2C5A583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Advantages: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Removes the problems of manual coding (Especially Errors)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Provides a level of Platform independence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Quick time to market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Ease of upgrade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Disadvantages: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Not as optimized as assembly implementation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Requires an amount of compiler knowledge (i.e. How the compiler translates / interprets the High level language code) to achieve a good level of optimization</a:t>
            </a:r>
            <a:br>
              <a:rPr lang="en-US" altLang="en-US" sz="2000">
                <a:solidFill>
                  <a:srgbClr val="0000FF"/>
                </a:solidFill>
              </a:rPr>
            </a:b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15364" name="Picture 4" descr="logo_jasmin_infotech">
            <a:extLst>
              <a:ext uri="{FF2B5EF4-FFF2-40B4-BE49-F238E27FC236}">
                <a16:creationId xmlns:a16="http://schemas.microsoft.com/office/drawing/2014/main" id="{2FBE2D2D-6ABF-4D69-95D2-7FAE7F8413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5365" name="Text Box 5">
            <a:extLst>
              <a:ext uri="{FF2B5EF4-FFF2-40B4-BE49-F238E27FC236}">
                <a16:creationId xmlns:a16="http://schemas.microsoft.com/office/drawing/2014/main" id="{93C980DF-FB1E-8716-1D13-F17231D7FC7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>
            <a:extLst>
              <a:ext uri="{FF2B5EF4-FFF2-40B4-BE49-F238E27FC236}">
                <a16:creationId xmlns:a16="http://schemas.microsoft.com/office/drawing/2014/main" id="{04F392C6-75D6-1773-6800-33071FB595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WHY ASM?</a:t>
            </a:r>
          </a:p>
        </p:txBody>
      </p:sp>
      <p:sp>
        <p:nvSpPr>
          <p:cNvPr id="16387" name="Rectangle 3">
            <a:extLst>
              <a:ext uri="{FF2B5EF4-FFF2-40B4-BE49-F238E27FC236}">
                <a16:creationId xmlns:a16="http://schemas.microsoft.com/office/drawing/2014/main" id="{0E176568-B57D-B7A6-C7D4-6987AFD87D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Advantages: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More Optimized code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Complicated loops are modified to enable simd using asm.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Disadvantages: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Need to save and unsave registers 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Difficult to develop compared to c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br>
              <a:rPr lang="en-US" altLang="en-US" sz="2000">
                <a:solidFill>
                  <a:srgbClr val="0000FF"/>
                </a:solidFill>
              </a:rPr>
            </a:b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16388" name="Picture 4" descr="logo_jasmin_infotech">
            <a:extLst>
              <a:ext uri="{FF2B5EF4-FFF2-40B4-BE49-F238E27FC236}">
                <a16:creationId xmlns:a16="http://schemas.microsoft.com/office/drawing/2014/main" id="{A96BDBBD-D34F-F379-D026-9C32A0DD74C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6389" name="Text Box 5">
            <a:extLst>
              <a:ext uri="{FF2B5EF4-FFF2-40B4-BE49-F238E27FC236}">
                <a16:creationId xmlns:a16="http://schemas.microsoft.com/office/drawing/2014/main" id="{9526A257-CDB0-9B91-FFE2-4296A5C25F9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Rectangle 2">
            <a:extLst>
              <a:ext uri="{FF2B5EF4-FFF2-40B4-BE49-F238E27FC236}">
                <a16:creationId xmlns:a16="http://schemas.microsoft.com/office/drawing/2014/main" id="{B02D3F73-896C-A2FD-6752-CD01FA784CA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CONTENTS</a:t>
            </a:r>
          </a:p>
        </p:txBody>
      </p:sp>
      <p:pic>
        <p:nvPicPr>
          <p:cNvPr id="17411" name="Picture 4" descr="logo_jasmin_infotech">
            <a:extLst>
              <a:ext uri="{FF2B5EF4-FFF2-40B4-BE49-F238E27FC236}">
                <a16:creationId xmlns:a16="http://schemas.microsoft.com/office/drawing/2014/main" id="{E1E8BF31-1D09-6934-5F6B-A46A6F80D4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7412" name="Text Box 5">
            <a:extLst>
              <a:ext uri="{FF2B5EF4-FFF2-40B4-BE49-F238E27FC236}">
                <a16:creationId xmlns:a16="http://schemas.microsoft.com/office/drawing/2014/main" id="{D3321504-ADE6-38F3-FD1F-3D3E893D5B7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4577ED57-7B4E-011B-E4F5-65B5BB99B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828800"/>
            <a:ext cx="7696200" cy="2819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lIns="92075" tIns="46038" rIns="92075" bIns="46038"/>
          <a:lstStyle/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Declaration in C and ASM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Naming Conventions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Function calls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Guidelines to be followed during Function calls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Argument Passing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AutoNum type="arabicPeriod"/>
              <a:defRPr/>
            </a:pPr>
            <a:r>
              <a:rPr lang="en-US" sz="2000" b="0" dirty="0">
                <a:latin typeface="+mn-lt"/>
              </a:rPr>
              <a:t>Memory section definitions</a:t>
            </a: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buFont typeface="Wingdings" pitchFamily="2" charset="2"/>
              <a:buNone/>
              <a:defRPr/>
            </a:pPr>
            <a:endParaRPr lang="en-US" sz="2000" b="0" dirty="0">
              <a:latin typeface="+mn-lt"/>
            </a:endParaRPr>
          </a:p>
          <a:p>
            <a:pPr marL="419100" indent="-419100" eaLnBrk="1" hangingPunct="1">
              <a:lnSpc>
                <a:spcPct val="80000"/>
              </a:lnSpc>
              <a:spcBef>
                <a:spcPct val="50000"/>
              </a:spcBef>
              <a:buClr>
                <a:srgbClr val="0000FF"/>
              </a:buClr>
              <a:defRPr/>
            </a:pPr>
            <a:endParaRPr lang="en-US" sz="2000" b="0" dirty="0">
              <a:latin typeface="+mn-lt"/>
            </a:endParaRPr>
          </a:p>
        </p:txBody>
      </p:sp>
    </p:spTree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>
            <a:extLst>
              <a:ext uri="{FF2B5EF4-FFF2-40B4-BE49-F238E27FC236}">
                <a16:creationId xmlns:a16="http://schemas.microsoft.com/office/drawing/2014/main" id="{60C3694F-2B89-13D7-95A2-2CCBF02CCD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3340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Declaration in C and ASM</a:t>
            </a:r>
          </a:p>
        </p:txBody>
      </p:sp>
      <p:sp>
        <p:nvSpPr>
          <p:cNvPr id="18435" name="Rectangle 3">
            <a:extLst>
              <a:ext uri="{FF2B5EF4-FFF2-40B4-BE49-F238E27FC236}">
                <a16:creationId xmlns:a16="http://schemas.microsoft.com/office/drawing/2014/main" id="{E545AF61-EF35-1F86-6FAE-F8ECB9FF29E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The data type of the variable should be mentioned correctly while declaring any variable.</a:t>
            </a:r>
          </a:p>
          <a:p>
            <a:pPr eaLnBrk="1" hangingPunct="1"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 int example; unsigned int example.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 	</a:t>
            </a:r>
            <a:r>
              <a:rPr lang="en-US" altLang="en-US" sz="2000" u="sng">
                <a:solidFill>
                  <a:srgbClr val="0000FF"/>
                </a:solidFill>
              </a:rPr>
              <a:t>In C</a:t>
            </a:r>
            <a:r>
              <a:rPr lang="en-US" altLang="en-US" sz="2000">
                <a:solidFill>
                  <a:srgbClr val="0000FF"/>
                </a:solidFill>
              </a:rPr>
              <a:t>				</a:t>
            </a:r>
            <a:r>
              <a:rPr lang="en-US" altLang="en-US" sz="2000" u="sng">
                <a:solidFill>
                  <a:srgbClr val="0000FF"/>
                </a:solidFill>
              </a:rPr>
              <a:t>In Asm</a:t>
            </a:r>
          </a:p>
          <a:p>
            <a:pPr eaLnBrk="1" hangingPunct="1"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int test;				.var temp.;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int array[10];			.var buffer[10];</a:t>
            </a:r>
          </a:p>
          <a:p>
            <a:pPr algn="just" eaLnBrk="1" hangingPunct="1">
              <a:buFont typeface="Wingdings" panose="05000000000000000000" pitchFamily="2" charset="2"/>
              <a:buNone/>
            </a:pPr>
            <a:endParaRPr lang="en-GB" altLang="en-US" sz="2000">
              <a:solidFill>
                <a:srgbClr val="0000FF"/>
              </a:solidFill>
            </a:endParaRPr>
          </a:p>
          <a:p>
            <a:pPr algn="just" eaLnBrk="1" hangingPunct="1"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Question: How do you manage various formats (Int, Uint, float etc) in Asm ?</a:t>
            </a: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18436" name="Picture 4" descr="logo_jasmin_infotech">
            <a:extLst>
              <a:ext uri="{FF2B5EF4-FFF2-40B4-BE49-F238E27FC236}">
                <a16:creationId xmlns:a16="http://schemas.microsoft.com/office/drawing/2014/main" id="{7B530ACA-4F11-F940-C6E9-D47B10BD63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8437" name="Text Box 5">
            <a:extLst>
              <a:ext uri="{FF2B5EF4-FFF2-40B4-BE49-F238E27FC236}">
                <a16:creationId xmlns:a16="http://schemas.microsoft.com/office/drawing/2014/main" id="{485FAE10-F35A-7467-BB28-DD191220863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27BDE500-59C4-8E7A-6A90-99DD0C1017E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GB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Naming Conventions</a:t>
            </a:r>
            <a:endParaRPr lang="en-US" sz="3000" b="1" kern="1200" dirty="0">
              <a:solidFill>
                <a:srgbClr val="CC33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19459" name="Rectangle 3">
            <a:extLst>
              <a:ext uri="{FF2B5EF4-FFF2-40B4-BE49-F238E27FC236}">
                <a16:creationId xmlns:a16="http://schemas.microsoft.com/office/drawing/2014/main" id="{E059D51C-B3F6-8B12-AFCF-22494894B4B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Using C function or variable names in assembly routines and using assembly symbols in C code.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In asm code , to use a C symbol use .extern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	Declaration in ASM	</a:t>
            </a:r>
            <a:r>
              <a:rPr lang="en-US" altLang="en-US" sz="2000">
                <a:solidFill>
                  <a:srgbClr val="0000FF"/>
                </a:solidFill>
                <a:sym typeface="Wingdings" panose="05000000000000000000" pitchFamily="2" charset="2"/>
              </a:rPr>
              <a:t>	</a:t>
            </a:r>
            <a:r>
              <a:rPr lang="en-US" altLang="en-US" sz="2000">
                <a:solidFill>
                  <a:srgbClr val="0000FF"/>
                </a:solidFill>
              </a:rPr>
              <a:t>.var  temp.;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Usage in C	     	</a:t>
            </a:r>
            <a:r>
              <a:rPr lang="en-US" altLang="en-US" sz="2000">
                <a:solidFill>
                  <a:srgbClr val="0000FF"/>
                </a:solidFill>
                <a:sym typeface="Wingdings" panose="05000000000000000000" pitchFamily="2" charset="2"/>
              </a:rPr>
              <a:t>	</a:t>
            </a:r>
            <a:r>
              <a:rPr lang="en-US" altLang="en-US" sz="2000">
                <a:solidFill>
                  <a:srgbClr val="0000FF"/>
                </a:solidFill>
              </a:rPr>
              <a:t>extern int temp;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	Declaration in C	     	</a:t>
            </a:r>
            <a:r>
              <a:rPr lang="en-US" altLang="en-US" sz="2000">
                <a:solidFill>
                  <a:srgbClr val="0000FF"/>
                </a:solidFill>
                <a:sym typeface="Wingdings" panose="05000000000000000000" pitchFamily="2" charset="2"/>
              </a:rPr>
              <a:t>	</a:t>
            </a:r>
            <a:r>
              <a:rPr lang="en-US" altLang="en-US" sz="2000">
                <a:solidFill>
                  <a:srgbClr val="0000FF"/>
                </a:solidFill>
              </a:rPr>
              <a:t>int temp1;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Usage in ASM	     	</a:t>
            </a:r>
            <a:r>
              <a:rPr lang="en-US" altLang="en-US" sz="2000">
                <a:solidFill>
                  <a:srgbClr val="0000FF"/>
                </a:solidFill>
                <a:sym typeface="Wingdings" panose="05000000000000000000" pitchFamily="2" charset="2"/>
              </a:rPr>
              <a:t>	</a:t>
            </a:r>
            <a:r>
              <a:rPr lang="en-US" altLang="en-US" sz="2000">
                <a:solidFill>
                  <a:srgbClr val="0000FF"/>
                </a:solidFill>
              </a:rPr>
              <a:t>.extern  temp1.;</a:t>
            </a:r>
          </a:p>
        </p:txBody>
      </p:sp>
      <p:pic>
        <p:nvPicPr>
          <p:cNvPr id="19460" name="Picture 4" descr="logo_jasmin_infotech">
            <a:extLst>
              <a:ext uri="{FF2B5EF4-FFF2-40B4-BE49-F238E27FC236}">
                <a16:creationId xmlns:a16="http://schemas.microsoft.com/office/drawing/2014/main" id="{4B353C56-416A-3432-84B0-ECB2D7A741E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9461" name="Text Box 5">
            <a:extLst>
              <a:ext uri="{FF2B5EF4-FFF2-40B4-BE49-F238E27FC236}">
                <a16:creationId xmlns:a16="http://schemas.microsoft.com/office/drawing/2014/main" id="{D6F9CC7D-5301-219A-9951-6F943BF115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>
            <a:extLst>
              <a:ext uri="{FF2B5EF4-FFF2-40B4-BE49-F238E27FC236}">
                <a16:creationId xmlns:a16="http://schemas.microsoft.com/office/drawing/2014/main" id="{D1E16AB1-A974-C1A5-90AB-9DFDF073D57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Function Calling</a:t>
            </a:r>
          </a:p>
        </p:txBody>
      </p:sp>
      <p:sp>
        <p:nvSpPr>
          <p:cNvPr id="20483" name="Rectangle 3">
            <a:extLst>
              <a:ext uri="{FF2B5EF4-FFF2-40B4-BE49-F238E27FC236}">
                <a16:creationId xmlns:a16="http://schemas.microsoft.com/office/drawing/2014/main" id="{AC4B695F-C9AF-AF94-A7B5-BB1EB4B3E20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447800"/>
            <a:ext cx="7696200" cy="32766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 While calling a function from C to assembly we need to declare the function globally in asm.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 While calling a function from assembly to C we need to use CALL.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	From C to ASM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</a:t>
            </a:r>
            <a:r>
              <a:rPr lang="en-US" altLang="en-US" sz="2000" u="sng">
                <a:solidFill>
                  <a:srgbClr val="0000FF"/>
                </a:solidFill>
              </a:rPr>
              <a:t>In C</a:t>
            </a:r>
            <a:r>
              <a:rPr lang="en-US" altLang="en-US" sz="2000">
                <a:solidFill>
                  <a:srgbClr val="0000FF"/>
                </a:solidFill>
              </a:rPr>
              <a:t>				</a:t>
            </a:r>
            <a:r>
              <a:rPr lang="en-US" altLang="en-US" sz="2000" u="sng">
                <a:solidFill>
                  <a:srgbClr val="0000FF"/>
                </a:solidFill>
              </a:rPr>
              <a:t>In ASM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	Test();			            .global  Test.;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                                      .type Test., STT_FUNC;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                                      Test.: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                                       .Test..END</a:t>
            </a:r>
            <a:endParaRPr lang="en-US" altLang="en-US" sz="18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Eg:	From ASM to C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</a:t>
            </a:r>
            <a:r>
              <a:rPr lang="en-US" altLang="en-US" sz="2000" u="sng">
                <a:solidFill>
                  <a:srgbClr val="0000FF"/>
                </a:solidFill>
              </a:rPr>
              <a:t>In ASM</a:t>
            </a:r>
            <a:r>
              <a:rPr lang="en-US" altLang="en-US" sz="2000">
                <a:solidFill>
                  <a:srgbClr val="0000FF"/>
                </a:solidFill>
              </a:rPr>
              <a:t>				</a:t>
            </a:r>
            <a:r>
              <a:rPr lang="en-US" altLang="en-US" sz="2000" u="sng">
                <a:solidFill>
                  <a:srgbClr val="0000FF"/>
                </a:solidFill>
              </a:rPr>
              <a:t>In C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call Test;			Test()	{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20484" name="Picture 4" descr="logo_jasmin_infotech">
            <a:extLst>
              <a:ext uri="{FF2B5EF4-FFF2-40B4-BE49-F238E27FC236}">
                <a16:creationId xmlns:a16="http://schemas.microsoft.com/office/drawing/2014/main" id="{139078AD-AF2C-CEFF-77A7-9AD52EE1CC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0485" name="Text Box 5">
            <a:extLst>
              <a:ext uri="{FF2B5EF4-FFF2-40B4-BE49-F238E27FC236}">
                <a16:creationId xmlns:a16="http://schemas.microsoft.com/office/drawing/2014/main" id="{E10196D5-3435-0472-BD7F-B1CA48BDF99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>
            <a:extLst>
              <a:ext uri="{FF2B5EF4-FFF2-40B4-BE49-F238E27FC236}">
                <a16:creationId xmlns:a16="http://schemas.microsoft.com/office/drawing/2014/main" id="{45645C97-46F7-F1DC-E5A8-B266932C392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90600" y="381000"/>
            <a:ext cx="5867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Guidelines to be followed</a:t>
            </a:r>
          </a:p>
        </p:txBody>
      </p:sp>
      <p:sp>
        <p:nvSpPr>
          <p:cNvPr id="21507" name="Rectangle 3">
            <a:extLst>
              <a:ext uri="{FF2B5EF4-FFF2-40B4-BE49-F238E27FC236}">
                <a16:creationId xmlns:a16="http://schemas.microsoft.com/office/drawing/2014/main" id="{895A0C8F-6438-681A-295F-A6DF834F89B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3716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 u="sng">
                <a:solidFill>
                  <a:srgbClr val="0000FF"/>
                </a:solidFill>
              </a:rPr>
              <a:t>Function call in C - subroutine in ASM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Include &lt;asm_sprt.h&gt;  and  &lt;def21569.h&gt; in ASM function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Save and Unsave all the Registers in ASM function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Define them in code memory segment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Declare the function as global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 u="sng">
                <a:solidFill>
                  <a:srgbClr val="0000FF"/>
                </a:solidFill>
              </a:rPr>
              <a:t>Function call in ASM - subroutine in C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 Use function name and call for calling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Note: In C, function can be used without any prefix in Function name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2000" u="sng">
                <a:solidFill>
                  <a:srgbClr val="0000FF"/>
                </a:solidFill>
              </a:rPr>
              <a:t>Function call in ASM - subroutine in ASM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Declare the function as global</a:t>
            </a:r>
          </a:p>
          <a:p>
            <a:pPr eaLnBrk="1" hangingPunct="1">
              <a:lnSpc>
                <a:spcPct val="80000"/>
              </a:lnSpc>
              <a:buClr>
                <a:srgbClr val="0000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 Terminate the function with rts (Return to Subroutine)</a:t>
            </a:r>
          </a:p>
        </p:txBody>
      </p:sp>
      <p:pic>
        <p:nvPicPr>
          <p:cNvPr id="21508" name="Picture 4" descr="logo_jasmin_infotech">
            <a:extLst>
              <a:ext uri="{FF2B5EF4-FFF2-40B4-BE49-F238E27FC236}">
                <a16:creationId xmlns:a16="http://schemas.microsoft.com/office/drawing/2014/main" id="{15C5ACA7-6971-8DD7-9C22-F8BC1C35D9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1509" name="Text Box 5">
            <a:extLst>
              <a:ext uri="{FF2B5EF4-FFF2-40B4-BE49-F238E27FC236}">
                <a16:creationId xmlns:a16="http://schemas.microsoft.com/office/drawing/2014/main" id="{973BB79C-6F7E-BDF4-2E53-4D292380186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477000"/>
            <a:ext cx="223520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>
            <a:extLst>
              <a:ext uri="{FF2B5EF4-FFF2-40B4-BE49-F238E27FC236}">
                <a16:creationId xmlns:a16="http://schemas.microsoft.com/office/drawing/2014/main" id="{E351D3DF-61F9-7FEE-59A8-1871498368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Argument Passing</a:t>
            </a:r>
          </a:p>
        </p:txBody>
      </p:sp>
      <p:sp>
        <p:nvSpPr>
          <p:cNvPr id="22531" name="Rectangle 3">
            <a:extLst>
              <a:ext uri="{FF2B5EF4-FFF2-40B4-BE49-F238E27FC236}">
                <a16:creationId xmlns:a16="http://schemas.microsoft.com/office/drawing/2014/main" id="{C0A8A58F-4773-F014-B8C1-16A1C96BEE6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C run-time environment uses a set of registers and the run-timestack to transfer function parameters to assembly routines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 r4 receives the first argument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 r8 receives second argument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 r12 receives third argument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 Remaining parameters of the argument are being passed to stack. They can be retrieved using “r</a:t>
            </a:r>
            <a:r>
              <a:rPr lang="en-US" altLang="en-US" sz="2000">
                <a:solidFill>
                  <a:srgbClr val="0000FF"/>
                </a:solidFill>
              </a:rPr>
              <a:t>eads(n)” instruction</a:t>
            </a:r>
            <a:endParaRPr lang="en-GB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>
                <a:solidFill>
                  <a:srgbClr val="0000FF"/>
                </a:solidFill>
              </a:rPr>
              <a:t>r0 has the return value of the function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Eg : Test(int a , int b , float c)</a:t>
            </a:r>
          </a:p>
        </p:txBody>
      </p:sp>
      <p:pic>
        <p:nvPicPr>
          <p:cNvPr id="22532" name="Picture 4" descr="logo_jasmin_infotech">
            <a:extLst>
              <a:ext uri="{FF2B5EF4-FFF2-40B4-BE49-F238E27FC236}">
                <a16:creationId xmlns:a16="http://schemas.microsoft.com/office/drawing/2014/main" id="{48B8469B-BDBD-3DFC-B59C-6EA650F08F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2533" name="Text Box 5">
            <a:extLst>
              <a:ext uri="{FF2B5EF4-FFF2-40B4-BE49-F238E27FC236}">
                <a16:creationId xmlns:a16="http://schemas.microsoft.com/office/drawing/2014/main" id="{BAF1AFC9-1BAE-9746-D9BF-4023E932F1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>
            <a:extLst>
              <a:ext uri="{FF2B5EF4-FFF2-40B4-BE49-F238E27FC236}">
                <a16:creationId xmlns:a16="http://schemas.microsoft.com/office/drawing/2014/main" id="{86B09800-9840-122C-5BB2-A984F5250A5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447800" y="3810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Argument</a:t>
            </a:r>
            <a:r>
              <a:rPr lang="en-US" dirty="0">
                <a:solidFill>
                  <a:srgbClr val="0000FF"/>
                </a:solidFill>
                <a:latin typeface="Tahoma" pitchFamily="34" charset="0"/>
                <a:cs typeface="Tahoma" pitchFamily="34" charset="0"/>
              </a:rPr>
              <a:t> </a:t>
            </a: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Passing</a:t>
            </a:r>
          </a:p>
        </p:txBody>
      </p:sp>
      <p:sp>
        <p:nvSpPr>
          <p:cNvPr id="23555" name="Rectangle 3">
            <a:extLst>
              <a:ext uri="{FF2B5EF4-FFF2-40B4-BE49-F238E27FC236}">
                <a16:creationId xmlns:a16="http://schemas.microsoft.com/office/drawing/2014/main" id="{FA7052C7-922C-119D-D720-F5722D577D9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Eg:	</a:t>
            </a:r>
            <a:r>
              <a:rPr lang="en-US" altLang="en-US" sz="2000" u="sng">
                <a:solidFill>
                  <a:srgbClr val="0000FF"/>
                </a:solidFill>
              </a:rPr>
              <a:t>Function calling from C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	Int Add(int a, int b) 	/* Declaration */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	c = Add(a,b);		/* Function Call */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</a:t>
            </a:r>
            <a:r>
              <a:rPr lang="en-US" altLang="en-US" sz="2000" u="sng">
                <a:solidFill>
                  <a:srgbClr val="0000FF"/>
                </a:solidFill>
              </a:rPr>
              <a:t>Function in asm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			 .global  Add.;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.type Add., STT_FUNC; 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Add.: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 r0 = r4 + r8;</a:t>
            </a:r>
          </a:p>
          <a:p>
            <a:pPr>
              <a:buFont typeface="Wingdings" panose="05000000000000000000" pitchFamily="2" charset="2"/>
              <a:buNone/>
            </a:pPr>
            <a:r>
              <a:rPr lang="en-US" altLang="en-US" sz="2000">
                <a:solidFill>
                  <a:srgbClr val="0000FF"/>
                </a:solidFill>
              </a:rPr>
              <a:t>                           .Add..END	</a:t>
            </a:r>
          </a:p>
          <a:p>
            <a:pPr>
              <a:buClr>
                <a:srgbClr val="000099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Here r4 contain the value of  ‘a’, r8 contain value of ‘b’, and the sum is returned through r0.</a:t>
            </a:r>
          </a:p>
        </p:txBody>
      </p:sp>
      <p:pic>
        <p:nvPicPr>
          <p:cNvPr id="23556" name="Picture 4" descr="logo_jasmin_infotech">
            <a:extLst>
              <a:ext uri="{FF2B5EF4-FFF2-40B4-BE49-F238E27FC236}">
                <a16:creationId xmlns:a16="http://schemas.microsoft.com/office/drawing/2014/main" id="{47416D07-BF98-06C4-288D-274AE4DB22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3557" name="Text Box 5">
            <a:extLst>
              <a:ext uri="{FF2B5EF4-FFF2-40B4-BE49-F238E27FC236}">
                <a16:creationId xmlns:a16="http://schemas.microsoft.com/office/drawing/2014/main" id="{0BF0CF27-4B7D-8C15-5A00-A63F5E2AE01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324600"/>
            <a:ext cx="2235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Rectangle 2">
            <a:extLst>
              <a:ext uri="{FF2B5EF4-FFF2-40B4-BE49-F238E27FC236}">
                <a16:creationId xmlns:a16="http://schemas.microsoft.com/office/drawing/2014/main" id="{62E7D3CF-3283-049B-6D3F-E4DFECBC11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219200" y="381000"/>
            <a:ext cx="53340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Argument Passing</a:t>
            </a:r>
          </a:p>
        </p:txBody>
      </p:sp>
      <p:sp>
        <p:nvSpPr>
          <p:cNvPr id="17411" name="Rectangle 3">
            <a:extLst>
              <a:ext uri="{FF2B5EF4-FFF2-40B4-BE49-F238E27FC236}">
                <a16:creationId xmlns:a16="http://schemas.microsoft.com/office/drawing/2014/main" id="{C646C230-04E8-D244-190C-9FA9E4603B1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219200" y="1600200"/>
            <a:ext cx="7696200" cy="2819400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00FF"/>
                </a:solidFill>
              </a:rPr>
              <a:t> </a:t>
            </a:r>
            <a:r>
              <a:rPr lang="en-US" sz="2000" dirty="0" err="1">
                <a:solidFill>
                  <a:srgbClr val="0000FF"/>
                </a:solidFill>
              </a:rPr>
              <a:t>Eg</a:t>
            </a:r>
            <a:r>
              <a:rPr lang="en-US" sz="2000" dirty="0">
                <a:solidFill>
                  <a:srgbClr val="0000FF"/>
                </a:solidFill>
              </a:rPr>
              <a:t>:	</a:t>
            </a:r>
            <a:r>
              <a:rPr lang="en-US" sz="2000" u="sng" dirty="0">
                <a:solidFill>
                  <a:srgbClr val="0000FF"/>
                </a:solidFill>
              </a:rPr>
              <a:t>Function calling from </a:t>
            </a:r>
            <a:r>
              <a:rPr lang="en-US" sz="2000" u="sng" dirty="0" err="1">
                <a:solidFill>
                  <a:srgbClr val="0000FF"/>
                </a:solidFill>
              </a:rPr>
              <a:t>Asm</a:t>
            </a:r>
            <a:endParaRPr lang="en-US" sz="2000" u="sng" dirty="0">
              <a:solidFill>
                <a:srgbClr val="0000FF"/>
              </a:solidFill>
            </a:endParaRP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pt-BR" sz="2000" dirty="0">
                <a:solidFill>
                  <a:srgbClr val="0000FF"/>
                </a:solidFill>
              </a:rPr>
              <a:t>			r4 = 10;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pt-BR" sz="2000" dirty="0">
                <a:solidFill>
                  <a:srgbClr val="0000FF"/>
                </a:solidFill>
              </a:rPr>
              <a:t>			r8 = 12;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pt-BR" sz="2000" dirty="0">
                <a:solidFill>
                  <a:srgbClr val="0000FF"/>
                </a:solidFill>
              </a:rPr>
              <a:t>			call  Myfunc;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pt-BR" sz="2000" dirty="0">
                <a:solidFill>
                  <a:srgbClr val="0000FF"/>
                </a:solidFill>
              </a:rPr>
              <a:t>			dm(result.) =r0;</a:t>
            </a:r>
            <a:r>
              <a:rPr lang="en-US" sz="2000" dirty="0">
                <a:solidFill>
                  <a:srgbClr val="0000FF"/>
                </a:solidFill>
              </a:rPr>
              <a:t>			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00FF"/>
                </a:solidFill>
              </a:rPr>
              <a:t>		</a:t>
            </a:r>
            <a:r>
              <a:rPr lang="en-US" sz="2000" u="sng" dirty="0">
                <a:solidFill>
                  <a:srgbClr val="0000FF"/>
                </a:solidFill>
              </a:rPr>
              <a:t>Function in C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</a:t>
            </a:r>
            <a:r>
              <a:rPr lang="en-US" dirty="0" err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</a:t>
            </a:r>
            <a:r>
              <a:rPr lang="en-US" dirty="0" err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Myfunc</a:t>
            </a: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(</a:t>
            </a:r>
            <a:r>
              <a:rPr lang="en-US" dirty="0" err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n, </a:t>
            </a:r>
            <a:r>
              <a:rPr lang="en-US" dirty="0" err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m)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{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	</a:t>
            </a:r>
            <a:r>
              <a:rPr lang="en-US" dirty="0" err="1">
                <a:solidFill>
                  <a:srgbClr val="0000FF"/>
                </a:solidFill>
                <a:latin typeface="+mn-lt"/>
                <a:ea typeface="+mn-ea"/>
                <a:cs typeface="+mn-cs"/>
              </a:rPr>
              <a:t>int</a:t>
            </a: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 z;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	z = m + n;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	return z;</a:t>
            </a:r>
          </a:p>
          <a:p>
            <a:pPr marL="342900" lvl="4" indent="-342900" eaLnBrk="1" hangingPunct="1">
              <a:lnSpc>
                <a:spcPct val="90000"/>
              </a:lnSpc>
              <a:spcBef>
                <a:spcPct val="50000"/>
              </a:spcBef>
              <a:buClr>
                <a:schemeClr val="accent2"/>
              </a:buClr>
              <a:buFontTx/>
              <a:buNone/>
              <a:defRPr/>
            </a:pPr>
            <a:r>
              <a:rPr lang="en-US" dirty="0">
                <a:solidFill>
                  <a:srgbClr val="0000FF"/>
                </a:solidFill>
                <a:latin typeface="+mn-lt"/>
                <a:ea typeface="+mn-ea"/>
                <a:cs typeface="+mn-cs"/>
              </a:rPr>
              <a:t>			}</a:t>
            </a:r>
          </a:p>
          <a:p>
            <a:pPr eaLnBrk="1" hangingPunct="1">
              <a:lnSpc>
                <a:spcPct val="90000"/>
              </a:lnSpc>
              <a:buClr>
                <a:schemeClr val="accent2"/>
              </a:buClr>
              <a:buFont typeface="Wingdings" panose="05000000000000000000" pitchFamily="2" charset="2"/>
              <a:buNone/>
              <a:defRPr/>
            </a:pPr>
            <a:r>
              <a:rPr lang="en-US" sz="2000" dirty="0">
                <a:solidFill>
                  <a:srgbClr val="0000FF"/>
                </a:solidFill>
              </a:rPr>
              <a:t>	</a:t>
            </a:r>
          </a:p>
        </p:txBody>
      </p:sp>
      <p:pic>
        <p:nvPicPr>
          <p:cNvPr id="24580" name="Picture 4" descr="logo_jasmin_infotech">
            <a:extLst>
              <a:ext uri="{FF2B5EF4-FFF2-40B4-BE49-F238E27FC236}">
                <a16:creationId xmlns:a16="http://schemas.microsoft.com/office/drawing/2014/main" id="{19A14077-8716-39A7-726E-73CA1C36E3E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048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1" name="Text Box 5">
            <a:extLst>
              <a:ext uri="{FF2B5EF4-FFF2-40B4-BE49-F238E27FC236}">
                <a16:creationId xmlns:a16="http://schemas.microsoft.com/office/drawing/2014/main" id="{0C39AB11-CAE8-CCE4-CB85-5FE214FE514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2">
            <a:extLst>
              <a:ext uri="{FF2B5EF4-FFF2-40B4-BE49-F238E27FC236}">
                <a16:creationId xmlns:a16="http://schemas.microsoft.com/office/drawing/2014/main" id="{325BF544-4592-A6CE-023F-07DE9893E5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14400" y="304800"/>
            <a:ext cx="5105400" cy="533400"/>
          </a:xfrm>
        </p:spPr>
        <p:txBody>
          <a:bodyPr/>
          <a:lstStyle/>
          <a:p>
            <a:pPr eaLnBrk="1" hangingPunct="1">
              <a:defRPr/>
            </a:pPr>
            <a:r>
              <a:rPr lang="en-GB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Section Definitions</a:t>
            </a:r>
            <a:endParaRPr lang="en-US" sz="3000" b="1" kern="1200" dirty="0">
              <a:solidFill>
                <a:srgbClr val="CC3300"/>
              </a:solidFill>
              <a:latin typeface="Times New Roman" pitchFamily="18" charset="0"/>
              <a:ea typeface="+mn-ea"/>
              <a:cs typeface="+mn-cs"/>
            </a:endParaRPr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5E363E00-A831-820C-6CEE-32898585B0B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1143000" y="1447800"/>
            <a:ext cx="7696200" cy="2819400"/>
          </a:xfrm>
          <a:noFill/>
        </p:spPr>
        <p:txBody>
          <a:bodyPr/>
          <a:lstStyle/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US" altLang="en-US" sz="2000" b="1" u="sng">
                <a:solidFill>
                  <a:srgbClr val="0000FF"/>
                </a:solidFill>
              </a:rPr>
              <a:t>Required sections in LDF:</a:t>
            </a:r>
            <a:endParaRPr lang="en-GB" altLang="en-US" sz="2000" b="1" u="sng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0000FF"/>
                </a:solidFill>
              </a:rPr>
              <a:t>Seg_pmda</a:t>
            </a:r>
            <a:r>
              <a:rPr lang="en-GB" altLang="en-US" sz="2000">
                <a:solidFill>
                  <a:srgbClr val="0000FF"/>
                </a:solidFill>
              </a:rPr>
              <a:t> : 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Program memory data section, declared as 32 	bit wide memory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0000FF"/>
                </a:solidFill>
              </a:rPr>
              <a:t>Seg_pmco</a:t>
            </a:r>
            <a:r>
              <a:rPr lang="en-GB" altLang="en-US" sz="2000">
                <a:solidFill>
                  <a:srgbClr val="0000FF"/>
                </a:solidFill>
              </a:rPr>
              <a:t> : 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Program memory code section, declared as 48 	bit wide memory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0000FF"/>
                </a:solidFill>
              </a:rPr>
              <a:t>Seg_dmda</a:t>
            </a:r>
            <a:r>
              <a:rPr lang="en-GB" altLang="en-US" sz="2000">
                <a:solidFill>
                  <a:srgbClr val="0000FF"/>
                </a:solidFill>
              </a:rPr>
              <a:t> : 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Data memory section name, declared as 32 bit 	wide memory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0000FF"/>
                </a:solidFill>
              </a:rPr>
              <a:t>Seg_stak</a:t>
            </a:r>
            <a:r>
              <a:rPr lang="en-GB" altLang="en-US" sz="2000">
                <a:solidFill>
                  <a:srgbClr val="0000FF"/>
                </a:solidFill>
              </a:rPr>
              <a:t> : 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C-Runtime Stack section declaration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Char char="Ø"/>
            </a:pPr>
            <a:r>
              <a:rPr lang="en-GB" altLang="en-US" sz="2000" b="1">
                <a:solidFill>
                  <a:srgbClr val="0000FF"/>
                </a:solidFill>
              </a:rPr>
              <a:t>Seg_heap </a:t>
            </a:r>
            <a:r>
              <a:rPr lang="en-GB" altLang="en-US" sz="2000">
                <a:solidFill>
                  <a:srgbClr val="0000FF"/>
                </a:solidFill>
              </a:rPr>
              <a:t>: </a:t>
            </a:r>
          </a:p>
          <a:p>
            <a:pPr eaLnBrk="1" hangingPunct="1">
              <a:lnSpc>
                <a:spcPct val="80000"/>
              </a:lnSpc>
              <a:buClr>
                <a:srgbClr val="1616EA"/>
              </a:buClr>
              <a:buFont typeface="Wingdings" panose="05000000000000000000" pitchFamily="2" charset="2"/>
              <a:buNone/>
            </a:pPr>
            <a:r>
              <a:rPr lang="en-GB" altLang="en-US" sz="2000">
                <a:solidFill>
                  <a:srgbClr val="0000FF"/>
                </a:solidFill>
              </a:rPr>
              <a:t>		C-Heap section declaration</a:t>
            </a: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25604" name="Picture 4" descr="logo_jasmin_infotech">
            <a:extLst>
              <a:ext uri="{FF2B5EF4-FFF2-40B4-BE49-F238E27FC236}">
                <a16:creationId xmlns:a16="http://schemas.microsoft.com/office/drawing/2014/main" id="{3518D9FC-0EF0-8D91-86E2-07A8451060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5605" name="Text Box 5">
            <a:extLst>
              <a:ext uri="{FF2B5EF4-FFF2-40B4-BE49-F238E27FC236}">
                <a16:creationId xmlns:a16="http://schemas.microsoft.com/office/drawing/2014/main" id="{034D262E-A5BD-3220-E065-BAD8E1BCF4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35338" y="6392863"/>
            <a:ext cx="22352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ext Box 2">
            <a:extLst>
              <a:ext uri="{FF2B5EF4-FFF2-40B4-BE49-F238E27FC236}">
                <a16:creationId xmlns:a16="http://schemas.microsoft.com/office/drawing/2014/main" id="{2078E7B3-437C-8448-02F6-E772E01FCA8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5405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Processing Elements - Overview</a:t>
            </a:r>
          </a:p>
        </p:txBody>
      </p:sp>
      <p:sp>
        <p:nvSpPr>
          <p:cNvPr id="23557" name="Text Box 3">
            <a:extLst>
              <a:ext uri="{FF2B5EF4-FFF2-40B4-BE49-F238E27FC236}">
                <a16:creationId xmlns:a16="http://schemas.microsoft.com/office/drawing/2014/main" id="{92380128-5857-88A7-CF88-55B3C690D1F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690688"/>
            <a:ext cx="7712075" cy="4054475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Two Processing Elements: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</a:t>
            </a: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PEx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 (Primary Processing Element)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</a:t>
            </a: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PEy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 (Secondary Processing Element)</a:t>
            </a: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Each Processing Element consist of,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Data Registers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ALU (Arithmetic Logic Unit)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Multiplier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- Shifter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	</a:t>
            </a:r>
          </a:p>
        </p:txBody>
      </p:sp>
      <p:pic>
        <p:nvPicPr>
          <p:cNvPr id="26628" name="Picture 4" descr="logo_jasmin_infotech">
            <a:extLst>
              <a:ext uri="{FF2B5EF4-FFF2-40B4-BE49-F238E27FC236}">
                <a16:creationId xmlns:a16="http://schemas.microsoft.com/office/drawing/2014/main" id="{794C60B9-C8B6-10E5-5678-6036C1A6E19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048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6629" name="Text Box 5">
            <a:extLst>
              <a:ext uri="{FF2B5EF4-FFF2-40B4-BE49-F238E27FC236}">
                <a16:creationId xmlns:a16="http://schemas.microsoft.com/office/drawing/2014/main" id="{BB9E8840-B176-36B4-8AC5-8D9E604305B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324600"/>
            <a:ext cx="2235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ext Box 2">
            <a:extLst>
              <a:ext uri="{FF2B5EF4-FFF2-40B4-BE49-F238E27FC236}">
                <a16:creationId xmlns:a16="http://schemas.microsoft.com/office/drawing/2014/main" id="{B71092F4-0FCE-10C2-4C31-9B2DC30B79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5405438" cy="54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Processing Elements - Overview</a:t>
            </a:r>
          </a:p>
        </p:txBody>
      </p:sp>
      <p:sp>
        <p:nvSpPr>
          <p:cNvPr id="27651" name="Text Box 3">
            <a:extLst>
              <a:ext uri="{FF2B5EF4-FFF2-40B4-BE49-F238E27FC236}">
                <a16:creationId xmlns:a16="http://schemas.microsoft.com/office/drawing/2014/main" id="{3A56598C-AAFB-AE2C-0613-40BAD64BB52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69925" y="1690688"/>
            <a:ext cx="7712075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000">
                <a:solidFill>
                  <a:srgbClr val="CC3300"/>
                </a:solidFill>
                <a:latin typeface="Times New Roman" panose="02020603050405020304" pitchFamily="18" charset="0"/>
              </a:rPr>
              <a:t>Why 2 Processing elements?</a:t>
            </a:r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25606" name="Text Box 3">
            <a:extLst>
              <a:ext uri="{FF2B5EF4-FFF2-40B4-BE49-F238E27FC236}">
                <a16:creationId xmlns:a16="http://schemas.microsoft.com/office/drawing/2014/main" id="{AEE28311-CA4B-F109-0926-203A877E49A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2000" y="3505200"/>
            <a:ext cx="7712075" cy="708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en-US" altLang="en-US" sz="2000">
                <a:solidFill>
                  <a:srgbClr val="CC3300"/>
                </a:solidFill>
                <a:latin typeface="Times New Roman" panose="02020603050405020304" pitchFamily="18" charset="0"/>
              </a:rPr>
              <a:t>How PEy can be Enabled?</a:t>
            </a:r>
          </a:p>
          <a:p>
            <a:endParaRPr lang="en-US" altLang="en-US" sz="2000" b="0">
              <a:latin typeface="Times New Roman" panose="02020603050405020304" pitchFamily="18" charset="0"/>
            </a:endParaRPr>
          </a:p>
        </p:txBody>
      </p:sp>
      <p:sp>
        <p:nvSpPr>
          <p:cNvPr id="25607" name="TextBox 6">
            <a:extLst>
              <a:ext uri="{FF2B5EF4-FFF2-40B4-BE49-F238E27FC236}">
                <a16:creationId xmlns:a16="http://schemas.microsoft.com/office/drawing/2014/main" id="{522A262E-7DE9-3BCC-F5DA-563ECEEE130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2514600"/>
            <a:ext cx="6629400" cy="4000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 Cycles will be reduced</a:t>
            </a:r>
          </a:p>
        </p:txBody>
      </p:sp>
      <p:sp>
        <p:nvSpPr>
          <p:cNvPr id="25608" name="TextBox 7">
            <a:extLst>
              <a:ext uri="{FF2B5EF4-FFF2-40B4-BE49-F238E27FC236}">
                <a16:creationId xmlns:a16="http://schemas.microsoft.com/office/drawing/2014/main" id="{AFC2A4AF-9D65-14F0-F6F1-15911F55C4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38200" y="4267200"/>
            <a:ext cx="7239000" cy="7080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>
              <a:buFont typeface="Arial" charset="0"/>
              <a:buChar char="•"/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The PEYEN bit (bit 21) in the MODE1 register enables or disables the </a:t>
            </a: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PEy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 processing element</a:t>
            </a:r>
          </a:p>
        </p:txBody>
      </p:sp>
      <p:pic>
        <p:nvPicPr>
          <p:cNvPr id="27655" name="Picture 4" descr="logo_jasmin_infotech">
            <a:extLst>
              <a:ext uri="{FF2B5EF4-FFF2-40B4-BE49-F238E27FC236}">
                <a16:creationId xmlns:a16="http://schemas.microsoft.com/office/drawing/2014/main" id="{58315B9F-F205-3CAC-5231-A29A36B1F78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048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7656" name="Text Box 5">
            <a:extLst>
              <a:ext uri="{FF2B5EF4-FFF2-40B4-BE49-F238E27FC236}">
                <a16:creationId xmlns:a16="http://schemas.microsoft.com/office/drawing/2014/main" id="{A603B352-63D7-E1D8-BB38-1D7FC267E43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324600"/>
            <a:ext cx="2235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 advTm="60000"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256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256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6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256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606" grpId="0"/>
      <p:bldP spid="25607" grpId="0"/>
      <p:bldP spid="2560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72514A52-ED62-ED52-B755-5C1C8947ACCE}"/>
              </a:ext>
            </a:extLst>
          </p:cNvPr>
          <p:cNvSpPr>
            <a:spLocks noGrp="1"/>
          </p:cNvSpPr>
          <p:nvPr>
            <p:ph type="title"/>
          </p:nvPr>
        </p:nvSpPr>
        <p:spPr>
          <a:ln>
            <a:solidFill>
              <a:srgbClr val="3366FF"/>
            </a:solidFill>
          </a:ln>
        </p:spPr>
        <p:txBody>
          <a:bodyPr/>
          <a:lstStyle/>
          <a:p>
            <a:pPr>
              <a:defRPr/>
            </a:pPr>
            <a:r>
              <a:rPr lang="en-US" sz="3000" b="1" kern="1200" dirty="0">
                <a:solidFill>
                  <a:srgbClr val="CC3300"/>
                </a:solidFill>
                <a:latin typeface="Times New Roman" pitchFamily="18" charset="0"/>
                <a:ea typeface="+mn-ea"/>
                <a:cs typeface="+mn-cs"/>
              </a:rPr>
              <a:t>SIMD:</a:t>
            </a:r>
          </a:p>
        </p:txBody>
      </p:sp>
      <p:sp>
        <p:nvSpPr>
          <p:cNvPr id="28675" name="Content Placeholder 2">
            <a:extLst>
              <a:ext uri="{FF2B5EF4-FFF2-40B4-BE49-F238E27FC236}">
                <a16:creationId xmlns:a16="http://schemas.microsoft.com/office/drawing/2014/main" id="{04D8CBBF-64E0-1E05-923E-6BDD96ECB0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00200"/>
            <a:ext cx="7924800" cy="4343400"/>
          </a:xfrm>
        </p:spPr>
        <p:txBody>
          <a:bodyPr/>
          <a:lstStyle/>
          <a:p>
            <a:pPr eaLnBrk="1" hangingPunct="1">
              <a:buClr>
                <a:srgbClr val="3366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SIMD means Single Instruction Multple Data, which means single instruction is applied on multiple data</a:t>
            </a:r>
          </a:p>
          <a:p>
            <a:pPr eaLnBrk="1" hangingPunct="1">
              <a:buClr>
                <a:srgbClr val="3366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The SHARC core contains two sets of computational units and associated register files, two processing elements (PEx and PEy) support SIMD operation.</a:t>
            </a:r>
          </a:p>
          <a:p>
            <a:pPr eaLnBrk="1" hangingPunct="1">
              <a:buClr>
                <a:srgbClr val="3366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The PEYEN bit in the MODE1 register enables or disables the PEy processing element.</a:t>
            </a:r>
          </a:p>
          <a:p>
            <a:pPr eaLnBrk="1" hangingPunct="1">
              <a:buClr>
                <a:srgbClr val="3366FF"/>
              </a:buClr>
              <a:buFont typeface="Wingdings" panose="05000000000000000000" pitchFamily="2" charset="2"/>
              <a:buChar char="Ø"/>
            </a:pPr>
            <a:r>
              <a:rPr lang="en-US" altLang="en-US" sz="2000">
                <a:solidFill>
                  <a:srgbClr val="0000FF"/>
                </a:solidFill>
              </a:rPr>
              <a:t>When PEYEN is cleared (0), the processor operates in SISD mode, using only PEx. When the PEYEN bit is set (1), the processor operates in SIMD mode.</a:t>
            </a:r>
          </a:p>
          <a:p>
            <a:pPr eaLnBrk="1" hangingPunct="1">
              <a:lnSpc>
                <a:spcPct val="80000"/>
              </a:lnSpc>
              <a:buClr>
                <a:srgbClr val="3366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  <a:p>
            <a:pPr eaLnBrk="1" hangingPunct="1">
              <a:lnSpc>
                <a:spcPct val="80000"/>
              </a:lnSpc>
              <a:buClr>
                <a:srgbClr val="3366FF"/>
              </a:buClr>
              <a:buFont typeface="Wingdings" panose="05000000000000000000" pitchFamily="2" charset="2"/>
              <a:buChar char="Ø"/>
            </a:pPr>
            <a:endParaRPr lang="en-US" altLang="en-US" sz="2000">
              <a:solidFill>
                <a:srgbClr val="0000FF"/>
              </a:solidFill>
            </a:endParaRPr>
          </a:p>
        </p:txBody>
      </p:sp>
      <p:pic>
        <p:nvPicPr>
          <p:cNvPr id="28676" name="Picture 4" descr="logo_jasmin_infotech">
            <a:extLst>
              <a:ext uri="{FF2B5EF4-FFF2-40B4-BE49-F238E27FC236}">
                <a16:creationId xmlns:a16="http://schemas.microsoft.com/office/drawing/2014/main" id="{BDB68BBF-9EA3-A8CC-806D-2B18E65DBD4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8677" name="Text Box 5">
            <a:extLst>
              <a:ext uri="{FF2B5EF4-FFF2-40B4-BE49-F238E27FC236}">
                <a16:creationId xmlns:a16="http://schemas.microsoft.com/office/drawing/2014/main" id="{C5DB0F83-82FB-3A33-F633-87C342B9FA1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324600"/>
            <a:ext cx="2235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Text Box 2">
            <a:extLst>
              <a:ext uri="{FF2B5EF4-FFF2-40B4-BE49-F238E27FC236}">
                <a16:creationId xmlns:a16="http://schemas.microsoft.com/office/drawing/2014/main" id="{DDB15600-3652-9BF5-5D84-AD396807B90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93725" y="652463"/>
            <a:ext cx="6337300" cy="55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254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none"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r>
              <a:rPr lang="fr-FR" altLang="en-US" sz="3000">
                <a:solidFill>
                  <a:srgbClr val="CC3300"/>
                </a:solidFill>
                <a:latin typeface="Times New Roman" panose="02020603050405020304" pitchFamily="18" charset="0"/>
              </a:rPr>
              <a:t>Compute Instructions in SIMD Mode</a:t>
            </a:r>
          </a:p>
        </p:txBody>
      </p:sp>
      <p:sp>
        <p:nvSpPr>
          <p:cNvPr id="27653" name="Text Box 18">
            <a:extLst>
              <a:ext uri="{FF2B5EF4-FFF2-40B4-BE49-F238E27FC236}">
                <a16:creationId xmlns:a16="http://schemas.microsoft.com/office/drawing/2014/main" id="{03502EE9-5AFE-F5F3-D5BF-75605E99EF6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85800" y="1371600"/>
            <a:ext cx="7848600" cy="4708525"/>
          </a:xfrm>
          <a:prstGeom prst="rect">
            <a:avLst/>
          </a:prstGeom>
          <a:noFill/>
          <a:ln w="25400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bit set MODE1 PEYEN;  /* enable SIMD */</a:t>
            </a:r>
          </a:p>
          <a:p>
            <a:pPr>
              <a:defRPr/>
            </a:pP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nop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;  /* effect latency */</a:t>
            </a: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R0 = R1 + R2;  /* explicit ALU instruction */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S0 = S1 + S2;  /* implicit ALU instruction */ </a:t>
            </a:r>
          </a:p>
          <a:p>
            <a:pPr>
              <a:defRPr/>
            </a:pPr>
            <a:endParaRPr lang="en-US" sz="2000" b="0" dirty="0">
              <a:solidFill>
                <a:srgbClr val="0000FF"/>
              </a:solidFill>
              <a:latin typeface="+mn-lt"/>
            </a:endParaRP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F0 = F1 * F2;  /* explicit MUL instruction */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SF0 = SF1 * SF2;  /* implicit MUL instruction */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 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R5 = LSHIFT R6 by &lt;data8&gt;;  /* explicit shift </a:t>
            </a: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imm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 instruction */</a:t>
            </a:r>
          </a:p>
          <a:p>
            <a:pPr>
              <a:defRPr/>
            </a:pPr>
            <a:r>
              <a:rPr lang="en-US" sz="2000" b="0" dirty="0">
                <a:solidFill>
                  <a:srgbClr val="0000FF"/>
                </a:solidFill>
                <a:latin typeface="+mn-lt"/>
              </a:rPr>
              <a:t>S5 = LSHIFT S6 by &lt;data8&gt;;  /* implicit shift </a:t>
            </a:r>
            <a:r>
              <a:rPr lang="en-US" sz="2000" b="0" dirty="0" err="1">
                <a:solidFill>
                  <a:srgbClr val="0000FF"/>
                </a:solidFill>
                <a:latin typeface="+mn-lt"/>
              </a:rPr>
              <a:t>imm</a:t>
            </a:r>
            <a:r>
              <a:rPr lang="en-US" sz="2000" b="0" dirty="0">
                <a:solidFill>
                  <a:srgbClr val="0000FF"/>
                </a:solidFill>
                <a:latin typeface="+mn-lt"/>
              </a:rPr>
              <a:t> instruction */</a:t>
            </a:r>
          </a:p>
          <a:p>
            <a:pPr>
              <a:defRPr/>
            </a:pPr>
            <a:endParaRPr lang="en-US" sz="2000" b="0" dirty="0">
              <a:latin typeface="Times New Roman" pitchFamily="18" charset="0"/>
            </a:endParaRPr>
          </a:p>
          <a:p>
            <a:pPr>
              <a:defRPr/>
            </a:pPr>
            <a:endParaRPr lang="en-US" sz="2000" b="0" dirty="0">
              <a:latin typeface="Times New Roman" pitchFamily="18" charset="0"/>
            </a:endParaRPr>
          </a:p>
          <a:p>
            <a:pPr>
              <a:defRPr/>
            </a:pPr>
            <a:endParaRPr lang="en-US" sz="2000" b="0" dirty="0">
              <a:latin typeface="Times New Roman" pitchFamily="18" charset="0"/>
            </a:endParaRPr>
          </a:p>
          <a:p>
            <a:pPr>
              <a:defRPr/>
            </a:pPr>
            <a:endParaRPr lang="en-US" sz="2000" b="0" dirty="0">
              <a:latin typeface="Times New Roman" pitchFamily="18" charset="0"/>
            </a:endParaRPr>
          </a:p>
        </p:txBody>
      </p:sp>
      <p:pic>
        <p:nvPicPr>
          <p:cNvPr id="29700" name="Picture 4" descr="logo_jasmin_infotech">
            <a:extLst>
              <a:ext uri="{FF2B5EF4-FFF2-40B4-BE49-F238E27FC236}">
                <a16:creationId xmlns:a16="http://schemas.microsoft.com/office/drawing/2014/main" id="{B3CDFC87-FBCF-5464-5173-FEB51CA1ECC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3048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9701" name="Text Box 5">
            <a:extLst>
              <a:ext uri="{FF2B5EF4-FFF2-40B4-BE49-F238E27FC236}">
                <a16:creationId xmlns:a16="http://schemas.microsoft.com/office/drawing/2014/main" id="{0B60970C-20FC-F0B7-FB01-D477524BC19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352800" y="6324600"/>
            <a:ext cx="2235200" cy="27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Book Antiqua" panose="02040602050305030304" pitchFamily="18" charset="0"/>
              </a:defRPr>
            </a:lvl9pPr>
          </a:lstStyle>
          <a:p>
            <a:pPr algn="ctr">
              <a:spcBef>
                <a:spcPct val="50000"/>
              </a:spcBef>
            </a:pPr>
            <a:r>
              <a:rPr lang="en-US" altLang="en-US" sz="1200">
                <a:latin typeface="Arial" panose="020B0604020202020204" pitchFamily="34" charset="0"/>
              </a:rPr>
              <a:t>Proprietary and Confidential</a:t>
            </a:r>
            <a:endParaRPr lang="en-US" altLang="en-US" sz="2800" b="0">
              <a:latin typeface="Arial" panose="020B0604020202020204" pitchFamily="34" charset="0"/>
            </a:endParaRPr>
          </a:p>
        </p:txBody>
      </p:sp>
    </p:spTree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Rectangle 3">
            <a:extLst>
              <a:ext uri="{FF2B5EF4-FFF2-40B4-BE49-F238E27FC236}">
                <a16:creationId xmlns:a16="http://schemas.microsoft.com/office/drawing/2014/main" id="{6C7B684A-9357-C593-A229-B271350B7F8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762000" y="3505200"/>
            <a:ext cx="7696200" cy="914400"/>
          </a:xfrm>
          <a:noFill/>
        </p:spPr>
        <p:txBody>
          <a:bodyPr/>
          <a:lstStyle/>
          <a:p>
            <a:pPr algn="ctr" eaLnBrk="1" hangingPunct="1">
              <a:buClr>
                <a:srgbClr val="0000FF"/>
              </a:buClr>
              <a:buFont typeface="Wingdings" panose="05000000000000000000" pitchFamily="2" charset="2"/>
              <a:buNone/>
            </a:pPr>
            <a:r>
              <a:rPr lang="en-US" altLang="en-US" sz="4000">
                <a:solidFill>
                  <a:srgbClr val="0000FF"/>
                </a:solidFill>
              </a:rPr>
              <a:t>QUESTIONS?</a:t>
            </a:r>
          </a:p>
        </p:txBody>
      </p:sp>
      <p:pic>
        <p:nvPicPr>
          <p:cNvPr id="31747" name="Picture 4" descr="logo_jasmin_infotech">
            <a:extLst>
              <a:ext uri="{FF2B5EF4-FFF2-40B4-BE49-F238E27FC236}">
                <a16:creationId xmlns:a16="http://schemas.microsoft.com/office/drawing/2014/main" id="{51D370BE-9724-00B9-4C79-78957081AE2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86600" y="228600"/>
            <a:ext cx="1752600" cy="5619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/>
</p:sld>
</file>

<file path=ppt/theme/theme1.xml><?xml version="1.0" encoding="utf-8"?>
<a:theme xmlns:a="http://schemas.openxmlformats.org/drawingml/2006/main" name="Coding Guidelines">
  <a:themeElements>
    <a:clrScheme name="Coding Guidelines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Coding Guidelines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FFFF66"/>
        </a:solidFill>
        <a:ln w="25400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ook Antiqua" pitchFamily="18" charset="0"/>
          </a:defRPr>
        </a:defPPr>
      </a:lstStyle>
    </a:lnDef>
  </a:objectDefaults>
  <a:extraClrSchemeLst>
    <a:extraClrScheme>
      <a:clrScheme name="Coding Guidelin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oding Guidelines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oding Guidelines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Override1.xml><?xml version="1.0" encoding="utf-8"?>
<a:themeOverride xmlns:a="http://schemas.openxmlformats.org/drawingml/2006/main">
  <a:clrScheme name="Coding Guidelines 1">
    <a:dk1>
      <a:srgbClr val="000000"/>
    </a:dk1>
    <a:lt1>
      <a:srgbClr val="FFFFFF"/>
    </a:lt1>
    <a:dk2>
      <a:srgbClr val="000000"/>
    </a:dk2>
    <a:lt2>
      <a:srgbClr val="808080"/>
    </a:lt2>
    <a:accent1>
      <a:srgbClr val="00CC99"/>
    </a:accent1>
    <a:accent2>
      <a:srgbClr val="3333CC"/>
    </a:accent2>
    <a:accent3>
      <a:srgbClr val="FFFFFF"/>
    </a:accent3>
    <a:accent4>
      <a:srgbClr val="000000"/>
    </a:accent4>
    <a:accent5>
      <a:srgbClr val="AAE2CA"/>
    </a:accent5>
    <a:accent6>
      <a:srgbClr val="2D2DB9"/>
    </a:accent6>
    <a:hlink>
      <a:srgbClr val="CCCCFF"/>
    </a:hlink>
    <a:folHlink>
      <a:srgbClr val="B2B2B2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82aca38d-74d5-4ce7-920c-59228ba159e1">
      <Terms xmlns="http://schemas.microsoft.com/office/infopath/2007/PartnerControls"/>
    </lcf76f155ced4ddcb4097134ff3c332f>
    <TaxCatchAll xmlns="204c8fdd-6a95-4db6-9bb5-c65d7126e426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360F794EE8B7F4896CF96123B576A02" ma:contentTypeVersion="14" ma:contentTypeDescription="Create a new document." ma:contentTypeScope="" ma:versionID="a515f5e97c337ced10d4210d6ad70d57">
  <xsd:schema xmlns:xsd="http://www.w3.org/2001/XMLSchema" xmlns:xs="http://www.w3.org/2001/XMLSchema" xmlns:p="http://schemas.microsoft.com/office/2006/metadata/properties" xmlns:ns2="82aca38d-74d5-4ce7-920c-59228ba159e1" xmlns:ns3="204c8fdd-6a95-4db6-9bb5-c65d7126e426" targetNamespace="http://schemas.microsoft.com/office/2006/metadata/properties" ma:root="true" ma:fieldsID="48b2a20fcc60b9779bf550ce6025378e" ns2:_="" ns3:_="">
    <xsd:import namespace="82aca38d-74d5-4ce7-920c-59228ba159e1"/>
    <xsd:import namespace="204c8fdd-6a95-4db6-9bb5-c65d7126e426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ObjectDetectorVersions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2aca38d-74d5-4ce7-920c-59228ba159e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7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e6d8ae02-67be-425d-859a-0c16ee0cf0f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1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4c8fdd-6a95-4db6-9bb5-c65d7126e426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d497cf32-f975-48ff-8ef4-ce7729ecca1e}" ma:internalName="TaxCatchAll" ma:showField="CatchAllData" ma:web="204c8fdd-6a95-4db6-9bb5-c65d7126e42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1E58F206-4CD4-45B1-9F02-BC392CFAA3FC}">
  <ds:schemaRefs>
    <ds:schemaRef ds:uri="http://schemas.microsoft.com/office/2006/metadata/properties"/>
    <ds:schemaRef ds:uri="http://schemas.microsoft.com/office/infopath/2007/PartnerControls"/>
    <ds:schemaRef ds:uri="82aca38d-74d5-4ce7-920c-59228ba159e1"/>
    <ds:schemaRef ds:uri="204c8fdd-6a95-4db6-9bb5-c65d7126e426"/>
  </ds:schemaRefs>
</ds:datastoreItem>
</file>

<file path=customXml/itemProps2.xml><?xml version="1.0" encoding="utf-8"?>
<ds:datastoreItem xmlns:ds="http://schemas.openxmlformats.org/officeDocument/2006/customXml" ds:itemID="{FFD2580B-F384-4B3C-BC5D-E1E113B99E46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CFCC9E1-4213-4631-A8D1-7A82C0925DE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2aca38d-74d5-4ce7-920c-59228ba159e1"/>
    <ds:schemaRef ds:uri="204c8fdd-6a95-4db6-9bb5-c65d7126e426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3189</TotalTime>
  <Words>729</Words>
  <Application>Microsoft Office PowerPoint</Application>
  <PresentationFormat>On-screen Show (4:3)</PresentationFormat>
  <Paragraphs>187</Paragraphs>
  <Slides>17</Slides>
  <Notes>13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18" baseType="lpstr">
      <vt:lpstr>Coding Guidelines</vt:lpstr>
      <vt:lpstr>  SHARC ASM Coding Guidelines</vt:lpstr>
      <vt:lpstr>WHY C?</vt:lpstr>
      <vt:lpstr>WHY ASM?</vt:lpstr>
      <vt:lpstr>CONTENTS</vt:lpstr>
      <vt:lpstr>Declaration in C and ASM</vt:lpstr>
      <vt:lpstr>Naming Conventions</vt:lpstr>
      <vt:lpstr>Function Calling</vt:lpstr>
      <vt:lpstr>Guidelines to be followed</vt:lpstr>
      <vt:lpstr>Argument Passing</vt:lpstr>
      <vt:lpstr>Argument Passing</vt:lpstr>
      <vt:lpstr>Argument Passing</vt:lpstr>
      <vt:lpstr>Section Definitions</vt:lpstr>
      <vt:lpstr>PowerPoint Presentation</vt:lpstr>
      <vt:lpstr>PowerPoint Presentation</vt:lpstr>
      <vt:lpstr>SIMD:</vt:lpstr>
      <vt:lpstr>PowerPoint Presentation</vt:lpstr>
      <vt:lpstr>PowerPoint Presentation</vt:lpstr>
    </vt:vector>
  </TitlesOfParts>
  <Company>jasmin Infotech PVT.LTD.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 &amp; ASM Coding (SHARC)</dc:title>
  <dc:creator>balaji.ta</dc:creator>
  <cp:lastModifiedBy>Sowmyadevi.R</cp:lastModifiedBy>
  <cp:revision>266</cp:revision>
  <cp:lastPrinted>2000-06-01T06:56:38Z</cp:lastPrinted>
  <dcterms:created xsi:type="dcterms:W3CDTF">2008-07-10T13:55:57Z</dcterms:created>
  <dcterms:modified xsi:type="dcterms:W3CDTF">2025-03-13T07:21:33Z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0x010100C360F794EE8B7F4896CF96123B576A02</vt:lpwstr>
  </property>
  <property fmtid="{D5CDD505-2E9C-101B-9397-08002B2CF9AE}" pid="3" name="MediaServiceImageTags">
    <vt:lpwstr/>
  </property>
</Properties>
</file>