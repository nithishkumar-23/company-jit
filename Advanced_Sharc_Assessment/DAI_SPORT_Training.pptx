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673" r:id="rId6"/>
    <p:sldId id="677" r:id="rId7"/>
    <p:sldId id="676" r:id="rId8"/>
    <p:sldId id="691" r:id="rId9"/>
    <p:sldId id="679" r:id="rId10"/>
    <p:sldId id="684" r:id="rId11"/>
    <p:sldId id="685" r:id="rId12"/>
    <p:sldId id="678" r:id="rId13"/>
    <p:sldId id="686" r:id="rId14"/>
    <p:sldId id="687" r:id="rId15"/>
    <p:sldId id="689" r:id="rId16"/>
    <p:sldId id="688" r:id="rId17"/>
    <p:sldId id="690" r:id="rId18"/>
    <p:sldId id="399" r:id="rId19"/>
  </p:sldIdLst>
  <p:sldSz cx="9144000" cy="6858000" type="screen4x3"/>
  <p:notesSz cx="7315200" cy="96012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99FF"/>
    <a:srgbClr val="FFCCFF"/>
    <a:srgbClr val="CCCCFF"/>
    <a:srgbClr val="336699"/>
    <a:srgbClr val="F535B5"/>
    <a:srgbClr val="F535B0"/>
    <a:srgbClr val="CC6600"/>
    <a:srgbClr val="FF00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56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Pipala" userId="S::prashanth.pipala@jasmin-infotech.com::3edd204a-a85d-4d3b-8e9f-399b63567771" providerId="AD" clId="Web-{33AE37FF-39EF-EC87-C6AE-621BD736880B}"/>
    <pc:docChg chg="addSld delSld modSld">
      <pc:chgData name="Prashanth Pipala" userId="S::prashanth.pipala@jasmin-infotech.com::3edd204a-a85d-4d3b-8e9f-399b63567771" providerId="AD" clId="Web-{33AE37FF-39EF-EC87-C6AE-621BD736880B}" dt="2024-01-23T05:29:30.972" v="47" actId="1076"/>
      <pc:docMkLst>
        <pc:docMk/>
      </pc:docMkLst>
      <pc:sldChg chg="modSp">
        <pc:chgData name="Prashanth Pipala" userId="S::prashanth.pipala@jasmin-infotech.com::3edd204a-a85d-4d3b-8e9f-399b63567771" providerId="AD" clId="Web-{33AE37FF-39EF-EC87-C6AE-621BD736880B}" dt="2024-01-23T05:29:30.972" v="47" actId="1076"/>
        <pc:sldMkLst>
          <pc:docMk/>
          <pc:sldMk cId="0" sldId="256"/>
        </pc:sldMkLst>
        <pc:spChg chg="mod">
          <ac:chgData name="Prashanth Pipala" userId="S::prashanth.pipala@jasmin-infotech.com::3edd204a-a85d-4d3b-8e9f-399b63567771" providerId="AD" clId="Web-{33AE37FF-39EF-EC87-C6AE-621BD736880B}" dt="2024-01-23T05:29:30.972" v="47" actId="1076"/>
          <ac:spMkLst>
            <pc:docMk/>
            <pc:sldMk cId="0" sldId="256"/>
            <ac:spMk id="3074" creationId="{00000000-0000-0000-0000-000000000000}"/>
          </ac:spMkLst>
        </pc:spChg>
      </pc:sldChg>
      <pc:sldChg chg="delSp">
        <pc:chgData name="Prashanth Pipala" userId="S::prashanth.pipala@jasmin-infotech.com::3edd204a-a85d-4d3b-8e9f-399b63567771" providerId="AD" clId="Web-{33AE37FF-39EF-EC87-C6AE-621BD736880B}" dt="2024-01-23T05:27:43.251" v="31"/>
        <pc:sldMkLst>
          <pc:docMk/>
          <pc:sldMk cId="0" sldId="399"/>
        </pc:sldMkLst>
        <pc:spChg chg="del">
          <ac:chgData name="Prashanth Pipala" userId="S::prashanth.pipala@jasmin-infotech.com::3edd204a-a85d-4d3b-8e9f-399b63567771" providerId="AD" clId="Web-{33AE37FF-39EF-EC87-C6AE-621BD736880B}" dt="2024-01-23T05:27:43.251" v="31"/>
          <ac:spMkLst>
            <pc:docMk/>
            <pc:sldMk cId="0" sldId="399"/>
            <ac:spMk id="2" creationId="{00000000-0000-0000-0000-000000000000}"/>
          </ac:spMkLst>
        </pc:spChg>
      </pc:sldChg>
      <pc:sldChg chg="del">
        <pc:chgData name="Prashanth Pipala" userId="S::prashanth.pipala@jasmin-infotech.com::3edd204a-a85d-4d3b-8e9f-399b63567771" providerId="AD" clId="Web-{33AE37FF-39EF-EC87-C6AE-621BD736880B}" dt="2024-01-23T05:27:30.298" v="30"/>
        <pc:sldMkLst>
          <pc:docMk/>
          <pc:sldMk cId="4141877904" sldId="682"/>
        </pc:sldMkLst>
      </pc:sldChg>
      <pc:sldChg chg="modSp">
        <pc:chgData name="Prashanth Pipala" userId="S::prashanth.pipala@jasmin-infotech.com::3edd204a-a85d-4d3b-8e9f-399b63567771" providerId="AD" clId="Web-{33AE37FF-39EF-EC87-C6AE-621BD736880B}" dt="2024-01-23T05:24:37.639" v="25" actId="1076"/>
        <pc:sldMkLst>
          <pc:docMk/>
          <pc:sldMk cId="2185203917" sldId="688"/>
        </pc:sldMkLst>
        <pc:spChg chg="mod">
          <ac:chgData name="Prashanth Pipala" userId="S::prashanth.pipala@jasmin-infotech.com::3edd204a-a85d-4d3b-8e9f-399b63567771" providerId="AD" clId="Web-{33AE37FF-39EF-EC87-C6AE-621BD736880B}" dt="2024-01-23T05:24:31.951" v="23" actId="1076"/>
          <ac:spMkLst>
            <pc:docMk/>
            <pc:sldMk cId="2185203917" sldId="688"/>
            <ac:spMk id="6" creationId="{467A1065-B554-96B1-CAA9-83D1745895DC}"/>
          </ac:spMkLst>
        </pc:spChg>
        <pc:spChg chg="mod">
          <ac:chgData name="Prashanth Pipala" userId="S::prashanth.pipala@jasmin-infotech.com::3edd204a-a85d-4d3b-8e9f-399b63567771" providerId="AD" clId="Web-{33AE37FF-39EF-EC87-C6AE-621BD736880B}" dt="2024-01-23T05:24:34.154" v="24" actId="1076"/>
          <ac:spMkLst>
            <pc:docMk/>
            <pc:sldMk cId="2185203917" sldId="688"/>
            <ac:spMk id="7" creationId="{8618EF65-9E32-2F10-317B-50B2F8340786}"/>
          </ac:spMkLst>
        </pc:spChg>
        <pc:picChg chg="mod">
          <ac:chgData name="Prashanth Pipala" userId="S::prashanth.pipala@jasmin-infotech.com::3edd204a-a85d-4d3b-8e9f-399b63567771" providerId="AD" clId="Web-{33AE37FF-39EF-EC87-C6AE-621BD736880B}" dt="2024-01-23T05:23:22.981" v="3" actId="1076"/>
          <ac:picMkLst>
            <pc:docMk/>
            <pc:sldMk cId="2185203917" sldId="688"/>
            <ac:picMk id="4" creationId="{0E5EBC79-7170-7800-0344-7A72EA4BC760}"/>
          </ac:picMkLst>
        </pc:picChg>
        <pc:picChg chg="mod">
          <ac:chgData name="Prashanth Pipala" userId="S::prashanth.pipala@jasmin-infotech.com::3edd204a-a85d-4d3b-8e9f-399b63567771" providerId="AD" clId="Web-{33AE37FF-39EF-EC87-C6AE-621BD736880B}" dt="2024-01-23T05:24:37.639" v="25" actId="1076"/>
          <ac:picMkLst>
            <pc:docMk/>
            <pc:sldMk cId="2185203917" sldId="688"/>
            <ac:picMk id="5" creationId="{742CF548-7E49-9A91-5950-BC814D5F2422}"/>
          </ac:picMkLst>
        </pc:picChg>
      </pc:sldChg>
      <pc:sldChg chg="addSp modSp new">
        <pc:chgData name="Prashanth Pipala" userId="S::prashanth.pipala@jasmin-infotech.com::3edd204a-a85d-4d3b-8e9f-399b63567771" providerId="AD" clId="Web-{33AE37FF-39EF-EC87-C6AE-621BD736880B}" dt="2024-01-23T05:27:11.329" v="29" actId="14100"/>
        <pc:sldMkLst>
          <pc:docMk/>
          <pc:sldMk cId="3355989276" sldId="689"/>
        </pc:sldMkLst>
        <pc:picChg chg="add mod">
          <ac:chgData name="Prashanth Pipala" userId="S::prashanth.pipala@jasmin-infotech.com::3edd204a-a85d-4d3b-8e9f-399b63567771" providerId="AD" clId="Web-{33AE37FF-39EF-EC87-C6AE-621BD736880B}" dt="2024-01-23T05:27:11.329" v="29" actId="14100"/>
          <ac:picMkLst>
            <pc:docMk/>
            <pc:sldMk cId="3355989276" sldId="689"/>
            <ac:picMk id="2" creationId="{75924F35-A436-498D-C74B-CEF05538A3FA}"/>
          </ac:picMkLst>
        </pc:picChg>
      </pc:sldChg>
    </pc:docChg>
  </pc:docChgLst>
  <pc:docChgLst>
    <pc:chgData name="Prashanth Pipala" userId="S::prashanth.pipala@jasmin-infotech.com::3edd204a-a85d-4d3b-8e9f-399b63567771" providerId="AD" clId="Web-{85F52F4E-FB3E-5127-1B55-439562267E00}"/>
    <pc:docChg chg="addSld modSld">
      <pc:chgData name="Prashanth Pipala" userId="S::prashanth.pipala@jasmin-infotech.com::3edd204a-a85d-4d3b-8e9f-399b63567771" providerId="AD" clId="Web-{85F52F4E-FB3E-5127-1B55-439562267E00}" dt="2024-01-24T07:02:24.275" v="6" actId="20577"/>
      <pc:docMkLst>
        <pc:docMk/>
      </pc:docMkLst>
      <pc:sldChg chg="modSp">
        <pc:chgData name="Prashanth Pipala" userId="S::prashanth.pipala@jasmin-infotech.com::3edd204a-a85d-4d3b-8e9f-399b63567771" providerId="AD" clId="Web-{85F52F4E-FB3E-5127-1B55-439562267E00}" dt="2024-01-24T07:02:24.275" v="6" actId="20577"/>
        <pc:sldMkLst>
          <pc:docMk/>
          <pc:sldMk cId="869502267" sldId="676"/>
        </pc:sldMkLst>
        <pc:spChg chg="mod">
          <ac:chgData name="Prashanth Pipala" userId="S::prashanth.pipala@jasmin-infotech.com::3edd204a-a85d-4d3b-8e9f-399b63567771" providerId="AD" clId="Web-{85F52F4E-FB3E-5127-1B55-439562267E00}" dt="2024-01-24T07:02:24.275" v="6" actId="20577"/>
          <ac:spMkLst>
            <pc:docMk/>
            <pc:sldMk cId="869502267" sldId="676"/>
            <ac:spMk id="2" creationId="{66B6AEFB-8E93-B994-D138-34C50F629E96}"/>
          </ac:spMkLst>
        </pc:spChg>
      </pc:sldChg>
      <pc:sldChg chg="addSp modSp new">
        <pc:chgData name="Prashanth Pipala" userId="S::prashanth.pipala@jasmin-infotech.com::3edd204a-a85d-4d3b-8e9f-399b63567771" providerId="AD" clId="Web-{85F52F4E-FB3E-5127-1B55-439562267E00}" dt="2024-01-24T07:02:02.493" v="5" actId="20577"/>
        <pc:sldMkLst>
          <pc:docMk/>
          <pc:sldMk cId="1311383377" sldId="691"/>
        </pc:sldMkLst>
        <pc:spChg chg="add mod">
          <ac:chgData name="Prashanth Pipala" userId="S::prashanth.pipala@jasmin-infotech.com::3edd204a-a85d-4d3b-8e9f-399b63567771" providerId="AD" clId="Web-{85F52F4E-FB3E-5127-1B55-439562267E00}" dt="2024-01-24T07:02:02.493" v="5" actId="20577"/>
          <ac:spMkLst>
            <pc:docMk/>
            <pc:sldMk cId="1311383377" sldId="691"/>
            <ac:spMk id="4" creationId="{F7CF29AF-728F-CB44-EB38-EF64A0E97199}"/>
          </ac:spMkLst>
        </pc:spChg>
        <pc:picChg chg="add mod">
          <ac:chgData name="Prashanth Pipala" userId="S::prashanth.pipala@jasmin-infotech.com::3edd204a-a85d-4d3b-8e9f-399b63567771" providerId="AD" clId="Web-{85F52F4E-FB3E-5127-1B55-439562267E00}" dt="2024-01-24T07:01:14.821" v="2" actId="1076"/>
          <ac:picMkLst>
            <pc:docMk/>
            <pc:sldMk cId="1311383377" sldId="691"/>
            <ac:picMk id="2" creationId="{E83248F2-A00E-9AD3-BBF4-88CDD566EC71}"/>
          </ac:picMkLst>
        </pc:picChg>
      </pc:sldChg>
    </pc:docChg>
  </pc:docChgLst>
  <pc:docChgLst>
    <pc:chgData name="Prashanth Pipala" userId="S::prashanth.pipala@jasmin-infotech.com::3edd204a-a85d-4d3b-8e9f-399b63567771" providerId="AD" clId="Web-{B23F044B-E99B-DB0E-BC16-5808F6F581B2}"/>
    <pc:docChg chg="addSld modSld">
      <pc:chgData name="Prashanth Pipala" userId="S::prashanth.pipala@jasmin-infotech.com::3edd204a-a85d-4d3b-8e9f-399b63567771" providerId="AD" clId="Web-{B23F044B-E99B-DB0E-BC16-5808F6F581B2}" dt="2024-01-23T06:28:43.921" v="69" actId="20577"/>
      <pc:docMkLst>
        <pc:docMk/>
      </pc:docMkLst>
      <pc:sldChg chg="modSp new">
        <pc:chgData name="Prashanth Pipala" userId="S::prashanth.pipala@jasmin-infotech.com::3edd204a-a85d-4d3b-8e9f-399b63567771" providerId="AD" clId="Web-{B23F044B-E99B-DB0E-BC16-5808F6F581B2}" dt="2024-01-23T06:28:43.921" v="69" actId="20577"/>
        <pc:sldMkLst>
          <pc:docMk/>
          <pc:sldMk cId="2761701503" sldId="690"/>
        </pc:sldMkLst>
        <pc:spChg chg="mod">
          <ac:chgData name="Prashanth Pipala" userId="S::prashanth.pipala@jasmin-infotech.com::3edd204a-a85d-4d3b-8e9f-399b63567771" providerId="AD" clId="Web-{B23F044B-E99B-DB0E-BC16-5808F6F581B2}" dt="2024-01-23T06:25:44.794" v="4" actId="20577"/>
          <ac:spMkLst>
            <pc:docMk/>
            <pc:sldMk cId="2761701503" sldId="690"/>
            <ac:spMk id="2" creationId="{79A88679-97CC-AD49-0EB6-FC23DFE51EE7}"/>
          </ac:spMkLst>
        </pc:spChg>
        <pc:spChg chg="mod">
          <ac:chgData name="Prashanth Pipala" userId="S::prashanth.pipala@jasmin-infotech.com::3edd204a-a85d-4d3b-8e9f-399b63567771" providerId="AD" clId="Web-{B23F044B-E99B-DB0E-BC16-5808F6F581B2}" dt="2024-01-23T06:28:43.921" v="69" actId="20577"/>
          <ac:spMkLst>
            <pc:docMk/>
            <pc:sldMk cId="2761701503" sldId="690"/>
            <ac:spMk id="3" creationId="{55D86C7A-6159-E741-CA03-051B371C3B23}"/>
          </ac:spMkLst>
        </pc:spChg>
      </pc:sldChg>
    </pc:docChg>
  </pc:docChgLst>
  <pc:docChgLst>
    <pc:chgData name="Madhavarajan Jeyakumar" userId="S::madhavarajan.jeyakumar@jasmin-infotech.com::869f6023-e7d9-4e58-8769-58ba438a46d7" providerId="AD" clId="Web-{DB2ECD1B-B461-7EA2-4B1A-0A3517A34D6E}"/>
    <pc:docChg chg="modSld">
      <pc:chgData name="Madhavarajan Jeyakumar" userId="S::madhavarajan.jeyakumar@jasmin-infotech.com::869f6023-e7d9-4e58-8769-58ba438a46d7" providerId="AD" clId="Web-{DB2ECD1B-B461-7EA2-4B1A-0A3517A34D6E}" dt="2023-08-23T04:36:38.736" v="1" actId="20577"/>
      <pc:docMkLst>
        <pc:docMk/>
      </pc:docMkLst>
      <pc:sldChg chg="modSp">
        <pc:chgData name="Madhavarajan Jeyakumar" userId="S::madhavarajan.jeyakumar@jasmin-infotech.com::869f6023-e7d9-4e58-8769-58ba438a46d7" providerId="AD" clId="Web-{DB2ECD1B-B461-7EA2-4B1A-0A3517A34D6E}" dt="2023-08-23T04:36:38.736" v="1" actId="20577"/>
        <pc:sldMkLst>
          <pc:docMk/>
          <pc:sldMk cId="0" sldId="673"/>
        </pc:sldMkLst>
        <pc:spChg chg="mod">
          <ac:chgData name="Madhavarajan Jeyakumar" userId="S::madhavarajan.jeyakumar@jasmin-infotech.com::869f6023-e7d9-4e58-8769-58ba438a46d7" providerId="AD" clId="Web-{DB2ECD1B-B461-7EA2-4B1A-0A3517A34D6E}" dt="2023-08-23T04:36:38.736" v="1" actId="20577"/>
          <ac:spMkLst>
            <pc:docMk/>
            <pc:sldMk cId="0" sldId="673"/>
            <ac:spMk id="15366" creationId="{8EB43277-DCA4-9E4D-6A11-CE400418A918}"/>
          </ac:spMkLst>
        </pc:spChg>
      </pc:sldChg>
    </pc:docChg>
  </pc:docChgLst>
  <pc:docChgLst>
    <pc:chgData name="Madhavarajan Jeyakumar" userId="S::madhavarajan.jeyakumar@jasmin-infotech.com::869f6023-e7d9-4e58-8769-58ba438a46d7" providerId="AD" clId="Web-{6B63A233-A687-87D3-722B-5B8C8FC56AD5}"/>
    <pc:docChg chg="sldOrd">
      <pc:chgData name="Madhavarajan Jeyakumar" userId="S::madhavarajan.jeyakumar@jasmin-infotech.com::869f6023-e7d9-4e58-8769-58ba438a46d7" providerId="AD" clId="Web-{6B63A233-A687-87D3-722B-5B8C8FC56AD5}" dt="2023-09-04T05:03:30.540" v="1"/>
      <pc:docMkLst>
        <pc:docMk/>
      </pc:docMkLst>
      <pc:sldChg chg="ord">
        <pc:chgData name="Madhavarajan Jeyakumar" userId="S::madhavarajan.jeyakumar@jasmin-infotech.com::869f6023-e7d9-4e58-8769-58ba438a46d7" providerId="AD" clId="Web-{6B63A233-A687-87D3-722B-5B8C8FC56AD5}" dt="2023-09-04T05:03:27.571" v="0"/>
        <pc:sldMkLst>
          <pc:docMk/>
          <pc:sldMk cId="2824005029" sldId="677"/>
        </pc:sldMkLst>
      </pc:sldChg>
      <pc:sldChg chg="ord">
        <pc:chgData name="Madhavarajan Jeyakumar" userId="S::madhavarajan.jeyakumar@jasmin-infotech.com::869f6023-e7d9-4e58-8769-58ba438a46d7" providerId="AD" clId="Web-{6B63A233-A687-87D3-722B-5B8C8FC56AD5}" dt="2023-09-04T05:03:30.540" v="1"/>
        <pc:sldMkLst>
          <pc:docMk/>
          <pc:sldMk cId="878468306" sldId="679"/>
        </pc:sldMkLst>
      </pc:sldChg>
    </pc:docChg>
  </pc:docChgLst>
  <pc:docChgLst>
    <pc:chgData name="Charumathi Natarajan" userId="S::charumathi.natarajan@jasmin-infotech.com::d8aa6dad-434f-4f4b-bdd4-78847777b6dd" providerId="AD" clId="Web-{9FD4BF9B-07BB-D7A3-EBF7-C9E9CD3B5C50}"/>
    <pc:docChg chg="sldOrd">
      <pc:chgData name="Charumathi Natarajan" userId="S::charumathi.natarajan@jasmin-infotech.com::d8aa6dad-434f-4f4b-bdd4-78847777b6dd" providerId="AD" clId="Web-{9FD4BF9B-07BB-D7A3-EBF7-C9E9CD3B5C50}" dt="2023-08-24T04:46:16.977" v="0"/>
      <pc:docMkLst>
        <pc:docMk/>
      </pc:docMkLst>
      <pc:sldChg chg="ord">
        <pc:chgData name="Charumathi Natarajan" userId="S::charumathi.natarajan@jasmin-infotech.com::d8aa6dad-434f-4f4b-bdd4-78847777b6dd" providerId="AD" clId="Web-{9FD4BF9B-07BB-D7A3-EBF7-C9E9CD3B5C50}" dt="2023-08-24T04:46:16.977" v="0"/>
        <pc:sldMkLst>
          <pc:docMk/>
          <pc:sldMk cId="869502267" sldId="676"/>
        </pc:sldMkLst>
      </pc:sldChg>
    </pc:docChg>
  </pc:docChgLst>
  <pc:docChgLst>
    <pc:chgData clId="Web-{55AA54E3-FC6D-2868-0A35-73C0D931FAA7}"/>
    <pc:docChg chg="modSld">
      <pc:chgData name="" userId="" providerId="" clId="Web-{55AA54E3-FC6D-2868-0A35-73C0D931FAA7}" dt="2023-08-27T05:49:34.647" v="0" actId="1076"/>
      <pc:docMkLst>
        <pc:docMk/>
      </pc:docMkLst>
      <pc:sldChg chg="modSp">
        <pc:chgData name="" userId="" providerId="" clId="Web-{55AA54E3-FC6D-2868-0A35-73C0D931FAA7}" dt="2023-08-27T05:49:34.647" v="0" actId="1076"/>
        <pc:sldMkLst>
          <pc:docMk/>
          <pc:sldMk cId="0" sldId="256"/>
        </pc:sldMkLst>
        <pc:spChg chg="mod">
          <ac:chgData name="" userId="" providerId="" clId="Web-{55AA54E3-FC6D-2868-0A35-73C0D931FAA7}" dt="2023-08-27T05:49:34.647" v="0" actId="1076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Veeramakali Thalaimalai Ganesan" userId="S::veeramakali.thalaimalaiganesan@jasmin-infotech.com::d2193f29-adba-4ec0-b93a-f3ce566f43b6" providerId="AD" clId="Web-{31305EE6-CCB0-5A39-35DA-7CDCB9B7C6C4}"/>
    <pc:docChg chg="modSld">
      <pc:chgData name="Veeramakali Thalaimalai Ganesan" userId="S::veeramakali.thalaimalaiganesan@jasmin-infotech.com::d2193f29-adba-4ec0-b93a-f3ce566f43b6" providerId="AD" clId="Web-{31305EE6-CCB0-5A39-35DA-7CDCB9B7C6C4}" dt="2023-08-28T05:43:14.488" v="4" actId="20577"/>
      <pc:docMkLst>
        <pc:docMk/>
      </pc:docMkLst>
      <pc:sldChg chg="modSp">
        <pc:chgData name="Veeramakali Thalaimalai Ganesan" userId="S::veeramakali.thalaimalaiganesan@jasmin-infotech.com::d2193f29-adba-4ec0-b93a-f3ce566f43b6" providerId="AD" clId="Web-{31305EE6-CCB0-5A39-35DA-7CDCB9B7C6C4}" dt="2023-08-28T05:43:14.488" v="4" actId="20577"/>
        <pc:sldMkLst>
          <pc:docMk/>
          <pc:sldMk cId="4141877904" sldId="682"/>
        </pc:sldMkLst>
        <pc:spChg chg="mod">
          <ac:chgData name="Veeramakali Thalaimalai Ganesan" userId="S::veeramakali.thalaimalaiganesan@jasmin-infotech.com::d2193f29-adba-4ec0-b93a-f3ce566f43b6" providerId="AD" clId="Web-{31305EE6-CCB0-5A39-35DA-7CDCB9B7C6C4}" dt="2023-08-28T05:43:14.488" v="4" actId="20577"/>
          <ac:spMkLst>
            <pc:docMk/>
            <pc:sldMk cId="4141877904" sldId="682"/>
            <ac:spMk id="3" creationId="{865BB3D1-68BD-7475-615A-60B25B94347F}"/>
          </ac:spMkLst>
        </pc:spChg>
      </pc:sldChg>
    </pc:docChg>
  </pc:docChgLst>
  <pc:docChgLst>
    <pc:chgData name="Prashanth Pipala" userId="S::prashanth.pipala@jasmin-infotech.com::3edd204a-a85d-4d3b-8e9f-399b63567771" providerId="AD" clId="Web-{AD11C097-927F-F14B-A3DF-3BEC50E871AA}"/>
    <pc:docChg chg="modSld">
      <pc:chgData name="Prashanth Pipala" userId="S::prashanth.pipala@jasmin-infotech.com::3edd204a-a85d-4d3b-8e9f-399b63567771" providerId="AD" clId="Web-{AD11C097-927F-F14B-A3DF-3BEC50E871AA}" dt="2024-01-24T09:02:34.970" v="5" actId="20577"/>
      <pc:docMkLst>
        <pc:docMk/>
      </pc:docMkLst>
      <pc:sldChg chg="modSp">
        <pc:chgData name="Prashanth Pipala" userId="S::prashanth.pipala@jasmin-infotech.com::3edd204a-a85d-4d3b-8e9f-399b63567771" providerId="AD" clId="Web-{AD11C097-927F-F14B-A3DF-3BEC50E871AA}" dt="2024-01-24T09:02:34.970" v="5" actId="20577"/>
        <pc:sldMkLst>
          <pc:docMk/>
          <pc:sldMk cId="1580470943" sldId="678"/>
        </pc:sldMkLst>
        <pc:spChg chg="mod">
          <ac:chgData name="Prashanth Pipala" userId="S::prashanth.pipala@jasmin-infotech.com::3edd204a-a85d-4d3b-8e9f-399b63567771" providerId="AD" clId="Web-{AD11C097-927F-F14B-A3DF-3BEC50E871AA}" dt="2024-01-24T09:02:34.970" v="5" actId="20577"/>
          <ac:spMkLst>
            <pc:docMk/>
            <pc:sldMk cId="1580470943" sldId="678"/>
            <ac:spMk id="6" creationId="{0E847BF8-7F51-60E9-5BFB-9878E7250953}"/>
          </ac:spMkLst>
        </pc:spChg>
      </pc:sldChg>
    </pc:docChg>
  </pc:docChgLst>
  <pc:docChgLst>
    <pc:chgData name="Prashanth Pipala" userId="S::prashanth.pipala@jasmin-infotech.com::3edd204a-a85d-4d3b-8e9f-399b63567771" providerId="AD" clId="Web-{A8E68EDF-3ECA-7033-E8F1-585002D6D5C3}"/>
    <pc:docChg chg="addSld delSld modSld sldOrd">
      <pc:chgData name="Prashanth Pipala" userId="S::prashanth.pipala@jasmin-infotech.com::3edd204a-a85d-4d3b-8e9f-399b63567771" providerId="AD" clId="Web-{A8E68EDF-3ECA-7033-E8F1-585002D6D5C3}" dt="2024-01-23T05:20:09.881" v="136" actId="1076"/>
      <pc:docMkLst>
        <pc:docMk/>
      </pc:docMkLst>
      <pc:sldChg chg="modSp">
        <pc:chgData name="Prashanth Pipala" userId="S::prashanth.pipala@jasmin-infotech.com::3edd204a-a85d-4d3b-8e9f-399b63567771" providerId="AD" clId="Web-{A8E68EDF-3ECA-7033-E8F1-585002D6D5C3}" dt="2024-01-23T04:51:36.690" v="3" actId="20577"/>
        <pc:sldMkLst>
          <pc:docMk/>
          <pc:sldMk cId="0" sldId="256"/>
        </pc:sldMkLst>
        <pc:spChg chg="mod">
          <ac:chgData name="Prashanth Pipala" userId="S::prashanth.pipala@jasmin-infotech.com::3edd204a-a85d-4d3b-8e9f-399b63567771" providerId="AD" clId="Web-{A8E68EDF-3ECA-7033-E8F1-585002D6D5C3}" dt="2024-01-23T04:51:36.690" v="3" actId="20577"/>
          <ac:spMkLst>
            <pc:docMk/>
            <pc:sldMk cId="0" sldId="256"/>
            <ac:spMk id="3074" creationId="{00000000-0000-0000-0000-000000000000}"/>
          </ac:spMkLst>
        </pc:spChg>
      </pc:sldChg>
      <pc:sldChg chg="del">
        <pc:chgData name="Prashanth Pipala" userId="S::prashanth.pipala@jasmin-infotech.com::3edd204a-a85d-4d3b-8e9f-399b63567771" providerId="AD" clId="Web-{A8E68EDF-3ECA-7033-E8F1-585002D6D5C3}" dt="2024-01-23T04:52:40.237" v="7"/>
        <pc:sldMkLst>
          <pc:docMk/>
          <pc:sldMk cId="1039860647" sldId="674"/>
        </pc:sldMkLst>
      </pc:sldChg>
      <pc:sldChg chg="ord">
        <pc:chgData name="Prashanth Pipala" userId="S::prashanth.pipala@jasmin-infotech.com::3edd204a-a85d-4d3b-8e9f-399b63567771" providerId="AD" clId="Web-{A8E68EDF-3ECA-7033-E8F1-585002D6D5C3}" dt="2024-01-23T04:52:38.847" v="6"/>
        <pc:sldMkLst>
          <pc:docMk/>
          <pc:sldMk cId="1580470943" sldId="678"/>
        </pc:sldMkLst>
      </pc:sldChg>
      <pc:sldChg chg="addSp delSp modSp mod ord setBg">
        <pc:chgData name="Prashanth Pipala" userId="S::prashanth.pipala@jasmin-infotech.com::3edd204a-a85d-4d3b-8e9f-399b63567771" providerId="AD" clId="Web-{A8E68EDF-3ECA-7033-E8F1-585002D6D5C3}" dt="2024-01-23T04:55:39.614" v="24"/>
        <pc:sldMkLst>
          <pc:docMk/>
          <pc:sldMk cId="878468306" sldId="679"/>
        </pc:sldMkLst>
        <pc:spChg chg="mod">
          <ac:chgData name="Prashanth Pipala" userId="S::prashanth.pipala@jasmin-infotech.com::3edd204a-a85d-4d3b-8e9f-399b63567771" providerId="AD" clId="Web-{A8E68EDF-3ECA-7033-E8F1-585002D6D5C3}" dt="2024-01-23T04:55:39.582" v="23"/>
          <ac:spMkLst>
            <pc:docMk/>
            <pc:sldMk cId="878468306" sldId="679"/>
            <ac:spMk id="2" creationId="{E7E7DDC0-CC40-DAC5-2D79-C453FDE825AF}"/>
          </ac:spMkLst>
        </pc:spChg>
        <pc:spChg chg="mod ord">
          <ac:chgData name="Prashanth Pipala" userId="S::prashanth.pipala@jasmin-infotech.com::3edd204a-a85d-4d3b-8e9f-399b63567771" providerId="AD" clId="Web-{A8E68EDF-3ECA-7033-E8F1-585002D6D5C3}" dt="2024-01-23T04:55:39.582" v="23"/>
          <ac:spMkLst>
            <pc:docMk/>
            <pc:sldMk cId="878468306" sldId="679"/>
            <ac:spMk id="3" creationId="{796CB0E0-E394-F450-33B9-680E63136C48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45.113" v="13"/>
          <ac:spMkLst>
            <pc:docMk/>
            <pc:sldMk cId="878468306" sldId="679"/>
            <ac:spMk id="11" creationId="{385E1BDC-A9B0-4A87-82E3-F3187F69A802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45.113" v="13"/>
          <ac:spMkLst>
            <pc:docMk/>
            <pc:sldMk cId="878468306" sldId="679"/>
            <ac:spMk id="13" creationId="{0990C621-3B8B-4820-8328-D47EF7CE823C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45.113" v="13"/>
          <ac:spMkLst>
            <pc:docMk/>
            <pc:sldMk cId="878468306" sldId="679"/>
            <ac:spMk id="15" creationId="{C1A2385B-1D2A-4E17-84FA-6CB7F0AAE473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45.113" v="13"/>
          <ac:spMkLst>
            <pc:docMk/>
            <pc:sldMk cId="878468306" sldId="679"/>
            <ac:spMk id="17" creationId="{5E791F2F-79DB-4CC0-9FA1-001E3E91E8B7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57.473" v="15"/>
          <ac:spMkLst>
            <pc:docMk/>
            <pc:sldMk cId="878468306" sldId="679"/>
            <ac:spMk id="19" creationId="{385E1BDC-A9B0-4A87-82E3-F3187F69A802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57.473" v="15"/>
          <ac:spMkLst>
            <pc:docMk/>
            <pc:sldMk cId="878468306" sldId="679"/>
            <ac:spMk id="20" creationId="{0990C621-3B8B-4820-8328-D47EF7CE823C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57.473" v="15"/>
          <ac:spMkLst>
            <pc:docMk/>
            <pc:sldMk cId="878468306" sldId="679"/>
            <ac:spMk id="21" creationId="{C1A2385B-1D2A-4E17-84FA-6CB7F0AAE473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4:57.473" v="15"/>
          <ac:spMkLst>
            <pc:docMk/>
            <pc:sldMk cId="878468306" sldId="679"/>
            <ac:spMk id="22" creationId="{5E791F2F-79DB-4CC0-9FA1-001E3E91E8B7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00.973" v="17"/>
          <ac:spMkLst>
            <pc:docMk/>
            <pc:sldMk cId="878468306" sldId="679"/>
            <ac:spMk id="24" creationId="{0D7B6173-1D58-48E2-83CF-37350F315F75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00.973" v="17"/>
          <ac:spMkLst>
            <pc:docMk/>
            <pc:sldMk cId="878468306" sldId="679"/>
            <ac:spMk id="25" creationId="{35D813D1-BA6B-40B4-A101-04BB89445561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00.973" v="17"/>
          <ac:spMkLst>
            <pc:docMk/>
            <pc:sldMk cId="878468306" sldId="679"/>
            <ac:spMk id="27" creationId="{21BDEC81-16A7-4451-B893-C15000083B77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00.973" v="17"/>
          <ac:spMkLst>
            <pc:docMk/>
            <pc:sldMk cId="878468306" sldId="679"/>
            <ac:spMk id="28" creationId="{AEA3DFA5-2D7B-4989-8ED7-8321EC114CF1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05.441" v="19"/>
          <ac:spMkLst>
            <pc:docMk/>
            <pc:sldMk cId="878468306" sldId="679"/>
            <ac:spMk id="30" creationId="{8761DDFE-071F-4200-B0AA-394476C2D2D6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32" creationId="{385E1BDC-A9B0-4A87-82E3-F3187F69A802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33" creationId="{0990C621-3B8B-4820-8328-D47EF7CE823C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34" creationId="{C1A2385B-1D2A-4E17-84FA-6CB7F0AAE473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35" creationId="{5E791F2F-79DB-4CC0-9FA1-001E3E91E8B7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582" v="23"/>
          <ac:spMkLst>
            <pc:docMk/>
            <pc:sldMk cId="878468306" sldId="679"/>
            <ac:spMk id="40" creationId="{6D24BC9E-AC6A-42EE-AFD8-B290720B841F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582" v="23"/>
          <ac:spMkLst>
            <pc:docMk/>
            <pc:sldMk cId="878468306" sldId="679"/>
            <ac:spMk id="42" creationId="{0990C621-3B8B-4820-8328-D47EF7CE823C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582" v="23"/>
          <ac:spMkLst>
            <pc:docMk/>
            <pc:sldMk cId="878468306" sldId="679"/>
            <ac:spMk id="44" creationId="{C1A2385B-1D2A-4E17-84FA-6CB7F0AAE473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5:39.582" v="23"/>
          <ac:spMkLst>
            <pc:docMk/>
            <pc:sldMk cId="878468306" sldId="679"/>
            <ac:spMk id="46" creationId="{5E791F2F-79DB-4CC0-9FA1-001E3E91E8B7}"/>
          </ac:spMkLst>
        </pc:spChg>
        <pc:spChg chg="add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48" creationId="{385E1BDC-A9B0-4A87-82E3-F3187F69A802}"/>
          </ac:spMkLst>
        </pc:spChg>
        <pc:spChg chg="add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49" creationId="{0990C621-3B8B-4820-8328-D47EF7CE823C}"/>
          </ac:spMkLst>
        </pc:spChg>
        <pc:spChg chg="add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50" creationId="{C1A2385B-1D2A-4E17-84FA-6CB7F0AAE473}"/>
          </ac:spMkLst>
        </pc:spChg>
        <pc:spChg chg="add">
          <ac:chgData name="Prashanth Pipala" userId="S::prashanth.pipala@jasmin-infotech.com::3edd204a-a85d-4d3b-8e9f-399b63567771" providerId="AD" clId="Web-{A8E68EDF-3ECA-7033-E8F1-585002D6D5C3}" dt="2024-01-23T04:55:39.614" v="24"/>
          <ac:spMkLst>
            <pc:docMk/>
            <pc:sldMk cId="878468306" sldId="679"/>
            <ac:spMk id="51" creationId="{5E791F2F-79DB-4CC0-9FA1-001E3E91E8B7}"/>
          </ac:spMkLst>
        </pc:spChg>
        <pc:graphicFrameChg chg="add mod modGraphic">
          <ac:chgData name="Prashanth Pipala" userId="S::prashanth.pipala@jasmin-infotech.com::3edd204a-a85d-4d3b-8e9f-399b63567771" providerId="AD" clId="Web-{A8E68EDF-3ECA-7033-E8F1-585002D6D5C3}" dt="2024-01-23T04:55:39.614" v="24"/>
          <ac:graphicFrameMkLst>
            <pc:docMk/>
            <pc:sldMk cId="878468306" sldId="679"/>
            <ac:graphicFrameMk id="6" creationId="{F42AE0B7-9EA3-5D33-CDD0-90DD74215522}"/>
          </ac:graphicFrameMkLst>
        </pc:graphicFrameChg>
        <pc:picChg chg="mod">
          <ac:chgData name="Prashanth Pipala" userId="S::prashanth.pipala@jasmin-infotech.com::3edd204a-a85d-4d3b-8e9f-399b63567771" providerId="AD" clId="Web-{A8E68EDF-3ECA-7033-E8F1-585002D6D5C3}" dt="2024-01-23T04:55:39.582" v="23"/>
          <ac:picMkLst>
            <pc:docMk/>
            <pc:sldMk cId="878468306" sldId="679"/>
            <ac:picMk id="5" creationId="{B3D62859-0823-3A35-12A9-BC9AA1DB1D65}"/>
          </ac:picMkLst>
        </pc:picChg>
        <pc:picChg chg="add del">
          <ac:chgData name="Prashanth Pipala" userId="S::prashanth.pipala@jasmin-infotech.com::3edd204a-a85d-4d3b-8e9f-399b63567771" providerId="AD" clId="Web-{A8E68EDF-3ECA-7033-E8F1-585002D6D5C3}" dt="2024-01-23T04:55:00.973" v="17"/>
          <ac:picMkLst>
            <pc:docMk/>
            <pc:sldMk cId="878468306" sldId="679"/>
            <ac:picMk id="26" creationId="{B0DAC8FB-A162-44E3-A606-C855A03A5B09}"/>
          </ac:picMkLst>
        </pc:picChg>
      </pc:sldChg>
      <pc:sldChg chg="del">
        <pc:chgData name="Prashanth Pipala" userId="S::prashanth.pipala@jasmin-infotech.com::3edd204a-a85d-4d3b-8e9f-399b63567771" providerId="AD" clId="Web-{A8E68EDF-3ECA-7033-E8F1-585002D6D5C3}" dt="2024-01-23T04:51:40.393" v="4"/>
        <pc:sldMkLst>
          <pc:docMk/>
          <pc:sldMk cId="762058495" sldId="680"/>
        </pc:sldMkLst>
      </pc:sldChg>
      <pc:sldChg chg="del">
        <pc:chgData name="Prashanth Pipala" userId="S::prashanth.pipala@jasmin-infotech.com::3edd204a-a85d-4d3b-8e9f-399b63567771" providerId="AD" clId="Web-{A8E68EDF-3ECA-7033-E8F1-585002D6D5C3}" dt="2024-01-23T04:52:45.628" v="8"/>
        <pc:sldMkLst>
          <pc:docMk/>
          <pc:sldMk cId="2965246980" sldId="681"/>
        </pc:sldMkLst>
      </pc:sldChg>
      <pc:sldChg chg="addSp delSp modSp new del">
        <pc:chgData name="Prashanth Pipala" userId="S::prashanth.pipala@jasmin-infotech.com::3edd204a-a85d-4d3b-8e9f-399b63567771" providerId="AD" clId="Web-{A8E68EDF-3ECA-7033-E8F1-585002D6D5C3}" dt="2024-01-23T04:57:07.739" v="29"/>
        <pc:sldMkLst>
          <pc:docMk/>
          <pc:sldMk cId="1526291912" sldId="683"/>
        </pc:sldMkLst>
        <pc:spChg chg="add del">
          <ac:chgData name="Prashanth Pipala" userId="S::prashanth.pipala@jasmin-infotech.com::3edd204a-a85d-4d3b-8e9f-399b63567771" providerId="AD" clId="Web-{A8E68EDF-3ECA-7033-E8F1-585002D6D5C3}" dt="2024-01-23T04:56:57.552" v="27"/>
          <ac:spMkLst>
            <pc:docMk/>
            <pc:sldMk cId="1526291912" sldId="683"/>
            <ac:spMk id="3" creationId="{72209D09-1043-99F4-FF11-33C1C8AEBBF1}"/>
          </ac:spMkLst>
        </pc:spChg>
        <pc:graphicFrameChg chg="add del mod ord modGraphic">
          <ac:chgData name="Prashanth Pipala" userId="S::prashanth.pipala@jasmin-infotech.com::3edd204a-a85d-4d3b-8e9f-399b63567771" providerId="AD" clId="Web-{A8E68EDF-3ECA-7033-E8F1-585002D6D5C3}" dt="2024-01-23T04:56:57.552" v="27"/>
          <ac:graphicFrameMkLst>
            <pc:docMk/>
            <pc:sldMk cId="1526291912" sldId="683"/>
            <ac:graphicFrameMk id="5" creationId="{BA1CDBDE-A1A5-CE13-93C0-C439FF492301}"/>
          </ac:graphicFrameMkLst>
        </pc:graphicFrameChg>
      </pc:sldChg>
      <pc:sldChg chg="addSp delSp modSp new mod setBg">
        <pc:chgData name="Prashanth Pipala" userId="S::prashanth.pipala@jasmin-infotech.com::3edd204a-a85d-4d3b-8e9f-399b63567771" providerId="AD" clId="Web-{A8E68EDF-3ECA-7033-E8F1-585002D6D5C3}" dt="2024-01-23T04:59:57.678" v="69"/>
        <pc:sldMkLst>
          <pc:docMk/>
          <pc:sldMk cId="1912626826" sldId="684"/>
        </pc:sldMkLst>
        <pc:spChg chg="add del">
          <ac:chgData name="Prashanth Pipala" userId="S::prashanth.pipala@jasmin-infotech.com::3edd204a-a85d-4d3b-8e9f-399b63567771" providerId="AD" clId="Web-{A8E68EDF-3ECA-7033-E8F1-585002D6D5C3}" dt="2024-01-23T04:59:57.678" v="68"/>
          <ac:spMkLst>
            <pc:docMk/>
            <pc:sldMk cId="1912626826" sldId="684"/>
            <ac:spMk id="9" creationId="{A9F529C3-C941-49FD-8C67-82F134F64BDB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57.678" v="68"/>
          <ac:spMkLst>
            <pc:docMk/>
            <pc:sldMk cId="1912626826" sldId="684"/>
            <ac:spMk id="10" creationId="{20586029-32A0-47E5-9AEC-AE3ABA6B94D0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38.600" v="60"/>
          <ac:spMkLst>
            <pc:docMk/>
            <pc:sldMk cId="1912626826" sldId="684"/>
            <ac:spMk id="12" creationId="{5F9CFCE6-877F-4858-B8BD-2C52CA8AFBC4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38.600" v="60"/>
          <ac:spMkLst>
            <pc:docMk/>
            <pc:sldMk cId="1912626826" sldId="684"/>
            <ac:spMk id="14" creationId="{8213F8A0-12AE-4514-8372-0DD766EC28EE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38.600" v="60"/>
          <ac:spMkLst>
            <pc:docMk/>
            <pc:sldMk cId="1912626826" sldId="684"/>
            <ac:spMk id="16" creationId="{9EFF17D4-9A8C-4CE5-B096-D8CCD4400437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41.272" v="62"/>
          <ac:spMkLst>
            <pc:docMk/>
            <pc:sldMk cId="1912626826" sldId="684"/>
            <ac:spMk id="19" creationId="{69D184B2-2226-4E31-BCCB-444330767440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41.272" v="62"/>
          <ac:spMkLst>
            <pc:docMk/>
            <pc:sldMk cId="1912626826" sldId="684"/>
            <ac:spMk id="20" creationId="{1AC4D4E3-486A-464A-8EC8-D44881097267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41.272" v="62"/>
          <ac:spMkLst>
            <pc:docMk/>
            <pc:sldMk cId="1912626826" sldId="684"/>
            <ac:spMk id="21" creationId="{864DE13E-58EB-4475-B79C-0D4FC651239B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46.975" v="64"/>
          <ac:spMkLst>
            <pc:docMk/>
            <pc:sldMk cId="1912626826" sldId="684"/>
            <ac:spMk id="23" creationId="{2F19B711-C590-44D1-9AA8-9F143B0ED58A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46.975" v="64"/>
          <ac:spMkLst>
            <pc:docMk/>
            <pc:sldMk cId="1912626826" sldId="684"/>
            <ac:spMk id="24" creationId="{C0C79CF2-6A1C-4636-84CE-ABB2BE191D23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4:59:46.975" v="64"/>
          <ac:spMkLst>
            <pc:docMk/>
            <pc:sldMk cId="1912626826" sldId="684"/>
            <ac:spMk id="25" creationId="{7A5D17DF-AD65-402C-A95C-F13C770C9FCD}"/>
          </ac:spMkLst>
        </pc:spChg>
        <pc:graphicFrameChg chg="add del mod modGraphic">
          <ac:chgData name="Prashanth Pipala" userId="S::prashanth.pipala@jasmin-infotech.com::3edd204a-a85d-4d3b-8e9f-399b63567771" providerId="AD" clId="Web-{A8E68EDF-3ECA-7033-E8F1-585002D6D5C3}" dt="2024-01-23T04:59:25.522" v="54"/>
          <ac:graphicFrameMkLst>
            <pc:docMk/>
            <pc:sldMk cId="1912626826" sldId="684"/>
            <ac:graphicFrameMk id="3" creationId="{9EF11E06-D7F9-2149-B367-82BA6EB66FA2}"/>
          </ac:graphicFrameMkLst>
        </pc:graphicFrameChg>
        <pc:graphicFrameChg chg="add del mod modGraphic">
          <ac:chgData name="Prashanth Pipala" userId="S::prashanth.pipala@jasmin-infotech.com::3edd204a-a85d-4d3b-8e9f-399b63567771" providerId="AD" clId="Web-{A8E68EDF-3ECA-7033-E8F1-585002D6D5C3}" dt="2024-01-23T04:58:34.084" v="47"/>
          <ac:graphicFrameMkLst>
            <pc:docMk/>
            <pc:sldMk cId="1912626826" sldId="684"/>
            <ac:graphicFrameMk id="5" creationId="{D95EEACB-DFA7-FEE7-E1EA-554768F97472}"/>
          </ac:graphicFrameMkLst>
        </pc:graphicFrameChg>
        <pc:picChg chg="add mod ord">
          <ac:chgData name="Prashanth Pipala" userId="S::prashanth.pipala@jasmin-infotech.com::3edd204a-a85d-4d3b-8e9f-399b63567771" providerId="AD" clId="Web-{A8E68EDF-3ECA-7033-E8F1-585002D6D5C3}" dt="2024-01-23T04:59:57.678" v="69"/>
          <ac:picMkLst>
            <pc:docMk/>
            <pc:sldMk cId="1912626826" sldId="684"/>
            <ac:picMk id="6" creationId="{8377D7A9-E6D2-9EB2-894B-F71FF937E954}"/>
          </ac:picMkLst>
        </pc:picChg>
        <pc:picChg chg="add mod">
          <ac:chgData name="Prashanth Pipala" userId="S::prashanth.pipala@jasmin-infotech.com::3edd204a-a85d-4d3b-8e9f-399b63567771" providerId="AD" clId="Web-{A8E68EDF-3ECA-7033-E8F1-585002D6D5C3}" dt="2024-01-23T04:59:57.678" v="69"/>
          <ac:picMkLst>
            <pc:docMk/>
            <pc:sldMk cId="1912626826" sldId="684"/>
            <ac:picMk id="7" creationId="{9970968F-3EE6-094E-6D76-FBA16844C61D}"/>
          </ac:picMkLst>
        </pc:picChg>
        <pc:cxnChg chg="add del">
          <ac:chgData name="Prashanth Pipala" userId="S::prashanth.pipala@jasmin-infotech.com::3edd204a-a85d-4d3b-8e9f-399b63567771" providerId="AD" clId="Web-{A8E68EDF-3ECA-7033-E8F1-585002D6D5C3}" dt="2024-01-23T04:59:57.678" v="68"/>
          <ac:cxnSpMkLst>
            <pc:docMk/>
            <pc:sldMk cId="1912626826" sldId="684"/>
            <ac:cxnSpMk id="11" creationId="{8C730EAB-A532-4295-A302-FB4B90DB9F5E}"/>
          </ac:cxnSpMkLst>
        </pc:cxnChg>
        <pc:cxnChg chg="add del">
          <ac:chgData name="Prashanth Pipala" userId="S::prashanth.pipala@jasmin-infotech.com::3edd204a-a85d-4d3b-8e9f-399b63567771" providerId="AD" clId="Web-{A8E68EDF-3ECA-7033-E8F1-585002D6D5C3}" dt="2024-01-23T04:59:41.272" v="62"/>
          <ac:cxnSpMkLst>
            <pc:docMk/>
            <pc:sldMk cId="1912626826" sldId="684"/>
            <ac:cxnSpMk id="18" creationId="{02E9B2EE-76CA-47F3-9977-3F2FCB7FD252}"/>
          </ac:cxnSpMkLst>
        </pc:cxnChg>
      </pc:sldChg>
      <pc:sldChg chg="addSp modSp new">
        <pc:chgData name="Prashanth Pipala" userId="S::prashanth.pipala@jasmin-infotech.com::3edd204a-a85d-4d3b-8e9f-399b63567771" providerId="AD" clId="Web-{A8E68EDF-3ECA-7033-E8F1-585002D6D5C3}" dt="2024-01-23T05:00:55.210" v="74" actId="1076"/>
        <pc:sldMkLst>
          <pc:docMk/>
          <pc:sldMk cId="2173408871" sldId="685"/>
        </pc:sldMkLst>
        <pc:picChg chg="add mod">
          <ac:chgData name="Prashanth Pipala" userId="S::prashanth.pipala@jasmin-infotech.com::3edd204a-a85d-4d3b-8e9f-399b63567771" providerId="AD" clId="Web-{A8E68EDF-3ECA-7033-E8F1-585002D6D5C3}" dt="2024-01-23T05:00:55.210" v="74" actId="1076"/>
          <ac:picMkLst>
            <pc:docMk/>
            <pc:sldMk cId="2173408871" sldId="685"/>
            <ac:picMk id="2" creationId="{F244AF91-1A82-A97D-E1DE-7237EBF40171}"/>
          </ac:picMkLst>
        </pc:picChg>
      </pc:sldChg>
      <pc:sldChg chg="addSp delSp modSp new">
        <pc:chgData name="Prashanth Pipala" userId="S::prashanth.pipala@jasmin-infotech.com::3edd204a-a85d-4d3b-8e9f-399b63567771" providerId="AD" clId="Web-{A8E68EDF-3ECA-7033-E8F1-585002D6D5C3}" dt="2024-01-23T05:05:46.874" v="96" actId="20577"/>
        <pc:sldMkLst>
          <pc:docMk/>
          <pc:sldMk cId="3626405979" sldId="686"/>
        </pc:sldMkLst>
        <pc:spChg chg="mod">
          <ac:chgData name="Prashanth Pipala" userId="S::prashanth.pipala@jasmin-infotech.com::3edd204a-a85d-4d3b-8e9f-399b63567771" providerId="AD" clId="Web-{A8E68EDF-3ECA-7033-E8F1-585002D6D5C3}" dt="2024-01-23T05:05:46.874" v="96" actId="20577"/>
          <ac:spMkLst>
            <pc:docMk/>
            <pc:sldMk cId="3626405979" sldId="686"/>
            <ac:spMk id="2" creationId="{4A93D365-6402-A991-DE80-ABB4B97D7A3E}"/>
          </ac:spMkLst>
        </pc:spChg>
        <pc:spChg chg="add del">
          <ac:chgData name="Prashanth Pipala" userId="S::prashanth.pipala@jasmin-infotech.com::3edd204a-a85d-4d3b-8e9f-399b63567771" providerId="AD" clId="Web-{A8E68EDF-3ECA-7033-E8F1-585002D6D5C3}" dt="2024-01-23T05:04:24.030" v="78"/>
          <ac:spMkLst>
            <pc:docMk/>
            <pc:sldMk cId="3626405979" sldId="686"/>
            <ac:spMk id="3" creationId="{32917349-1601-4F88-9B16-E957A1E35F68}"/>
          </ac:spMkLst>
        </pc:spChg>
        <pc:graphicFrameChg chg="add del mod ord modGraphic">
          <ac:chgData name="Prashanth Pipala" userId="S::prashanth.pipala@jasmin-infotech.com::3edd204a-a85d-4d3b-8e9f-399b63567771" providerId="AD" clId="Web-{A8E68EDF-3ECA-7033-E8F1-585002D6D5C3}" dt="2024-01-23T05:04:22.264" v="77"/>
          <ac:graphicFrameMkLst>
            <pc:docMk/>
            <pc:sldMk cId="3626405979" sldId="686"/>
            <ac:graphicFrameMk id="4" creationId="{AE3EAC29-FA38-CAAD-CCB4-751EF6C60C5C}"/>
          </ac:graphicFrameMkLst>
        </pc:graphicFrameChg>
        <pc:picChg chg="add mod ord">
          <ac:chgData name="Prashanth Pipala" userId="S::prashanth.pipala@jasmin-infotech.com::3edd204a-a85d-4d3b-8e9f-399b63567771" providerId="AD" clId="Web-{A8E68EDF-3ECA-7033-E8F1-585002D6D5C3}" dt="2024-01-23T05:04:31.686" v="79" actId="14100"/>
          <ac:picMkLst>
            <pc:docMk/>
            <pc:sldMk cId="3626405979" sldId="686"/>
            <ac:picMk id="11" creationId="{D72256CA-9D60-CBF1-E80C-0FD0164929E2}"/>
          </ac:picMkLst>
        </pc:picChg>
      </pc:sldChg>
      <pc:sldChg chg="addSp delSp modSp new">
        <pc:chgData name="Prashanth Pipala" userId="S::prashanth.pipala@jasmin-infotech.com::3edd204a-a85d-4d3b-8e9f-399b63567771" providerId="AD" clId="Web-{A8E68EDF-3ECA-7033-E8F1-585002D6D5C3}" dt="2024-01-23T05:05:39.531" v="94" actId="20577"/>
        <pc:sldMkLst>
          <pc:docMk/>
          <pc:sldMk cId="1069567405" sldId="687"/>
        </pc:sldMkLst>
        <pc:spChg chg="mod">
          <ac:chgData name="Prashanth Pipala" userId="S::prashanth.pipala@jasmin-infotech.com::3edd204a-a85d-4d3b-8e9f-399b63567771" providerId="AD" clId="Web-{A8E68EDF-3ECA-7033-E8F1-585002D6D5C3}" dt="2024-01-23T05:05:39.531" v="94" actId="20577"/>
          <ac:spMkLst>
            <pc:docMk/>
            <pc:sldMk cId="1069567405" sldId="687"/>
            <ac:spMk id="2" creationId="{5E44ABB9-F0EE-19DD-0CD3-5B0AF5183335}"/>
          </ac:spMkLst>
        </pc:spChg>
        <pc:spChg chg="del">
          <ac:chgData name="Prashanth Pipala" userId="S::prashanth.pipala@jasmin-infotech.com::3edd204a-a85d-4d3b-8e9f-399b63567771" providerId="AD" clId="Web-{A8E68EDF-3ECA-7033-E8F1-585002D6D5C3}" dt="2024-01-23T05:05:07.577" v="86"/>
          <ac:spMkLst>
            <pc:docMk/>
            <pc:sldMk cId="1069567405" sldId="687"/>
            <ac:spMk id="3" creationId="{42393C5B-150F-D9CD-A510-76C7F4EB45D2}"/>
          </ac:spMkLst>
        </pc:spChg>
        <pc:picChg chg="add mod ord">
          <ac:chgData name="Prashanth Pipala" userId="S::prashanth.pipala@jasmin-infotech.com::3edd204a-a85d-4d3b-8e9f-399b63567771" providerId="AD" clId="Web-{A8E68EDF-3ECA-7033-E8F1-585002D6D5C3}" dt="2024-01-23T05:05:07.577" v="86"/>
          <ac:picMkLst>
            <pc:docMk/>
            <pc:sldMk cId="1069567405" sldId="687"/>
            <ac:picMk id="4" creationId="{6B2A7BFE-ED2B-6F65-DA17-52B1CE9BE308}"/>
          </ac:picMkLst>
        </pc:picChg>
      </pc:sldChg>
      <pc:sldChg chg="addSp delSp modSp new">
        <pc:chgData name="Prashanth Pipala" userId="S::prashanth.pipala@jasmin-infotech.com::3edd204a-a85d-4d3b-8e9f-399b63567771" providerId="AD" clId="Web-{A8E68EDF-3ECA-7033-E8F1-585002D6D5C3}" dt="2024-01-23T05:20:09.881" v="136" actId="1076"/>
        <pc:sldMkLst>
          <pc:docMk/>
          <pc:sldMk cId="2185203917" sldId="688"/>
        </pc:sldMkLst>
        <pc:spChg chg="mod">
          <ac:chgData name="Prashanth Pipala" userId="S::prashanth.pipala@jasmin-infotech.com::3edd204a-a85d-4d3b-8e9f-399b63567771" providerId="AD" clId="Web-{A8E68EDF-3ECA-7033-E8F1-585002D6D5C3}" dt="2024-01-23T05:11:50.424" v="100" actId="20577"/>
          <ac:spMkLst>
            <pc:docMk/>
            <pc:sldMk cId="2185203917" sldId="688"/>
            <ac:spMk id="2" creationId="{A455293B-C23A-0ACF-350C-6E5BF0235B6E}"/>
          </ac:spMkLst>
        </pc:spChg>
        <pc:spChg chg="del">
          <ac:chgData name="Prashanth Pipala" userId="S::prashanth.pipala@jasmin-infotech.com::3edd204a-a85d-4d3b-8e9f-399b63567771" providerId="AD" clId="Web-{A8E68EDF-3ECA-7033-E8F1-585002D6D5C3}" dt="2024-01-23T05:11:46.705" v="98"/>
          <ac:spMkLst>
            <pc:docMk/>
            <pc:sldMk cId="2185203917" sldId="688"/>
            <ac:spMk id="3" creationId="{66773BF0-9B4F-7D2A-E2D1-A8845B4CAF37}"/>
          </ac:spMkLst>
        </pc:spChg>
        <pc:spChg chg="add mod">
          <ac:chgData name="Prashanth Pipala" userId="S::prashanth.pipala@jasmin-infotech.com::3edd204a-a85d-4d3b-8e9f-399b63567771" providerId="AD" clId="Web-{A8E68EDF-3ECA-7033-E8F1-585002D6D5C3}" dt="2024-01-23T05:17:28.083" v="132" actId="20577"/>
          <ac:spMkLst>
            <pc:docMk/>
            <pc:sldMk cId="2185203917" sldId="688"/>
            <ac:spMk id="6" creationId="{467A1065-B554-96B1-CAA9-83D1745895DC}"/>
          </ac:spMkLst>
        </pc:spChg>
        <pc:spChg chg="add mod">
          <ac:chgData name="Prashanth Pipala" userId="S::prashanth.pipala@jasmin-infotech.com::3edd204a-a85d-4d3b-8e9f-399b63567771" providerId="AD" clId="Web-{A8E68EDF-3ECA-7033-E8F1-585002D6D5C3}" dt="2024-01-23T05:20:06.506" v="134"/>
          <ac:spMkLst>
            <pc:docMk/>
            <pc:sldMk cId="2185203917" sldId="688"/>
            <ac:spMk id="7" creationId="{8618EF65-9E32-2F10-317B-50B2F8340786}"/>
          </ac:spMkLst>
        </pc:spChg>
        <pc:picChg chg="add mod ord">
          <ac:chgData name="Prashanth Pipala" userId="S::prashanth.pipala@jasmin-infotech.com::3edd204a-a85d-4d3b-8e9f-399b63567771" providerId="AD" clId="Web-{A8E68EDF-3ECA-7033-E8F1-585002D6D5C3}" dt="2024-01-23T05:20:09.881" v="136" actId="1076"/>
          <ac:picMkLst>
            <pc:docMk/>
            <pc:sldMk cId="2185203917" sldId="688"/>
            <ac:picMk id="4" creationId="{0E5EBC79-7170-7800-0344-7A72EA4BC760}"/>
          </ac:picMkLst>
        </pc:picChg>
        <pc:picChg chg="add mod">
          <ac:chgData name="Prashanth Pipala" userId="S::prashanth.pipala@jasmin-infotech.com::3edd204a-a85d-4d3b-8e9f-399b63567771" providerId="AD" clId="Web-{A8E68EDF-3ECA-7033-E8F1-585002D6D5C3}" dt="2024-01-23T05:15:25.863" v="108" actId="1076"/>
          <ac:picMkLst>
            <pc:docMk/>
            <pc:sldMk cId="2185203917" sldId="688"/>
            <ac:picMk id="5" creationId="{742CF548-7E49-9A91-5950-BC814D5F242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t" anchorCtr="0" compatLnSpc="1"/>
          <a:lstStyle>
            <a:lvl1pPr defTabSz="965200" eaLnBrk="1" hangingPunct="1">
              <a:defRPr sz="13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t" anchorCtr="0" compatLnSpc="1"/>
          <a:lstStyle>
            <a:lvl1pPr algn="r" defTabSz="965200" eaLnBrk="1" hangingPunct="1">
              <a:defRPr sz="1300" b="0">
                <a:latin typeface="Tahoma" panose="020B0604030504040204" pitchFamily="34" charset="0"/>
              </a:defRPr>
            </a:lvl1pPr>
          </a:lstStyle>
          <a:p>
            <a:pPr marL="0" marR="0" lvl="0" indent="0" algn="r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17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b" anchorCtr="0" compatLnSpc="1"/>
          <a:lstStyle>
            <a:lvl1pPr defTabSz="965200" eaLnBrk="1" hangingPunct="1">
              <a:defRPr sz="13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17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b" anchorCtr="0" compatLnSpc="1"/>
          <a:lstStyle/>
          <a:p>
            <a:pPr lvl="0" algn="r" defTabSz="965200" eaLnBrk="1" hangingPunct="1"/>
            <a:fld id="{9A0DB2DC-4C9A-4742-B13C-FB6460FD3503}" type="slidenum">
              <a:rPr lang="en-US" sz="1300" b="0" dirty="0">
                <a:latin typeface="Tahoma" panose="020B0604030504040204" pitchFamily="34" charset="0"/>
              </a:rPr>
              <a:pPr lvl="0" algn="r" defTabSz="965200" eaLnBrk="1" hangingPunct="1"/>
              <a:t>‹#›</a:t>
            </a:fld>
            <a:endParaRPr lang="en-US" sz="1300" b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t" anchorCtr="0" compatLnSpc="1"/>
          <a:lstStyle>
            <a:lvl1pPr defTabSz="965200" eaLnBrk="1" hangingPunct="1">
              <a:defRPr sz="13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t" anchorCtr="0" compatLnSpc="1"/>
          <a:lstStyle>
            <a:lvl1pPr algn="r" defTabSz="965200" eaLnBrk="1" hangingPunct="1">
              <a:defRPr sz="13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58888" y="720725"/>
            <a:ext cx="4799012" cy="3598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178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b" anchorCtr="0" compatLnSpc="1"/>
          <a:lstStyle>
            <a:lvl1pPr defTabSz="965200" eaLnBrk="1" hangingPunct="1">
              <a:defRPr sz="13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65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8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42" tIns="48221" rIns="96442" bIns="48221" numCol="1" anchor="b" anchorCtr="0" compatLnSpc="1"/>
          <a:lstStyle/>
          <a:p>
            <a:pPr lvl="0" algn="r" defTabSz="965200" eaLnBrk="1" hangingPunct="1"/>
            <a:fld id="{9A0DB2DC-4C9A-4742-B13C-FB6460FD3503}" type="slidenum">
              <a:rPr lang="en-US" sz="1300" b="0" dirty="0">
                <a:latin typeface="Arial" panose="020B0604020202020204" pitchFamily="34" charset="0"/>
              </a:rPr>
              <a:pPr lvl="0" algn="r" defTabSz="965200" eaLnBrk="1" hangingPunct="1"/>
              <a:t>‹#›</a:t>
            </a:fld>
            <a:endParaRPr lang="en-US" sz="1300" b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</a:ln>
        </p:spPr>
        <p:txBody>
          <a:bodyPr lIns="96442" tIns="48221" rIns="96442" bIns="48221" anchor="b"/>
          <a:lstStyle/>
          <a:p>
            <a:pPr lvl="0" algn="r" defTabSz="965200" eaLnBrk="1" hangingPunct="1"/>
            <a:fld id="{9A0DB2DC-4C9A-4742-B13C-FB6460FD3503}" type="slidenum">
              <a:rPr lang="en-US" sz="1300" b="0" dirty="0">
                <a:latin typeface="Arial" panose="020B0604020202020204" pitchFamily="34" charset="0"/>
              </a:rPr>
              <a:pPr lvl="0" algn="r" defTabSz="965200" eaLnBrk="1" hangingPunct="1"/>
              <a:t>1</a:t>
            </a:fld>
            <a:endParaRPr lang="en-US" sz="1300" b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 wrap="square" lIns="96442" tIns="48221" rIns="96442" bIns="48221" anchor="t"/>
          <a:lstStyle/>
          <a:p>
            <a:pPr lvl="0" eaLnBrk="1" hangingPunct="1"/>
            <a:endParaRPr lang="en-GB" altLang="x-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937E38C-DB0D-4966-CFE9-BBDB437758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7B8F746-E482-0F01-F4A2-7107F0BE52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5D82A584-7906-7D82-13AB-8169738F77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D08E76FF-23BE-4BC2-9797-7A1AB99A57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E997C54-6833-409A-A18F-92FC9EAAF36C}" type="slidenum">
              <a:rPr lang="en-US" altLang="en-US" sz="1200" b="0">
                <a:latin typeface="Times New Roman" panose="02020603050405020304" pitchFamily="18" charset="0"/>
              </a:rPr>
              <a:pPr/>
              <a:t>2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ADB29218-E5A2-47A3-6C2E-B122416CC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41BA9C89-EE57-71C2-4419-721AB521A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asmin-infotech.com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9525" y="0"/>
            <a:ext cx="9144000" cy="6858000"/>
            <a:chOff x="-6" y="0"/>
            <a:chExt cx="5760" cy="4320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-6" y="0"/>
              <a:ext cx="1013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-6" y="762"/>
              <a:ext cx="5760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pic>
        <p:nvPicPr>
          <p:cNvPr id="2051" name="Picture 7" descr="logo_jasmin_infote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667000"/>
            <a:ext cx="4191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2438400" y="3810000"/>
            <a:ext cx="4343400" cy="396875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t>Real Time Multimedia Solutions </a:t>
            </a: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2743200" y="5957888"/>
            <a:ext cx="4267200" cy="396875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6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  <a:hlinkClick r:id="rId3"/>
              </a:rPr>
              <a:t>www.jasmin-infotech.com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C1491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2054" name="Picture 10" descr="iso_log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550" y="0"/>
            <a:ext cx="2330450" cy="1208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664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371600" y="4572000"/>
            <a:ext cx="6705600" cy="8382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66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5562600"/>
            <a:ext cx="5410200" cy="457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6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8288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6858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6858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60960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828800"/>
            <a:ext cx="381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828800"/>
            <a:ext cx="38100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4038600"/>
            <a:ext cx="38100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60960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62000" y="1828800"/>
            <a:ext cx="7772400" cy="42672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60960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828800"/>
            <a:ext cx="381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81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-9525" y="0"/>
            <a:ext cx="9124950" cy="6858000"/>
            <a:chOff x="-6" y="0"/>
            <a:chExt cx="5748" cy="4320"/>
          </a:xfrm>
        </p:grpSpPr>
        <p:sp>
          <p:nvSpPr>
            <p:cNvPr id="495619" name="Rectangle 3"/>
            <p:cNvSpPr>
              <a:spLocks noChangeArrowheads="1"/>
            </p:cNvSpPr>
            <p:nvPr/>
          </p:nvSpPr>
          <p:spPr bwMode="auto">
            <a:xfrm>
              <a:off x="-6" y="0"/>
              <a:ext cx="1011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95620" name="Rectangle 4"/>
            <p:cNvSpPr>
              <a:spLocks noChangeArrowheads="1"/>
            </p:cNvSpPr>
            <p:nvPr/>
          </p:nvSpPr>
          <p:spPr bwMode="auto">
            <a:xfrm>
              <a:off x="-6" y="762"/>
              <a:ext cx="5748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27" name="Rectangle 5"/>
          <p:cNvSpPr>
            <a:spLocks noGrp="1"/>
          </p:cNvSpPr>
          <p:nvPr>
            <p:ph type="title"/>
          </p:nvPr>
        </p:nvSpPr>
        <p:spPr>
          <a:xfrm>
            <a:off x="762000" y="685800"/>
            <a:ext cx="6096000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/>
            <a:r>
              <a:t>Click to edit Master title style</a:t>
            </a:r>
          </a:p>
        </p:txBody>
      </p:sp>
      <p:sp>
        <p:nvSpPr>
          <p:cNvPr id="1028" name="Rectangle 6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772400" cy="426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956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>
            <a:lvl1pPr>
              <a:defRPr sz="1000" b="0">
                <a:latin typeface="Times New Roman" panose="02020603050405020304" pitchFamily="18" charset="0"/>
              </a:defRPr>
            </a:lvl1pPr>
          </a:lstStyle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>
              <a:latin typeface="Book Antiqua" panose="02040602050305030304" pitchFamily="18" charset="0"/>
            </a:endParaRPr>
          </a:p>
        </p:txBody>
      </p:sp>
      <p:sp>
        <p:nvSpPr>
          <p:cNvPr id="49562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>
            <a:lvl1pPr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5BEDF-AE9F-4C71-B22A-A08A45DADB5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2/22/2024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31" name="Picture 9" descr="logo_jasmin_infotech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42150" y="314325"/>
            <a:ext cx="1752600" cy="56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5626" name="Text Box 10"/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8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Proprietary and Confidential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u="sng">
          <a:solidFill>
            <a:srgbClr val="C14916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o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xfrm>
            <a:off x="417325" y="1265142"/>
            <a:ext cx="8534400" cy="1462087"/>
          </a:xfrm>
        </p:spPr>
        <p:txBody>
          <a:bodyPr vert="horz" wrap="square" lIns="92075" tIns="46038" rIns="92075" bIns="46038" anchor="ctr"/>
          <a:lstStyle/>
          <a:p>
            <a:r>
              <a:rPr lang="en-US" sz="2000" u="none">
                <a:ea typeface="+mj-lt"/>
                <a:cs typeface="+mj-lt"/>
              </a:rPr>
              <a:t>DAI, SPORT, PCG  - Peripherals usage</a:t>
            </a:r>
            <a:br>
              <a:rPr lang="en-US" sz="2000" u="none">
                <a:ea typeface="+mj-lt"/>
                <a:cs typeface="+mj-lt"/>
              </a:rPr>
            </a:br>
            <a:r>
              <a:rPr lang="en-US" sz="2000" u="none">
                <a:ea typeface="+mj-lt"/>
                <a:cs typeface="+mj-lt"/>
              </a:rPr>
              <a:t> and configuration</a:t>
            </a:r>
            <a:endParaRPr lang="en-US" sz="2000"/>
          </a:p>
        </p:txBody>
      </p:sp>
      <p:sp>
        <p:nvSpPr>
          <p:cNvPr id="3075" name="Text Box 7"/>
          <p:cNvSpPr txBox="1"/>
          <p:nvPr/>
        </p:nvSpPr>
        <p:spPr>
          <a:xfrm>
            <a:off x="2270125" y="582295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en-GB" altLang="x-none" sz="1800" b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>
            <a:extLst>
              <a:ext uri="{FF2B5EF4-FFF2-40B4-BE49-F238E27FC236}">
                <a16:creationId xmlns:a16="http://schemas.microsoft.com/office/drawing/2014/main" id="{873A545F-BBEF-96E2-5166-B2D2053A3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286000"/>
            <a:ext cx="7696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defRPr/>
            </a:pPr>
            <a:endParaRPr lang="en-US" sz="2000" b="0">
              <a:latin typeface="+mn-lt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en-US" sz="2000" b="0">
              <a:latin typeface="+mn-lt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defRPr/>
            </a:pPr>
            <a:endParaRPr lang="en-US" sz="2000" b="0">
              <a:latin typeface="+mn-lt"/>
            </a:endParaRP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FF7A9098-8BE3-9ADC-FEAE-B2412D2A2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2286000"/>
            <a:ext cx="990600" cy="3810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</a:t>
            </a:r>
            <a:r>
              <a:rPr lang="en-IN" altLang="en-US" sz="1400">
                <a:latin typeface="Book Antiqua" panose="02040602050305030304" pitchFamily="18" charset="0"/>
              </a:rPr>
              <a:t>HDMI</a:t>
            </a:r>
          </a:p>
        </p:txBody>
      </p:sp>
      <p:sp>
        <p:nvSpPr>
          <p:cNvPr id="15366" name="Rectangle 15">
            <a:extLst>
              <a:ext uri="{FF2B5EF4-FFF2-40B4-BE49-F238E27FC236}">
                <a16:creationId xmlns:a16="http://schemas.microsoft.com/office/drawing/2014/main" id="{8EB43277-DCA4-9E4D-6A11-CE400418A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2257425"/>
            <a:ext cx="990600" cy="404813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1440" tIns="45720" rIns="91440" bIns="45720" anchor="t"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IN" altLang="en-US" sz="1600">
                <a:latin typeface="Book Antiqua"/>
              </a:rPr>
              <a:t>DAI</a:t>
            </a:r>
            <a:endParaRPr lang="en-IN" altLang="en-US" sz="1600"/>
          </a:p>
        </p:txBody>
      </p:sp>
      <p:sp>
        <p:nvSpPr>
          <p:cNvPr id="15367" name="Rectangle 16">
            <a:extLst>
              <a:ext uri="{FF2B5EF4-FFF2-40B4-BE49-F238E27FC236}">
                <a16:creationId xmlns:a16="http://schemas.microsoft.com/office/drawing/2014/main" id="{C0A3BDCB-3264-E008-7439-A3721F0F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450" y="2133600"/>
            <a:ext cx="1066800" cy="5334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</a:t>
            </a:r>
            <a:r>
              <a:rPr lang="en-IN" altLang="en-US" sz="1400">
                <a:latin typeface="Book Antiqua" panose="02040602050305030304" pitchFamily="18" charset="0"/>
              </a:rPr>
              <a:t>SPORT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400">
                <a:latin typeface="Book Antiqua" panose="02040602050305030304" pitchFamily="18" charset="0"/>
              </a:rPr>
              <a:t>        Rx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400">
                <a:latin typeface="Book Antiqua" panose="02040602050305030304" pitchFamily="18" charset="0"/>
              </a:rPr>
              <a:t>       </a:t>
            </a:r>
            <a:endParaRPr lang="en-IN" altLang="en-US" sz="1200">
              <a:latin typeface="Book Antiqua" panose="02040602050305030304" pitchFamily="18" charset="0"/>
            </a:endParaRPr>
          </a:p>
        </p:txBody>
      </p:sp>
      <p:sp>
        <p:nvSpPr>
          <p:cNvPr id="15368" name="Rectangle 17">
            <a:extLst>
              <a:ext uri="{FF2B5EF4-FFF2-40B4-BE49-F238E27FC236}">
                <a16:creationId xmlns:a16="http://schemas.microsoft.com/office/drawing/2014/main" id="{996CC209-726C-2B22-B6E8-DA0646BB6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3" y="2133600"/>
            <a:ext cx="1295400" cy="5334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 DMA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200">
                <a:latin typeface="Book Antiqua" panose="02040602050305030304" pitchFamily="18" charset="0"/>
              </a:rPr>
              <a:t>      Rx Buffer</a:t>
            </a:r>
          </a:p>
        </p:txBody>
      </p:sp>
      <p:sp>
        <p:nvSpPr>
          <p:cNvPr id="15369" name="Rectangle 18">
            <a:extLst>
              <a:ext uri="{FF2B5EF4-FFF2-40B4-BE49-F238E27FC236}">
                <a16:creationId xmlns:a16="http://schemas.microsoft.com/office/drawing/2014/main" id="{F7155A8A-015F-0663-852B-FA2929007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2209800"/>
            <a:ext cx="1295400" cy="3048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200">
                <a:latin typeface="Book Antiqua" panose="02040602050305030304" pitchFamily="18" charset="0"/>
              </a:rPr>
              <a:t>Auto Detection</a:t>
            </a:r>
          </a:p>
        </p:txBody>
      </p:sp>
      <p:sp>
        <p:nvSpPr>
          <p:cNvPr id="15370" name="Rectangle 19">
            <a:extLst>
              <a:ext uri="{FF2B5EF4-FFF2-40B4-BE49-F238E27FC236}">
                <a16:creationId xmlns:a16="http://schemas.microsoft.com/office/drawing/2014/main" id="{A07A8010-284C-9799-9D2C-C23B04450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3429000"/>
            <a:ext cx="1295400" cy="6858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 Pack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Buffer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524A4612-6C5E-3124-BD9F-C6913692EE3E}"/>
              </a:ext>
            </a:extLst>
          </p:cNvPr>
          <p:cNvSpPr/>
          <p:nvPr/>
        </p:nvSpPr>
        <p:spPr bwMode="auto">
          <a:xfrm>
            <a:off x="7707313" y="1828800"/>
            <a:ext cx="1219200" cy="1143000"/>
          </a:xfrm>
          <a:prstGeom prst="flowChartDecision">
            <a:avLst/>
          </a:prstGeom>
          <a:solidFill>
            <a:srgbClr val="FFFF6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IN" sz="1050"/>
              <a:t>Check</a:t>
            </a:r>
          </a:p>
          <a:p>
            <a:pPr>
              <a:defRPr/>
            </a:pPr>
            <a:r>
              <a:rPr lang="en-IN" sz="1050"/>
              <a:t>Valid </a:t>
            </a:r>
          </a:p>
        </p:txBody>
      </p:sp>
      <p:sp>
        <p:nvSpPr>
          <p:cNvPr id="15372" name="Rectangle 22">
            <a:extLst>
              <a:ext uri="{FF2B5EF4-FFF2-40B4-BE49-F238E27FC236}">
                <a16:creationId xmlns:a16="http://schemas.microsoft.com/office/drawing/2014/main" id="{14275045-037B-EDB1-B5EB-345573FA6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3581400"/>
            <a:ext cx="1295400" cy="4572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IN" altLang="en-US" sz="1800">
                <a:latin typeface="Book Antiqua" panose="02040602050305030304" pitchFamily="18" charset="0"/>
              </a:rPr>
              <a:t> </a:t>
            </a:r>
            <a:r>
              <a:rPr lang="en-IN" altLang="en-US" sz="2000">
                <a:latin typeface="Book Antiqua" panose="02040602050305030304" pitchFamily="18" charset="0"/>
              </a:rPr>
              <a:t>Decoder</a:t>
            </a:r>
          </a:p>
        </p:txBody>
      </p:sp>
      <p:sp>
        <p:nvSpPr>
          <p:cNvPr id="15373" name="Rectangle 23">
            <a:extLst>
              <a:ext uri="{FF2B5EF4-FFF2-40B4-BE49-F238E27FC236}">
                <a16:creationId xmlns:a16="http://schemas.microsoft.com/office/drawing/2014/main" id="{FAF6B1A7-05A9-39DC-6ED2-5F318EA66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3429000"/>
            <a:ext cx="1295400" cy="6858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 </a:t>
            </a:r>
            <a:r>
              <a:rPr lang="en-IN" altLang="en-US" sz="1600" err="1">
                <a:latin typeface="Book Antiqua" panose="02040602050305030304" pitchFamily="18" charset="0"/>
              </a:rPr>
              <a:t>Predac</a:t>
            </a:r>
            <a:endParaRPr lang="en-IN" altLang="en-US" sz="1600">
              <a:latin typeface="Book Antiqua" panose="0204060205030503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 Buffer</a:t>
            </a:r>
          </a:p>
        </p:txBody>
      </p:sp>
      <p:sp>
        <p:nvSpPr>
          <p:cNvPr id="15374" name="Rectangle 24">
            <a:extLst>
              <a:ext uri="{FF2B5EF4-FFF2-40B4-BE49-F238E27FC236}">
                <a16:creationId xmlns:a16="http://schemas.microsoft.com/office/drawing/2014/main" id="{302962A5-90E7-B4A0-F7A6-206D80682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3429000"/>
            <a:ext cx="1295400" cy="6858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 Post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Processing</a:t>
            </a:r>
          </a:p>
        </p:txBody>
      </p:sp>
      <p:sp>
        <p:nvSpPr>
          <p:cNvPr id="15375" name="Rectangle 28">
            <a:extLst>
              <a:ext uri="{FF2B5EF4-FFF2-40B4-BE49-F238E27FC236}">
                <a16:creationId xmlns:a16="http://schemas.microsoft.com/office/drawing/2014/main" id="{3F9CB168-DADA-81BF-680D-36A17F4A5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4953000"/>
            <a:ext cx="1295400" cy="5334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   DMA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200">
                <a:latin typeface="Book Antiqua" panose="02040602050305030304" pitchFamily="18" charset="0"/>
              </a:rPr>
              <a:t>      Tx Buffer</a:t>
            </a:r>
          </a:p>
        </p:txBody>
      </p:sp>
      <p:sp>
        <p:nvSpPr>
          <p:cNvPr id="15376" name="Rectangle 30">
            <a:extLst>
              <a:ext uri="{FF2B5EF4-FFF2-40B4-BE49-F238E27FC236}">
                <a16:creationId xmlns:a16="http://schemas.microsoft.com/office/drawing/2014/main" id="{F6D04B06-6BEB-C946-9AF7-39E52F102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4953000"/>
            <a:ext cx="1066800" cy="5334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</a:t>
            </a:r>
            <a:r>
              <a:rPr lang="en-IN" altLang="en-US" sz="1400">
                <a:latin typeface="Book Antiqua" panose="02040602050305030304" pitchFamily="18" charset="0"/>
              </a:rPr>
              <a:t>SPORT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400">
                <a:latin typeface="Book Antiqua" panose="02040602050305030304" pitchFamily="18" charset="0"/>
              </a:rPr>
              <a:t>        Tx       </a:t>
            </a:r>
            <a:endParaRPr lang="en-IN" altLang="en-US" sz="1200">
              <a:latin typeface="Book Antiqua" panose="02040602050305030304" pitchFamily="18" charset="0"/>
            </a:endParaRPr>
          </a:p>
        </p:txBody>
      </p:sp>
      <p:sp>
        <p:nvSpPr>
          <p:cNvPr id="15377" name="Rectangle 31">
            <a:extLst>
              <a:ext uri="{FF2B5EF4-FFF2-40B4-BE49-F238E27FC236}">
                <a16:creationId xmlns:a16="http://schemas.microsoft.com/office/drawing/2014/main" id="{2E7D6D2A-3AD2-C568-08AE-06225B972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113" y="4953000"/>
            <a:ext cx="1066800" cy="4572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  DAI</a:t>
            </a:r>
          </a:p>
        </p:txBody>
      </p:sp>
      <p:sp>
        <p:nvSpPr>
          <p:cNvPr id="15378" name="Rectangle 32">
            <a:extLst>
              <a:ext uri="{FF2B5EF4-FFF2-40B4-BE49-F238E27FC236}">
                <a16:creationId xmlns:a16="http://schemas.microsoft.com/office/drawing/2014/main" id="{F09A54DB-2398-9447-1281-C0393D3E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4953000"/>
            <a:ext cx="990600" cy="3810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 </a:t>
            </a:r>
            <a:r>
              <a:rPr lang="en-IN" altLang="en-US" sz="1400">
                <a:latin typeface="Book Antiqua" panose="02040602050305030304" pitchFamily="18" charset="0"/>
              </a:rPr>
              <a:t>CODEC</a:t>
            </a:r>
          </a:p>
        </p:txBody>
      </p:sp>
      <p:sp>
        <p:nvSpPr>
          <p:cNvPr id="15379" name="Rectangle 33">
            <a:extLst>
              <a:ext uri="{FF2B5EF4-FFF2-40B4-BE49-F238E27FC236}">
                <a16:creationId xmlns:a16="http://schemas.microsoft.com/office/drawing/2014/main" id="{7A783A8A-7A17-A1D4-0F05-FD4629F55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13" y="4953000"/>
            <a:ext cx="1143000" cy="381000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400">
                <a:latin typeface="Book Antiqua" panose="02040602050305030304" pitchFamily="18" charset="0"/>
              </a:rPr>
              <a:t>Audio O/P</a:t>
            </a:r>
          </a:p>
        </p:txBody>
      </p:sp>
      <p:sp>
        <p:nvSpPr>
          <p:cNvPr id="35" name="Diagonal Stripe 34">
            <a:extLst>
              <a:ext uri="{FF2B5EF4-FFF2-40B4-BE49-F238E27FC236}">
                <a16:creationId xmlns:a16="http://schemas.microsoft.com/office/drawing/2014/main" id="{2D57F564-4B6C-8A4A-A0B8-7D19F8B1C81A}"/>
              </a:ext>
            </a:extLst>
          </p:cNvPr>
          <p:cNvSpPr/>
          <p:nvPr/>
        </p:nvSpPr>
        <p:spPr bwMode="auto">
          <a:xfrm rot="19141739">
            <a:off x="7913688" y="4710113"/>
            <a:ext cx="762000" cy="914400"/>
          </a:xfrm>
          <a:prstGeom prst="diagStripe">
            <a:avLst/>
          </a:prstGeom>
          <a:solidFill>
            <a:srgbClr val="FFFF6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IN"/>
          </a:p>
        </p:txBody>
      </p:sp>
      <p:cxnSp>
        <p:nvCxnSpPr>
          <p:cNvPr id="15381" name="Straight Arrow Connector 47">
            <a:extLst>
              <a:ext uri="{FF2B5EF4-FFF2-40B4-BE49-F238E27FC236}">
                <a16:creationId xmlns:a16="http://schemas.microsoft.com/office/drawing/2014/main" id="{423E414D-B52F-1423-FB2F-33C846B1C248}"/>
              </a:ext>
            </a:extLst>
          </p:cNvPr>
          <p:cNvCxnSpPr>
            <a:cxnSpLocks noChangeShapeType="1"/>
            <a:stCxn id="15367" idx="3"/>
            <a:endCxn id="15368" idx="1"/>
          </p:cNvCxnSpPr>
          <p:nvPr/>
        </p:nvCxnSpPr>
        <p:spPr bwMode="auto">
          <a:xfrm>
            <a:off x="4032250" y="2400300"/>
            <a:ext cx="398463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2" name="Elbow Connector 69">
            <a:extLst>
              <a:ext uri="{FF2B5EF4-FFF2-40B4-BE49-F238E27FC236}">
                <a16:creationId xmlns:a16="http://schemas.microsoft.com/office/drawing/2014/main" id="{A4CABFD0-4298-1D78-C6C2-B82E21D1AB40}"/>
              </a:ext>
            </a:extLst>
          </p:cNvPr>
          <p:cNvCxnSpPr>
            <a:cxnSpLocks noChangeShapeType="1"/>
            <a:stCxn id="22" idx="0"/>
          </p:cNvCxnSpPr>
          <p:nvPr/>
        </p:nvCxnSpPr>
        <p:spPr bwMode="auto">
          <a:xfrm rot="16200000" flipV="1">
            <a:off x="4811713" y="-1676400"/>
            <a:ext cx="152400" cy="6858000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3" name="Straight Arrow Connector 72">
            <a:extLst>
              <a:ext uri="{FF2B5EF4-FFF2-40B4-BE49-F238E27FC236}">
                <a16:creationId xmlns:a16="http://schemas.microsoft.com/office/drawing/2014/main" id="{F73BD517-E16B-9A43-2C75-E8DE2906D1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58913" y="1676400"/>
            <a:ext cx="0" cy="7620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4" name="Straight Connector 90">
            <a:extLst>
              <a:ext uri="{FF2B5EF4-FFF2-40B4-BE49-F238E27FC236}">
                <a16:creationId xmlns:a16="http://schemas.microsoft.com/office/drawing/2014/main" id="{11CC0D80-7794-5410-2345-DA13972DD1A1}"/>
              </a:ext>
            </a:extLst>
          </p:cNvPr>
          <p:cNvCxnSpPr>
            <a:cxnSpLocks noChangeShapeType="1"/>
            <a:stCxn id="22" idx="2"/>
          </p:cNvCxnSpPr>
          <p:nvPr/>
        </p:nvCxnSpPr>
        <p:spPr bwMode="auto">
          <a:xfrm>
            <a:off x="8316913" y="2971800"/>
            <a:ext cx="0" cy="7620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5" name="Straight Arrow Connector 94">
            <a:extLst>
              <a:ext uri="{FF2B5EF4-FFF2-40B4-BE49-F238E27FC236}">
                <a16:creationId xmlns:a16="http://schemas.microsoft.com/office/drawing/2014/main" id="{3EABC138-27D5-7A8F-E7FA-6522CF458417}"/>
              </a:ext>
            </a:extLst>
          </p:cNvPr>
          <p:cNvCxnSpPr>
            <a:cxnSpLocks noChangeShapeType="1"/>
            <a:endCxn id="15370" idx="3"/>
          </p:cNvCxnSpPr>
          <p:nvPr/>
        </p:nvCxnSpPr>
        <p:spPr bwMode="auto">
          <a:xfrm flipH="1">
            <a:off x="7402513" y="3733800"/>
            <a:ext cx="914400" cy="381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6" name="Straight Arrow Connector 100">
            <a:extLst>
              <a:ext uri="{FF2B5EF4-FFF2-40B4-BE49-F238E27FC236}">
                <a16:creationId xmlns:a16="http://schemas.microsoft.com/office/drawing/2014/main" id="{6FB7101E-C930-4998-141B-14627996B9CD}"/>
              </a:ext>
            </a:extLst>
          </p:cNvPr>
          <p:cNvCxnSpPr>
            <a:cxnSpLocks noChangeShapeType="1"/>
            <a:endCxn id="15372" idx="3"/>
          </p:cNvCxnSpPr>
          <p:nvPr/>
        </p:nvCxnSpPr>
        <p:spPr bwMode="auto">
          <a:xfrm flipH="1">
            <a:off x="5573713" y="3810000"/>
            <a:ext cx="522287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7" name="Straight Arrow Connector 104">
            <a:extLst>
              <a:ext uri="{FF2B5EF4-FFF2-40B4-BE49-F238E27FC236}">
                <a16:creationId xmlns:a16="http://schemas.microsoft.com/office/drawing/2014/main" id="{6CEF8ADC-5750-2C78-2E82-161475E6DF20}"/>
              </a:ext>
            </a:extLst>
          </p:cNvPr>
          <p:cNvCxnSpPr>
            <a:cxnSpLocks noChangeShapeType="1"/>
            <a:endCxn id="15373" idx="3"/>
          </p:cNvCxnSpPr>
          <p:nvPr/>
        </p:nvCxnSpPr>
        <p:spPr bwMode="auto">
          <a:xfrm flipH="1">
            <a:off x="3821113" y="3771900"/>
            <a:ext cx="446087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8" name="Straight Arrow Connector 107">
            <a:extLst>
              <a:ext uri="{FF2B5EF4-FFF2-40B4-BE49-F238E27FC236}">
                <a16:creationId xmlns:a16="http://schemas.microsoft.com/office/drawing/2014/main" id="{D0B4BD27-EC10-0137-9CAF-3016076C1417}"/>
              </a:ext>
            </a:extLst>
          </p:cNvPr>
          <p:cNvCxnSpPr>
            <a:cxnSpLocks noChangeShapeType="1"/>
            <a:stCxn id="15373" idx="1"/>
            <a:endCxn id="15374" idx="3"/>
          </p:cNvCxnSpPr>
          <p:nvPr/>
        </p:nvCxnSpPr>
        <p:spPr bwMode="auto">
          <a:xfrm flipH="1">
            <a:off x="2068513" y="3771900"/>
            <a:ext cx="4572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9" name="Shape 123">
            <a:extLst>
              <a:ext uri="{FF2B5EF4-FFF2-40B4-BE49-F238E27FC236}">
                <a16:creationId xmlns:a16="http://schemas.microsoft.com/office/drawing/2014/main" id="{455F9533-AED4-1CD1-2342-F749AFC6635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-96044" y="4272757"/>
            <a:ext cx="1433513" cy="304800"/>
          </a:xfrm>
          <a:prstGeom prst="bentConnector3">
            <a:avLst>
              <a:gd name="adj1" fmla="val -421"/>
            </a:avLst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0" name="Straight Arrow Connector 127">
            <a:extLst>
              <a:ext uri="{FF2B5EF4-FFF2-40B4-BE49-F238E27FC236}">
                <a16:creationId xmlns:a16="http://schemas.microsoft.com/office/drawing/2014/main" id="{3790EF3B-7359-95AF-6CDD-7B7BA0D8AAB1}"/>
              </a:ext>
            </a:extLst>
          </p:cNvPr>
          <p:cNvCxnSpPr>
            <a:cxnSpLocks noChangeShapeType="1"/>
            <a:stCxn id="15375" idx="3"/>
            <a:endCxn id="15376" idx="1"/>
          </p:cNvCxnSpPr>
          <p:nvPr/>
        </p:nvCxnSpPr>
        <p:spPr bwMode="auto">
          <a:xfrm>
            <a:off x="2068513" y="5219700"/>
            <a:ext cx="3048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1" name="Straight Arrow Connector 133">
            <a:extLst>
              <a:ext uri="{FF2B5EF4-FFF2-40B4-BE49-F238E27FC236}">
                <a16:creationId xmlns:a16="http://schemas.microsoft.com/office/drawing/2014/main" id="{626FE2B9-E426-643B-7FCD-7309C5CE10A4}"/>
              </a:ext>
            </a:extLst>
          </p:cNvPr>
          <p:cNvCxnSpPr>
            <a:cxnSpLocks noChangeShapeType="1"/>
            <a:stCxn id="15378" idx="3"/>
            <a:endCxn id="15379" idx="1"/>
          </p:cNvCxnSpPr>
          <p:nvPr/>
        </p:nvCxnSpPr>
        <p:spPr bwMode="auto">
          <a:xfrm>
            <a:off x="6183313" y="5143500"/>
            <a:ext cx="2286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2" name="Straight Arrow Connector 135">
            <a:extLst>
              <a:ext uri="{FF2B5EF4-FFF2-40B4-BE49-F238E27FC236}">
                <a16:creationId xmlns:a16="http://schemas.microsoft.com/office/drawing/2014/main" id="{11F56495-3454-573C-8EAD-FEB355A39B01}"/>
              </a:ext>
            </a:extLst>
          </p:cNvPr>
          <p:cNvCxnSpPr>
            <a:cxnSpLocks noChangeShapeType="1"/>
            <a:stCxn id="15379" idx="3"/>
            <a:endCxn id="35" idx="2"/>
          </p:cNvCxnSpPr>
          <p:nvPr/>
        </p:nvCxnSpPr>
        <p:spPr bwMode="auto">
          <a:xfrm flipV="1">
            <a:off x="7554913" y="5119688"/>
            <a:ext cx="446087" cy="2381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93" name="TextBox 137">
            <a:extLst>
              <a:ext uri="{FF2B5EF4-FFF2-40B4-BE49-F238E27FC236}">
                <a16:creationId xmlns:a16="http://schemas.microsoft.com/office/drawing/2014/main" id="{1B422BE1-5DEE-717C-DE69-F57F410C1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3113" y="1600200"/>
            <a:ext cx="457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200">
                <a:latin typeface="Book Antiqua" panose="02040602050305030304" pitchFamily="18" charset="0"/>
              </a:rPr>
              <a:t>NO</a:t>
            </a:r>
          </a:p>
        </p:txBody>
      </p:sp>
      <p:sp>
        <p:nvSpPr>
          <p:cNvPr id="15394" name="TextBox 139">
            <a:extLst>
              <a:ext uri="{FF2B5EF4-FFF2-40B4-BE49-F238E27FC236}">
                <a16:creationId xmlns:a16="http://schemas.microsoft.com/office/drawing/2014/main" id="{00A29C05-0391-ED34-B60D-2EC97B70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3048000"/>
            <a:ext cx="533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200">
                <a:latin typeface="Book Antiqua" panose="02040602050305030304" pitchFamily="18" charset="0"/>
              </a:rPr>
              <a:t>YES</a:t>
            </a:r>
          </a:p>
        </p:txBody>
      </p:sp>
      <p:sp>
        <p:nvSpPr>
          <p:cNvPr id="15395" name="Rectangle 41">
            <a:extLst>
              <a:ext uri="{FF2B5EF4-FFF2-40B4-BE49-F238E27FC236}">
                <a16:creationId xmlns:a16="http://schemas.microsoft.com/office/drawing/2014/main" id="{4101D014-9640-81C7-1380-817C39A1A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33400"/>
            <a:ext cx="215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>
                <a:latin typeface="Book Antiqua" panose="02040602050305030304" pitchFamily="18" charset="0"/>
              </a:rPr>
              <a:t>BASIC FLOW</a:t>
            </a:r>
          </a:p>
        </p:txBody>
      </p:sp>
      <p:cxnSp>
        <p:nvCxnSpPr>
          <p:cNvPr id="15396" name="Straight Connector 5">
            <a:extLst>
              <a:ext uri="{FF2B5EF4-FFF2-40B4-BE49-F238E27FC236}">
                <a16:creationId xmlns:a16="http://schemas.microsoft.com/office/drawing/2014/main" id="{C49FD7F0-B222-D228-2B2B-BEAF9469566D}"/>
              </a:ext>
            </a:extLst>
          </p:cNvPr>
          <p:cNvCxnSpPr>
            <a:cxnSpLocks noChangeShapeType="1"/>
            <a:stCxn id="15376" idx="0"/>
            <a:endCxn id="15376" idx="0"/>
          </p:cNvCxnSpPr>
          <p:nvPr/>
        </p:nvCxnSpPr>
        <p:spPr bwMode="auto">
          <a:xfrm>
            <a:off x="2906713" y="4953000"/>
            <a:ext cx="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7" name="Straight Arrow Connector 133">
            <a:extLst>
              <a:ext uri="{FF2B5EF4-FFF2-40B4-BE49-F238E27FC236}">
                <a16:creationId xmlns:a16="http://schemas.microsoft.com/office/drawing/2014/main" id="{3DF70096-5E8C-E6A8-3369-1E1CB32F32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81563" y="5167313"/>
            <a:ext cx="3048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8" name="Straight Arrow Connector 133">
            <a:extLst>
              <a:ext uri="{FF2B5EF4-FFF2-40B4-BE49-F238E27FC236}">
                <a16:creationId xmlns:a16="http://schemas.microsoft.com/office/drawing/2014/main" id="{16F51474-728D-94E1-4922-1597477F42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26113" y="2359025"/>
            <a:ext cx="2286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9" name="Straight Arrow Connector 133">
            <a:extLst>
              <a:ext uri="{FF2B5EF4-FFF2-40B4-BE49-F238E27FC236}">
                <a16:creationId xmlns:a16="http://schemas.microsoft.com/office/drawing/2014/main" id="{AD3E6D21-4AAF-91B5-603C-D41D23D147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89225" y="2439988"/>
            <a:ext cx="27622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0" name="Straight Arrow Connector 133">
            <a:extLst>
              <a:ext uri="{FF2B5EF4-FFF2-40B4-BE49-F238E27FC236}">
                <a16:creationId xmlns:a16="http://schemas.microsoft.com/office/drawing/2014/main" id="{92E76366-472D-D1F4-22D8-3F8768E8D9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06513" y="2474913"/>
            <a:ext cx="3683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1" name="Straight Arrow Connector 133">
            <a:extLst>
              <a:ext uri="{FF2B5EF4-FFF2-40B4-BE49-F238E27FC236}">
                <a16:creationId xmlns:a16="http://schemas.microsoft.com/office/drawing/2014/main" id="{5B7EC8DE-C277-1A16-5401-CA4E00197B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59638" y="2400300"/>
            <a:ext cx="4318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2" name="Straight Arrow Connector 133">
            <a:extLst>
              <a:ext uri="{FF2B5EF4-FFF2-40B4-BE49-F238E27FC236}">
                <a16:creationId xmlns:a16="http://schemas.microsoft.com/office/drawing/2014/main" id="{BDDEE428-E8CD-7457-E57D-18803EDACA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44875" y="5183188"/>
            <a:ext cx="36512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3" name="Straight Arrow Connector 127">
            <a:extLst>
              <a:ext uri="{FF2B5EF4-FFF2-40B4-BE49-F238E27FC236}">
                <a16:creationId xmlns:a16="http://schemas.microsoft.com/office/drawing/2014/main" id="{D569F5CD-A672-A1F5-EF53-C672D50B9C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5613" y="5156200"/>
            <a:ext cx="3048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A214-8430-E70D-B276-6870CAE6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DAI -</a:t>
            </a:r>
            <a:r>
              <a:rPr lang="en-US"/>
              <a:t> Digital Audio Interface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0560-EAD2-50A2-6603-54B1A53F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Audio Interfaces (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 are comprised of groups of identical peripherals and their respective Signal Routing Units (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SRUn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SRU connects inputs and outputs of the DAI peripherals with each other and to the external pins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SDK supports up to </a:t>
            </a:r>
            <a:r>
              <a:rPr lang="en-US" sz="16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 channels input 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 4 physical I2S channels, where each I2S data line carries two channels of audio. 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required clocks including bit clock, frame sync, and MCLK should be provided from the audio source, and the input data should be synchronized to those clock signals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hdmitosharc.png">
            <a:extLst>
              <a:ext uri="{FF2B5EF4-FFF2-40B4-BE49-F238E27FC236}">
                <a16:creationId xmlns:a16="http://schemas.microsoft.com/office/drawing/2014/main" id="{0CA72052-2260-BC46-9253-57CC77FE0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4365104"/>
            <a:ext cx="4104456" cy="173089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400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AEFB-8E93-B994-D138-34C50F62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  <a:latin typeface="Arial"/>
                <a:ea typeface="Calibri" panose="020F0502020204030204" pitchFamily="34" charset="0"/>
                <a:cs typeface="Arial"/>
              </a:rPr>
              <a:t>DAI Pin Assignment</a:t>
            </a:r>
            <a:b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353914-9737-CCFD-3327-7746BDB5D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842" y="1844824"/>
            <a:ext cx="5756316" cy="4267200"/>
          </a:xfr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AD66B49F-8F9D-8B9D-A185-7A00AD0F7FF9}"/>
              </a:ext>
            </a:extLst>
          </p:cNvPr>
          <p:cNvSpPr/>
          <p:nvPr/>
        </p:nvSpPr>
        <p:spPr bwMode="auto">
          <a:xfrm>
            <a:off x="3419872" y="4077072"/>
            <a:ext cx="432048" cy="1080120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7741C14B-920E-DA70-3407-B11FF734593A}"/>
              </a:ext>
            </a:extLst>
          </p:cNvPr>
          <p:cNvSpPr/>
          <p:nvPr/>
        </p:nvSpPr>
        <p:spPr bwMode="auto">
          <a:xfrm>
            <a:off x="6588224" y="3978424"/>
            <a:ext cx="432048" cy="1080120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B266922-AA02-AC84-1DA5-FE59147199DD}"/>
              </a:ext>
            </a:extLst>
          </p:cNvPr>
          <p:cNvSpPr/>
          <p:nvPr/>
        </p:nvSpPr>
        <p:spPr bwMode="auto">
          <a:xfrm>
            <a:off x="3345362" y="3540900"/>
            <a:ext cx="432048" cy="536172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FA109B7-4684-23FB-0723-CD93C55D87B2}"/>
              </a:ext>
            </a:extLst>
          </p:cNvPr>
          <p:cNvSpPr/>
          <p:nvPr/>
        </p:nvSpPr>
        <p:spPr bwMode="auto">
          <a:xfrm>
            <a:off x="6160300" y="2672882"/>
            <a:ext cx="432048" cy="536172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0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E83248F2-A00E-9AD3-BBF4-88CDD566E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51" y="1631716"/>
            <a:ext cx="5762625" cy="450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CF29AF-728F-CB44-EB38-EF64A0E97199}"/>
              </a:ext>
            </a:extLst>
          </p:cNvPr>
          <p:cNvSpPr txBox="1">
            <a:spLocks/>
          </p:cNvSpPr>
          <p:nvPr/>
        </p:nvSpPr>
        <p:spPr>
          <a:xfrm>
            <a:off x="762000" y="685800"/>
            <a:ext cx="6096000" cy="5334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C14916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sz="1800" kern="0" dirty="0">
                <a:latin typeface="Arial"/>
                <a:ea typeface="Calibri" panose="020F0502020204030204" pitchFamily="34" charset="0"/>
                <a:cs typeface="Arial"/>
              </a:rPr>
              <a:t>SRU</a:t>
            </a:r>
            <a:br>
              <a:rPr lang="en-US" sz="1800" kern="0" dirty="0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kern="0"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1138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7DDC0-CC40-DAC5-2D79-C453FDE8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586822"/>
            <a:ext cx="2743200" cy="1645920"/>
          </a:xfrm>
        </p:spPr>
        <p:txBody>
          <a:bodyPr>
            <a:normAutofit/>
          </a:bodyPr>
          <a:lstStyle/>
          <a:p>
            <a:r>
              <a:rPr lang="en-IN" sz="2800"/>
              <a:t>SPORT</a:t>
            </a:r>
            <a:endParaRPr lang="en-US" sz="28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CB0E0-E394-F450-33B9-680E6313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579" y="586822"/>
            <a:ext cx="458005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processors feature eight synchronous serial ports (SPORTs)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SPORT  0 to 7</a:t>
            </a:r>
          </a:p>
          <a:p>
            <a:pPr>
              <a:lnSpc>
                <a:spcPct val="9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DAI 0  GROUP  SPORT 0 to 3 </a:t>
            </a:r>
          </a:p>
          <a:p>
            <a:pPr>
              <a:lnSpc>
                <a:spcPct val="9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DAI1   GROUP SPORT 4 to 7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62859-0823-3A35-12A9-BC9AA1DB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7" y="3402434"/>
            <a:ext cx="4111132" cy="213778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2AE0B7-9EA3-5D33-CDD0-90DD74215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970386"/>
              </p:ext>
            </p:extLst>
          </p:nvPr>
        </p:nvGraphicFramePr>
        <p:xfrm>
          <a:off x="4649085" y="2956263"/>
          <a:ext cx="4142312" cy="33440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1156">
                  <a:extLst>
                    <a:ext uri="{9D8B030D-6E8A-4147-A177-3AD203B41FA5}">
                      <a16:colId xmlns:a16="http://schemas.microsoft.com/office/drawing/2014/main" val="1130295141"/>
                    </a:ext>
                  </a:extLst>
                </a:gridCol>
                <a:gridCol w="2071156">
                  <a:extLst>
                    <a:ext uri="{9D8B030D-6E8A-4147-A177-3AD203B41FA5}">
                      <a16:colId xmlns:a16="http://schemas.microsoft.com/office/drawing/2014/main" val="398291977"/>
                    </a:ext>
                  </a:extLst>
                </a:gridCol>
              </a:tblGrid>
              <a:tr h="50502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300" b="1">
                          <a:effectLst/>
                        </a:rPr>
                        <a:t>SPORT</a:t>
                      </a:r>
                      <a:endParaRPr lang="en-US" sz="23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080279"/>
                  </a:ext>
                </a:extLst>
              </a:tr>
              <a:tr h="5050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1">
                          <a:effectLst/>
                        </a:rPr>
                        <a:t>SPORT0 Group</a:t>
                      </a:r>
                      <a:endParaRPr lang="en-US" sz="23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1">
                          <a:effectLst/>
                        </a:rPr>
                        <a:t>SPORT1 Group</a:t>
                      </a:r>
                      <a:endParaRPr lang="en-US" sz="23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extLst>
                  <a:ext uri="{0D108BD9-81ED-4DB2-BD59-A6C34878D82A}">
                    <a16:rowId xmlns:a16="http://schemas.microsoft.com/office/drawing/2014/main" val="2551542973"/>
                  </a:ext>
                </a:extLst>
              </a:tr>
              <a:tr h="5050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0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4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extLst>
                  <a:ext uri="{0D108BD9-81ED-4DB2-BD59-A6C34878D82A}">
                    <a16:rowId xmlns:a16="http://schemas.microsoft.com/office/drawing/2014/main" val="3652214518"/>
                  </a:ext>
                </a:extLst>
              </a:tr>
              <a:tr h="5050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1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5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extLst>
                  <a:ext uri="{0D108BD9-81ED-4DB2-BD59-A6C34878D82A}">
                    <a16:rowId xmlns:a16="http://schemas.microsoft.com/office/drawing/2014/main" val="4251924520"/>
                  </a:ext>
                </a:extLst>
              </a:tr>
              <a:tr h="5050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2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6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extLst>
                  <a:ext uri="{0D108BD9-81ED-4DB2-BD59-A6C34878D82A}">
                    <a16:rowId xmlns:a16="http://schemas.microsoft.com/office/drawing/2014/main" val="693133849"/>
                  </a:ext>
                </a:extLst>
              </a:tr>
              <a:tr h="5050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3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>
                          <a:effectLst/>
                        </a:rPr>
                        <a:t>SPORT 7</a:t>
                      </a:r>
                      <a:endParaRPr lang="en-US" sz="23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332" marR="20332" marT="20332" marB="97594" anchor="b"/>
                </a:tc>
                <a:extLst>
                  <a:ext uri="{0D108BD9-81ED-4DB2-BD59-A6C34878D82A}">
                    <a16:rowId xmlns:a16="http://schemas.microsoft.com/office/drawing/2014/main" val="994320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46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port&#10;&#10;Description automatically generated">
            <a:extLst>
              <a:ext uri="{FF2B5EF4-FFF2-40B4-BE49-F238E27FC236}">
                <a16:creationId xmlns:a16="http://schemas.microsoft.com/office/drawing/2014/main" id="{8377D7A9-E6D2-9EB2-894B-F71FF937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65781"/>
            <a:ext cx="3968749" cy="3926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0968F-3EE6-094E-6D76-FBA16844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48" y="1510043"/>
            <a:ext cx="3968751" cy="38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2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44AF91-1A82-A97D-E1DE-7237EBF4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25" y="1677437"/>
            <a:ext cx="8360750" cy="435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0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6321-8BBB-A894-FF00-021FFC28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SPORT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3FB6B1-6267-D0C1-3139-3A95C7B8F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2635340"/>
            <a:ext cx="7016750" cy="3551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47BF8-7F51-60E9-5BFB-9878E7250953}"/>
              </a:ext>
            </a:extLst>
          </p:cNvPr>
          <p:cNvSpPr txBox="1"/>
          <p:nvPr/>
        </p:nvSpPr>
        <p:spPr>
          <a:xfrm>
            <a:off x="831050" y="1435012"/>
            <a:ext cx="7773398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Times New Roman"/>
              </a:rPr>
              <a:t>This SDK </a:t>
            </a:r>
            <a:r>
              <a:rPr lang="en-US" sz="1200" dirty="0">
                <a:solidFill>
                  <a:srgbClr val="00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SPORT I/P</a:t>
            </a:r>
            <a:r>
              <a:rPr lang="en-US" sz="1200" dirty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Times New Roman"/>
              </a:rPr>
              <a:t> to </a:t>
            </a:r>
            <a:r>
              <a:rPr lang="en-US" sz="1200" dirty="0">
                <a:solidFill>
                  <a:srgbClr val="00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16</a:t>
            </a:r>
            <a:r>
              <a:rPr lang="en-US" sz="1200" dirty="0">
                <a:solidFill>
                  <a:srgbClr val="000000"/>
                </a:solidFill>
                <a:effectLst/>
                <a:latin typeface="Calibri"/>
                <a:ea typeface="Calibri" panose="020F0502020204030204" pitchFamily="34" charset="0"/>
                <a:cs typeface="Times New Roman"/>
              </a:rPr>
              <a:t> channels output. PCG is used to derive the required output bit</a:t>
            </a:r>
            <a:r>
              <a:rPr lang="en-US" sz="120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 clock and frame sync.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/>
                <a:ea typeface="Calibri" panose="020F0502020204030204" pitchFamily="34" charset="0"/>
                <a:cs typeface="Times New Roman"/>
              </a:rPr>
              <a:t> </a:t>
            </a:r>
            <a:r>
              <a:rPr lang="en-US" sz="1200" dirty="0">
                <a:effectLst/>
                <a:latin typeface="Calibri"/>
                <a:ea typeface="Calibri" panose="020F0502020204030204" pitchFamily="34" charset="0"/>
                <a:cs typeface="Times New Roman"/>
              </a:rPr>
              <a:t>The MCLK received from the source is used to generate the bit clock and frame sync for audio output.</a:t>
            </a:r>
          </a:p>
          <a:p>
            <a:r>
              <a:rPr lang="en-US" sz="1200" dirty="0">
                <a:solidFill>
                  <a:srgbClr val="000000"/>
                </a:solidFill>
                <a:latin typeface="Calibri"/>
                <a:cs typeface="Times New Roman"/>
              </a:rPr>
              <a:t>There are four PCG units per DAI. 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0000"/>
                </a:solidFill>
                <a:latin typeface="Calibri"/>
                <a:cs typeface="Times New Roman"/>
              </a:rPr>
              <a:t>PCGA, PCGB, PCGE, and PCGF belong to DAI0; 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0000"/>
                </a:solidFill>
                <a:latin typeface="Calibri"/>
                <a:cs typeface="Times New Roman"/>
              </a:rPr>
              <a:t>PCGC, PCGD, PCGG, and PCGH belong to DAI1. 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80470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D365-6402-A991-DE80-ABB4B97D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Tahoma"/>
                <a:cs typeface="Tahoma"/>
              </a:rPr>
              <a:t>I2S</a:t>
            </a:r>
            <a:endParaRPr lang="en-US"/>
          </a:p>
        </p:txBody>
      </p:sp>
      <p:pic>
        <p:nvPicPr>
          <p:cNvPr id="11" name="Content Placeholder 10" descr="A diagram of a computer&#10;&#10;Description automatically generated">
            <a:extLst>
              <a:ext uri="{FF2B5EF4-FFF2-40B4-BE49-F238E27FC236}">
                <a16:creationId xmlns:a16="http://schemas.microsoft.com/office/drawing/2014/main" id="{D72256CA-9D60-CBF1-E80C-0FD016492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309" y="1546466"/>
            <a:ext cx="7367782" cy="4549534"/>
          </a:xfrm>
        </p:spPr>
      </p:pic>
    </p:spTree>
    <p:extLst>
      <p:ext uri="{BB962C8B-B14F-4D97-AF65-F5344CB8AC3E}">
        <p14:creationId xmlns:p14="http://schemas.microsoft.com/office/powerpoint/2010/main" val="362640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ABB9-F0EE-19DD-0CD3-5B0AF518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Tahoma"/>
                <a:cs typeface="Tahoma"/>
              </a:rPr>
              <a:t>TDM</a:t>
            </a:r>
            <a:endParaRPr lang="en-US"/>
          </a:p>
        </p:txBody>
      </p:sp>
      <p:pic>
        <p:nvPicPr>
          <p:cNvPr id="4" name="Content Placeholder 3" descr="A diagram of a computer&#10;&#10;Description automatically generated">
            <a:extLst>
              <a:ext uri="{FF2B5EF4-FFF2-40B4-BE49-F238E27FC236}">
                <a16:creationId xmlns:a16="http://schemas.microsoft.com/office/drawing/2014/main" id="{6B2A7BFE-ED2B-6F65-DA17-52B1CE9BE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633" y="1828800"/>
            <a:ext cx="6697133" cy="4267200"/>
          </a:xfrm>
        </p:spPr>
      </p:pic>
    </p:spTree>
    <p:extLst>
      <p:ext uri="{BB962C8B-B14F-4D97-AF65-F5344CB8AC3E}">
        <p14:creationId xmlns:p14="http://schemas.microsoft.com/office/powerpoint/2010/main" val="106956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uter&#10;&#10;Description automatically generated">
            <a:extLst>
              <a:ext uri="{FF2B5EF4-FFF2-40B4-BE49-F238E27FC236}">
                <a16:creationId xmlns:a16="http://schemas.microsoft.com/office/drawing/2014/main" id="{75924F35-A436-498D-C74B-CEF05538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55663"/>
            <a:ext cx="8367048" cy="670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8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293B-C23A-0ACF-350C-6E5BF023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Tahoma"/>
                <a:cs typeface="Tahoma"/>
              </a:rPr>
              <a:t>PCG</a:t>
            </a:r>
            <a:endParaRPr lang="en-US"/>
          </a:p>
        </p:txBody>
      </p:sp>
      <p:pic>
        <p:nvPicPr>
          <p:cNvPr id="4" name="Content Placeholder 3" descr="A diagram of a computer component&#10;&#10;Description automatically generated">
            <a:extLst>
              <a:ext uri="{FF2B5EF4-FFF2-40B4-BE49-F238E27FC236}">
                <a16:creationId xmlns:a16="http://schemas.microsoft.com/office/drawing/2014/main" id="{0E5EBC79-7170-7800-0344-7A72EA4BC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980" y="1518871"/>
            <a:ext cx="7335236" cy="2956252"/>
          </a:xfrm>
        </p:spPr>
      </p:pic>
      <p:pic>
        <p:nvPicPr>
          <p:cNvPr id="5" name="Picture 4" descr="A table with numbers and a white background&#10;&#10;Description automatically generated">
            <a:extLst>
              <a:ext uri="{FF2B5EF4-FFF2-40B4-BE49-F238E27FC236}">
                <a16:creationId xmlns:a16="http://schemas.microsoft.com/office/drawing/2014/main" id="{742CF548-7E49-9A91-5950-BC814D5F2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210" y="5049578"/>
            <a:ext cx="2619375" cy="857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A1065-B554-96B1-CAA9-83D1745895DC}"/>
              </a:ext>
            </a:extLst>
          </p:cNvPr>
          <p:cNvSpPr txBox="1"/>
          <p:nvPr/>
        </p:nvSpPr>
        <p:spPr>
          <a:xfrm>
            <a:off x="5091130" y="4836119"/>
            <a:ext cx="24226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Book Antiqua"/>
              </a:rPr>
              <a:t>DIV = MCLK/FS CLK</a:t>
            </a:r>
          </a:p>
          <a:p>
            <a:r>
              <a:rPr lang="en-US" sz="1600">
                <a:latin typeface="Book Antiqua"/>
              </a:rPr>
              <a:t>             24.576MHz/48K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EF65-9E32-2F10-317B-50B2F8340786}"/>
              </a:ext>
            </a:extLst>
          </p:cNvPr>
          <p:cNvSpPr txBox="1"/>
          <p:nvPr/>
        </p:nvSpPr>
        <p:spPr>
          <a:xfrm>
            <a:off x="5231388" y="5714089"/>
            <a:ext cx="23697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Book Antiqua"/>
              </a:rPr>
              <a:t>BCLK = 64 * FS CLK.</a:t>
            </a:r>
          </a:p>
        </p:txBody>
      </p:sp>
    </p:spTree>
    <p:extLst>
      <p:ext uri="{BB962C8B-B14F-4D97-AF65-F5344CB8AC3E}">
        <p14:creationId xmlns:p14="http://schemas.microsoft.com/office/powerpoint/2010/main" val="2185203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88679-97CC-AD49-0EB6-FC23DFE5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Tahoma"/>
                <a:cs typeface="Tahoma"/>
              </a:rPr>
              <a:t>Debugging Tips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86C7A-6159-E741-CA03-051B371C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2075" tIns="46038" rIns="92075" bIns="46038" anchor="t"/>
          <a:lstStyle/>
          <a:p>
            <a:r>
              <a:rPr lang="en-US" sz="1600" b="0" dirty="0">
                <a:ea typeface="Tahoma"/>
                <a:cs typeface="Tahoma"/>
              </a:rPr>
              <a:t>Probe the I/P &amp; O/P clocks</a:t>
            </a:r>
          </a:p>
          <a:p>
            <a:r>
              <a:rPr lang="en-US" sz="1600" b="0" dirty="0">
                <a:ea typeface="Tahoma"/>
                <a:cs typeface="Tahoma"/>
              </a:rPr>
              <a:t>Verify Interrupt is generating for Rx and Tx Handler function.</a:t>
            </a:r>
          </a:p>
          <a:p>
            <a:r>
              <a:rPr lang="en-US" sz="1600" b="0" dirty="0">
                <a:ea typeface="Tahoma"/>
                <a:cs typeface="Tahoma"/>
              </a:rPr>
              <a:t>Plot the DMA buffers content</a:t>
            </a:r>
          </a:p>
          <a:p>
            <a:r>
              <a:rPr lang="en-US" sz="1600" b="0" dirty="0">
                <a:ea typeface="Tahoma"/>
                <a:cs typeface="Tahoma"/>
              </a:rPr>
              <a:t>DAI to DAI routing</a:t>
            </a:r>
          </a:p>
          <a:p>
            <a:r>
              <a:rPr lang="en-US" sz="1600" b="0" dirty="0">
                <a:ea typeface="Tahoma"/>
                <a:cs typeface="Tahoma"/>
              </a:rPr>
              <a:t>SPORT to SPORT routing</a:t>
            </a:r>
          </a:p>
        </p:txBody>
      </p:sp>
    </p:spTree>
    <p:extLst>
      <p:ext uri="{BB962C8B-B14F-4D97-AF65-F5344CB8AC3E}">
        <p14:creationId xmlns:p14="http://schemas.microsoft.com/office/powerpoint/2010/main" val="276170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Free png thank-you-images-in-black-for-ppt - Fine Grace ...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819400"/>
            <a:ext cx="6324600" cy="2514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py of proposal_template_ver1.1">
  <a:themeElements>
    <a:clrScheme name="Copy of proposal_template_ver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opy of proposal_template_ver1.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anose="02040602050305030304" pitchFamily="18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anose="02040602050305030304" pitchFamily="18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Copy of proposal_template_ver1.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 of proposal_template_ver1.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py of proposal_template_ver1.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 of proposal_template_ver1.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 of proposal_template_ver1.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 of proposal_template_ver1.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 of proposal_template_ver1.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4c8fdd-6a95-4db6-9bb5-c65d7126e426" xsi:nil="true"/>
    <lcf76f155ced4ddcb4097134ff3c332f xmlns="82aca38d-74d5-4ce7-920c-59228ba159e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60F794EE8B7F4896CF96123B576A02" ma:contentTypeVersion="14" ma:contentTypeDescription="Create a new document." ma:contentTypeScope="" ma:versionID="a515f5e97c337ced10d4210d6ad70d57">
  <xsd:schema xmlns:xsd="http://www.w3.org/2001/XMLSchema" xmlns:xs="http://www.w3.org/2001/XMLSchema" xmlns:p="http://schemas.microsoft.com/office/2006/metadata/properties" xmlns:ns2="82aca38d-74d5-4ce7-920c-59228ba159e1" xmlns:ns3="204c8fdd-6a95-4db6-9bb5-c65d7126e426" targetNamespace="http://schemas.microsoft.com/office/2006/metadata/properties" ma:root="true" ma:fieldsID="48b2a20fcc60b9779bf550ce6025378e" ns2:_="" ns3:_="">
    <xsd:import namespace="82aca38d-74d5-4ce7-920c-59228ba159e1"/>
    <xsd:import namespace="204c8fdd-6a95-4db6-9bb5-c65d7126e4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aca38d-74d5-4ce7-920c-59228ba15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d8ae02-67be-425d-859a-0c16ee0cf0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c8fdd-6a95-4db6-9bb5-c65d7126e4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497cf32-f975-48ff-8ef4-ce7729ecca1e}" ma:internalName="TaxCatchAll" ma:showField="CatchAllData" ma:web="204c8fdd-6a95-4db6-9bb5-c65d7126e4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EC7F89-F167-4AFA-84B6-A9BC48549CD9}">
  <ds:schemaRefs>
    <ds:schemaRef ds:uri="9b481373-4723-4f10-861f-bcb74cda5474"/>
    <ds:schemaRef ds:uri="f298f05e-96f0-4e06-9230-90426041c31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3CEB21A-7DB4-4CA0-A5B5-3421980EE2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F34939-20D8-40A3-983A-0835675187D6}"/>
</file>

<file path=docProps/app.xml><?xml version="1.0" encoding="utf-8"?>
<Properties xmlns="http://schemas.openxmlformats.org/officeDocument/2006/extended-properties" xmlns:vt="http://schemas.openxmlformats.org/officeDocument/2006/docPropsVTypes">
  <Template>General_Jasmin_Presentation_Template</Template>
  <Application>Microsoft Office PowerPoint</Application>
  <PresentationFormat>On-screen Show (4:3)</PresentationFormat>
  <Slides>15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Copy of proposal_template_ver1.1</vt:lpstr>
      <vt:lpstr>DAI, SPORT, PCG  - Peripherals usage  and configuration</vt:lpstr>
      <vt:lpstr>PowerPoint Presentation</vt:lpstr>
      <vt:lpstr>DAI - Digital Audio Interface </vt:lpstr>
      <vt:lpstr>DAI Pin Assignment </vt:lpstr>
      <vt:lpstr>PowerPoint Presentation</vt:lpstr>
      <vt:lpstr>SPORT</vt:lpstr>
      <vt:lpstr>PowerPoint Presentation</vt:lpstr>
      <vt:lpstr>PowerPoint Presentation</vt:lpstr>
      <vt:lpstr>SPORT</vt:lpstr>
      <vt:lpstr>I2S</vt:lpstr>
      <vt:lpstr>TDM</vt:lpstr>
      <vt:lpstr>PowerPoint Presentation</vt:lpstr>
      <vt:lpstr>PCG</vt:lpstr>
      <vt:lpstr>Debugging Tips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Floatingpt and  C_ASM</dc:title>
  <dc:creator>Subramaniyam</dc:creator>
  <cp:revision>40</cp:revision>
  <dcterms:created xsi:type="dcterms:W3CDTF">2002-10-06T13:26:00Z</dcterms:created>
  <dcterms:modified xsi:type="dcterms:W3CDTF">2024-02-22T11:51:51Z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1033-10.2.0.7636</vt:lpwstr>
  </property>
  <property fmtid="{D5CDD505-2E9C-101B-9397-08002B2CF9AE}" pid="3" name="ContentTypeId">
    <vt:lpwstr>0x010100C360F794EE8B7F4896CF96123B576A02</vt:lpwstr>
  </property>
  <property fmtid="{D5CDD505-2E9C-101B-9397-08002B2CF9AE}" pid="4" name="MediaServiceImageTags">
    <vt:lpwstr/>
  </property>
</Properties>
</file>