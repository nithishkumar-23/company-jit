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 id="2147483648" r:id="rId5"/>
  </p:sldMasterIdLst>
  <p:notesMasterIdLst>
    <p:notesMasterId r:id="rId23"/>
  </p:notesMasterIdLst>
  <p:sldIdLst>
    <p:sldId id="256" r:id="rId6"/>
    <p:sldId id="338" r:id="rId7"/>
    <p:sldId id="333" r:id="rId8"/>
    <p:sldId id="336" r:id="rId9"/>
    <p:sldId id="343" r:id="rId10"/>
    <p:sldId id="326" r:id="rId11"/>
    <p:sldId id="339" r:id="rId12"/>
    <p:sldId id="320" r:id="rId13"/>
    <p:sldId id="340" r:id="rId14"/>
    <p:sldId id="341" r:id="rId15"/>
    <p:sldId id="331" r:id="rId16"/>
    <p:sldId id="332" r:id="rId17"/>
    <p:sldId id="344" r:id="rId18"/>
    <p:sldId id="345" r:id="rId19"/>
    <p:sldId id="330" r:id="rId20"/>
    <p:sldId id="335" r:id="rId21"/>
    <p:sldId id="27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C4FF162-B20D-0E9F-FF77-55307C7322A1}" name="Vishnuchandran.Ravi" initials="Vi" userId="S::vishnuchandran.ravi@jasmin-infotech.com::b7ca43b6-59a4-4780-8f6c-4c292c33d98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72C4"/>
    <a:srgbClr val="FFFFFF"/>
    <a:srgbClr val="010086"/>
    <a:srgbClr val="074C59"/>
    <a:srgbClr val="D9D9D9"/>
    <a:srgbClr val="07070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0CF5B5-3924-9763-F21F-59EDD34FB05B}" v="67" dt="2024-10-23T06:09:18.195"/>
    <p1510:client id="{1EB48411-6A1C-D4E9-880F-85BB927897EB}" v="20" dt="2024-10-23T14:27:00.523"/>
    <p1510:client id="{5A8B63F4-EE4D-934F-4C0B-F0BF9966DECA}" v="144" dt="2024-10-21T14:28:47.668"/>
    <p1510:client id="{6CFCF225-792C-0F91-E68B-5D22E0915C52}" v="13" dt="2024-10-23T06:00:11.460"/>
    <p1510:client id="{93DAE03B-ABCD-C345-18B3-A53E3D346EF1}" v="119" dt="2024-10-22T14:19:08.6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tableStyles" Target="tableStyles.xml"/><Relationship Id="rId3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bramani Pazhaniyappan" userId="S::subramani.pazhaniyappan@jasmin-infotech.com::6cb1e6e2-5ab5-4893-8d05-9a9055123917" providerId="AD" clId="Web-{040CF5B5-3924-9763-F21F-59EDD34FB05B}"/>
    <pc:docChg chg="modSld">
      <pc:chgData name="Subramani Pazhaniyappan" userId="S::subramani.pazhaniyappan@jasmin-infotech.com::6cb1e6e2-5ab5-4893-8d05-9a9055123917" providerId="AD" clId="Web-{040CF5B5-3924-9763-F21F-59EDD34FB05B}" dt="2024-10-23T06:09:15.570" v="29" actId="20577"/>
      <pc:docMkLst>
        <pc:docMk/>
      </pc:docMkLst>
      <pc:sldChg chg="modSp">
        <pc:chgData name="Subramani Pazhaniyappan" userId="S::subramani.pazhaniyappan@jasmin-infotech.com::6cb1e6e2-5ab5-4893-8d05-9a9055123917" providerId="AD" clId="Web-{040CF5B5-3924-9763-F21F-59EDD34FB05B}" dt="2024-10-23T06:09:15.570" v="29" actId="20577"/>
        <pc:sldMkLst>
          <pc:docMk/>
          <pc:sldMk cId="3400727329" sldId="335"/>
        </pc:sldMkLst>
        <pc:spChg chg="mod">
          <ac:chgData name="Subramani Pazhaniyappan" userId="S::subramani.pazhaniyappan@jasmin-infotech.com::6cb1e6e2-5ab5-4893-8d05-9a9055123917" providerId="AD" clId="Web-{040CF5B5-3924-9763-F21F-59EDD34FB05B}" dt="2024-10-23T06:09:15.570" v="29" actId="20577"/>
          <ac:spMkLst>
            <pc:docMk/>
            <pc:sldMk cId="3400727329" sldId="335"/>
            <ac:spMk id="5" creationId="{C84EDE43-A6C7-C5B2-729F-61331787F881}"/>
          </ac:spMkLst>
        </pc:spChg>
      </pc:sldChg>
    </pc:docChg>
  </pc:docChgLst>
  <pc:docChgLst>
    <pc:chgData name="Subramani Pazhaniyappan" userId="S::subramani.pazhaniyappan@jasmin-infotech.com::6cb1e6e2-5ab5-4893-8d05-9a9055123917" providerId="AD" clId="Web-{1EB48411-6A1C-D4E9-880F-85BB927897EB}"/>
    <pc:docChg chg="modSld">
      <pc:chgData name="Subramani Pazhaniyappan" userId="S::subramani.pazhaniyappan@jasmin-infotech.com::6cb1e6e2-5ab5-4893-8d05-9a9055123917" providerId="AD" clId="Web-{1EB48411-6A1C-D4E9-880F-85BB927897EB}" dt="2024-10-23T14:27:00.523" v="19" actId="20577"/>
      <pc:docMkLst>
        <pc:docMk/>
      </pc:docMkLst>
      <pc:sldChg chg="modSp">
        <pc:chgData name="Subramani Pazhaniyappan" userId="S::subramani.pazhaniyappan@jasmin-infotech.com::6cb1e6e2-5ab5-4893-8d05-9a9055123917" providerId="AD" clId="Web-{1EB48411-6A1C-D4E9-880F-85BB927897EB}" dt="2024-10-23T14:27:00.523" v="19" actId="20577"/>
        <pc:sldMkLst>
          <pc:docMk/>
          <pc:sldMk cId="3400727329" sldId="335"/>
        </pc:sldMkLst>
        <pc:spChg chg="mod">
          <ac:chgData name="Subramani Pazhaniyappan" userId="S::subramani.pazhaniyappan@jasmin-infotech.com::6cb1e6e2-5ab5-4893-8d05-9a9055123917" providerId="AD" clId="Web-{1EB48411-6A1C-D4E9-880F-85BB927897EB}" dt="2024-10-23T14:27:00.523" v="19" actId="20577"/>
          <ac:spMkLst>
            <pc:docMk/>
            <pc:sldMk cId="3400727329" sldId="335"/>
            <ac:spMk id="2" creationId="{D0C1B200-8FF5-B1B9-6B54-4CBFEA31D4A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E6F84F-415A-4DAA-9779-B90E19A84FF0}" type="datetimeFigureOut">
              <a:rPr lang="en-IN" smtClean="0"/>
              <a:t>23-10-2024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4E07B7-A532-4025-953D-57EC5826ED7E}" type="slidenum">
              <a:rPr lang="en-IN" smtClean="0"/>
              <a:t>‹#›</a:t>
            </a:fld>
            <a:endParaRPr lang="en-IN"/>
          </a:p>
        </p:txBody>
      </p:sp>
    </p:spTree>
    <p:extLst>
      <p:ext uri="{BB962C8B-B14F-4D97-AF65-F5344CB8AC3E}">
        <p14:creationId xmlns:p14="http://schemas.microsoft.com/office/powerpoint/2010/main" val="7604521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8" name="Text Box 16">
            <a:extLst>
              <a:ext uri="{FF2B5EF4-FFF2-40B4-BE49-F238E27FC236}">
                <a16:creationId xmlns:a16="http://schemas.microsoft.com/office/drawing/2014/main" id="{4124788B-26D4-40D5-ADB7-E3EFDD03A2B4}"/>
              </a:ext>
            </a:extLst>
          </p:cNvPr>
          <p:cNvSpPr txBox="1">
            <a:spLocks noChangeArrowheads="1"/>
          </p:cNvSpPr>
          <p:nvPr userDrawn="1"/>
        </p:nvSpPr>
        <p:spPr bwMode="auto">
          <a:xfrm>
            <a:off x="5337897" y="6411954"/>
            <a:ext cx="1676400" cy="253916"/>
          </a:xfrm>
          <a:prstGeom prst="rect">
            <a:avLst/>
          </a:prstGeom>
          <a:noFill/>
          <a:ln>
            <a:noFill/>
          </a:ln>
        </p:spPr>
        <p:txBody>
          <a:bodyPr wrap="squar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base" hangingPunct="0">
              <a:spcBef>
                <a:spcPct val="0"/>
              </a:spcBef>
              <a:spcAft>
                <a:spcPct val="0"/>
              </a:spcAft>
              <a:defRPr sz="1600">
                <a:solidFill>
                  <a:schemeClr val="tx1"/>
                </a:solidFill>
                <a:latin typeface="Tahoma" pitchFamily="34" charset="0"/>
              </a:defRPr>
            </a:lvl6pPr>
            <a:lvl7pPr marL="2971800" indent="-228600" algn="ctr" eaLnBrk="0" fontAlgn="base" hangingPunct="0">
              <a:spcBef>
                <a:spcPct val="0"/>
              </a:spcBef>
              <a:spcAft>
                <a:spcPct val="0"/>
              </a:spcAft>
              <a:defRPr sz="1600">
                <a:solidFill>
                  <a:schemeClr val="tx1"/>
                </a:solidFill>
                <a:latin typeface="Tahoma" pitchFamily="34" charset="0"/>
              </a:defRPr>
            </a:lvl7pPr>
            <a:lvl8pPr marL="3429000" indent="-228600" algn="ctr" eaLnBrk="0" fontAlgn="base" hangingPunct="0">
              <a:spcBef>
                <a:spcPct val="0"/>
              </a:spcBef>
              <a:spcAft>
                <a:spcPct val="0"/>
              </a:spcAft>
              <a:defRPr sz="1600">
                <a:solidFill>
                  <a:schemeClr val="tx1"/>
                </a:solidFill>
                <a:latin typeface="Tahoma" pitchFamily="34" charset="0"/>
              </a:defRPr>
            </a:lvl8pPr>
            <a:lvl9pPr marL="3886200" indent="-228600" algn="ctr" eaLnBrk="0" fontAlgn="base" hangingPunct="0">
              <a:spcBef>
                <a:spcPct val="0"/>
              </a:spcBef>
              <a:spcAft>
                <a:spcPct val="0"/>
              </a:spcAft>
              <a:defRPr sz="1600">
                <a:solidFill>
                  <a:schemeClr val="tx1"/>
                </a:solidFill>
                <a:latin typeface="Tahoma" pitchFamily="34" charset="0"/>
              </a:defRPr>
            </a:lvl9pPr>
          </a:lstStyle>
          <a:p>
            <a:pPr>
              <a:spcBef>
                <a:spcPct val="50000"/>
              </a:spcBef>
              <a:defRPr/>
            </a:pPr>
            <a:r>
              <a:rPr lang="en-US" sz="1050" b="0" u="sng">
                <a:solidFill>
                  <a:srgbClr val="000099"/>
                </a:solidFill>
                <a:latin typeface="+mn-lt"/>
              </a:rPr>
              <a:t>www.jasmin-infotech.com</a:t>
            </a:r>
            <a:endParaRPr lang="en-US" sz="1400" b="0" i="1">
              <a:solidFill>
                <a:srgbClr val="C14916"/>
              </a:solidFill>
              <a:latin typeface="+mn-lt"/>
            </a:endParaRPr>
          </a:p>
        </p:txBody>
      </p:sp>
      <p:sp>
        <p:nvSpPr>
          <p:cNvPr id="11" name="Slide Number Placeholder 12">
            <a:extLst>
              <a:ext uri="{FF2B5EF4-FFF2-40B4-BE49-F238E27FC236}">
                <a16:creationId xmlns:a16="http://schemas.microsoft.com/office/drawing/2014/main" id="{31D66A2A-A548-48C9-922B-D62471CE8727}"/>
              </a:ext>
            </a:extLst>
          </p:cNvPr>
          <p:cNvSpPr>
            <a:spLocks noGrp="1"/>
          </p:cNvSpPr>
          <p:nvPr>
            <p:ph type="sldNum" sz="quarter" idx="12"/>
          </p:nvPr>
        </p:nvSpPr>
        <p:spPr>
          <a:xfrm>
            <a:off x="10134600" y="6422754"/>
            <a:ext cx="1219199" cy="298721"/>
          </a:xfrm>
          <a:prstGeom prst="rect">
            <a:avLst/>
          </a:prstGeom>
        </p:spPr>
        <p:txBody>
          <a:bodyPr/>
          <a:lstStyle/>
          <a:p>
            <a:fld id="{83735547-B499-4273-BF07-F756EAEC2F73}" type="slidenum">
              <a:rPr lang="en-IN" smtClean="0"/>
              <a:t>‹#›</a:t>
            </a:fld>
            <a:endParaRPr lang="en-IN"/>
          </a:p>
        </p:txBody>
      </p:sp>
      <p:pic>
        <p:nvPicPr>
          <p:cNvPr id="2" name="Picture 1">
            <a:extLst>
              <a:ext uri="{FF2B5EF4-FFF2-40B4-BE49-F238E27FC236}">
                <a16:creationId xmlns:a16="http://schemas.microsoft.com/office/drawing/2014/main" id="{0D138D3F-CC47-0FF9-D4CB-EC6B2E5ACB8B}"/>
              </a:ext>
            </a:extLst>
          </p:cNvPr>
          <p:cNvPicPr>
            <a:picLocks noChangeAspect="1"/>
          </p:cNvPicPr>
          <p:nvPr userDrawn="1"/>
        </p:nvPicPr>
        <p:blipFill>
          <a:blip r:embed="rId2"/>
          <a:stretch>
            <a:fillRect/>
          </a:stretch>
        </p:blipFill>
        <p:spPr>
          <a:xfrm>
            <a:off x="4225129" y="2298963"/>
            <a:ext cx="3741742" cy="1200329"/>
          </a:xfrm>
          <a:prstGeom prst="rect">
            <a:avLst/>
          </a:prstGeom>
        </p:spPr>
      </p:pic>
      <p:sp>
        <p:nvSpPr>
          <p:cNvPr id="3" name="TextBox 2">
            <a:extLst>
              <a:ext uri="{FF2B5EF4-FFF2-40B4-BE49-F238E27FC236}">
                <a16:creationId xmlns:a16="http://schemas.microsoft.com/office/drawing/2014/main" id="{33E40779-73A9-914E-2480-9A29EBF05473}"/>
              </a:ext>
            </a:extLst>
          </p:cNvPr>
          <p:cNvSpPr txBox="1"/>
          <p:nvPr userDrawn="1"/>
        </p:nvSpPr>
        <p:spPr>
          <a:xfrm>
            <a:off x="4963435" y="3499292"/>
            <a:ext cx="2425324" cy="400110"/>
          </a:xfrm>
          <a:prstGeom prst="rect">
            <a:avLst/>
          </a:prstGeom>
          <a:noFill/>
        </p:spPr>
        <p:txBody>
          <a:bodyPr wrap="square">
            <a:spAutoFit/>
          </a:bodyPr>
          <a:lstStyle/>
          <a:p>
            <a:r>
              <a:rPr lang="en-IN" sz="2000" b="1" i="1">
                <a:solidFill>
                  <a:srgbClr val="000000"/>
                </a:solidFill>
                <a:effectLst/>
              </a:rPr>
              <a:t>Helping you innovate</a:t>
            </a:r>
            <a:endParaRPr lang="en-IN" sz="2000" b="1" i="1"/>
          </a:p>
        </p:txBody>
      </p:sp>
      <p:pic>
        <p:nvPicPr>
          <p:cNvPr id="4" name="Picture 3" descr="A picture containing text, font, logo, graphics&#10;&#10;Description automatically generated">
            <a:extLst>
              <a:ext uri="{FF2B5EF4-FFF2-40B4-BE49-F238E27FC236}">
                <a16:creationId xmlns:a16="http://schemas.microsoft.com/office/drawing/2014/main" id="{FE7E01E8-D30E-15CC-EEBD-2C36403598B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997054" y="247217"/>
            <a:ext cx="2197891" cy="1774759"/>
          </a:xfrm>
          <a:prstGeom prst="rect">
            <a:avLst/>
          </a:prstGeom>
        </p:spPr>
      </p:pic>
    </p:spTree>
    <p:extLst>
      <p:ext uri="{BB962C8B-B14F-4D97-AF65-F5344CB8AC3E}">
        <p14:creationId xmlns:p14="http://schemas.microsoft.com/office/powerpoint/2010/main" val="39702865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F6EA4D-61F7-48C2-AF6D-1188E40D2440}"/>
              </a:ext>
            </a:extLst>
          </p:cNvPr>
          <p:cNvSpPr>
            <a:spLocks noGrp="1"/>
          </p:cNvSpPr>
          <p:nvPr>
            <p:ph idx="1"/>
          </p:nvPr>
        </p:nvSpPr>
        <p:spPr>
          <a:xfrm>
            <a:off x="448575" y="1268088"/>
            <a:ext cx="11335108" cy="5088260"/>
          </a:xfrm>
        </p:spPr>
        <p:txBody>
          <a:bodyPr/>
          <a:lstStyle>
            <a:lvl1pPr>
              <a:defRPr sz="14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cxnSp>
        <p:nvCxnSpPr>
          <p:cNvPr id="8" name="Straight Connector 7">
            <a:extLst>
              <a:ext uri="{FF2B5EF4-FFF2-40B4-BE49-F238E27FC236}">
                <a16:creationId xmlns:a16="http://schemas.microsoft.com/office/drawing/2014/main" id="{E0DA613D-B314-4766-868E-E2A78364DF0B}"/>
              </a:ext>
            </a:extLst>
          </p:cNvPr>
          <p:cNvCxnSpPr/>
          <p:nvPr userDrawn="1"/>
        </p:nvCxnSpPr>
        <p:spPr>
          <a:xfrm>
            <a:off x="2057400" y="6629400"/>
            <a:ext cx="0" cy="228600"/>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0" name="Slide Number Placeholder 12">
            <a:extLst>
              <a:ext uri="{FF2B5EF4-FFF2-40B4-BE49-F238E27FC236}">
                <a16:creationId xmlns:a16="http://schemas.microsoft.com/office/drawing/2014/main" id="{BB4F4F2C-6052-4C5E-8666-50B26C3430D9}"/>
              </a:ext>
            </a:extLst>
          </p:cNvPr>
          <p:cNvSpPr>
            <a:spLocks noGrp="1"/>
          </p:cNvSpPr>
          <p:nvPr>
            <p:ph type="sldNum" sz="quarter" idx="12"/>
          </p:nvPr>
        </p:nvSpPr>
        <p:spPr>
          <a:xfrm>
            <a:off x="10134600" y="6422754"/>
            <a:ext cx="1219199" cy="298721"/>
          </a:xfrm>
          <a:prstGeom prst="rect">
            <a:avLst/>
          </a:prstGeom>
        </p:spPr>
        <p:txBody>
          <a:bodyPr/>
          <a:lstStyle/>
          <a:p>
            <a:fld id="{83735547-B499-4273-BF07-F756EAEC2F73}" type="slidenum">
              <a:rPr lang="en-IN" smtClean="0"/>
              <a:t>‹#›</a:t>
            </a:fld>
            <a:endParaRPr lang="en-IN"/>
          </a:p>
        </p:txBody>
      </p:sp>
      <p:cxnSp>
        <p:nvCxnSpPr>
          <p:cNvPr id="14" name="Straight Connector 13">
            <a:extLst>
              <a:ext uri="{FF2B5EF4-FFF2-40B4-BE49-F238E27FC236}">
                <a16:creationId xmlns:a16="http://schemas.microsoft.com/office/drawing/2014/main" id="{28026290-33FD-442D-B8F4-AA106F7AFECA}"/>
              </a:ext>
            </a:extLst>
          </p:cNvPr>
          <p:cNvCxnSpPr>
            <a:cxnSpLocks/>
          </p:cNvCxnSpPr>
          <p:nvPr userDrawn="1"/>
        </p:nvCxnSpPr>
        <p:spPr>
          <a:xfrm>
            <a:off x="448575" y="1064707"/>
            <a:ext cx="11335108" cy="0"/>
          </a:xfrm>
          <a:prstGeom prst="line">
            <a:avLst/>
          </a:prstGeom>
          <a:ln w="19050">
            <a:solidFill>
              <a:srgbClr val="000087"/>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AD7D019D-615E-477C-9081-4003E46BBA3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78951" y="209850"/>
            <a:ext cx="674848" cy="719818"/>
          </a:xfrm>
          <a:prstGeom prst="rect">
            <a:avLst/>
          </a:prstGeom>
        </p:spPr>
      </p:pic>
      <p:sp>
        <p:nvSpPr>
          <p:cNvPr id="16" name="TextBox 15">
            <a:extLst>
              <a:ext uri="{FF2B5EF4-FFF2-40B4-BE49-F238E27FC236}">
                <a16:creationId xmlns:a16="http://schemas.microsoft.com/office/drawing/2014/main" id="{6B8B8F03-C00E-48FD-AE30-ACE3CA0240CF}"/>
              </a:ext>
            </a:extLst>
          </p:cNvPr>
          <p:cNvSpPr txBox="1"/>
          <p:nvPr userDrawn="1"/>
        </p:nvSpPr>
        <p:spPr>
          <a:xfrm>
            <a:off x="448575" y="387200"/>
            <a:ext cx="10230376" cy="523220"/>
          </a:xfrm>
          <a:prstGeom prst="rect">
            <a:avLst/>
          </a:prstGeom>
          <a:noFill/>
        </p:spPr>
        <p:txBody>
          <a:bodyPr wrap="square" rtlCol="0" anchor="ctr">
            <a:spAutoFit/>
          </a:bodyPr>
          <a:lstStyle/>
          <a:p>
            <a:r>
              <a:rPr lang="en-US" sz="2800">
                <a:solidFill>
                  <a:srgbClr val="010086"/>
                </a:solidFill>
                <a:latin typeface="Century Gothic" panose="020B0502020202020204" pitchFamily="34" charset="0"/>
              </a:rPr>
              <a:t>Document history</a:t>
            </a:r>
            <a:endParaRPr lang="en-IN" sz="2800">
              <a:latin typeface="Century Gothic" panose="020B0502020202020204" pitchFamily="34" charset="0"/>
            </a:endParaRPr>
          </a:p>
        </p:txBody>
      </p:sp>
    </p:spTree>
    <p:extLst>
      <p:ext uri="{BB962C8B-B14F-4D97-AF65-F5344CB8AC3E}">
        <p14:creationId xmlns:p14="http://schemas.microsoft.com/office/powerpoint/2010/main" val="22585468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4D500-044D-4F8A-9311-1D19A1E0D640}"/>
              </a:ext>
            </a:extLst>
          </p:cNvPr>
          <p:cNvSpPr>
            <a:spLocks noGrp="1"/>
          </p:cNvSpPr>
          <p:nvPr>
            <p:ph type="title"/>
          </p:nvPr>
        </p:nvSpPr>
        <p:spPr>
          <a:xfrm>
            <a:off x="831850" y="1709739"/>
            <a:ext cx="10515600" cy="1719262"/>
          </a:xfrm>
        </p:spPr>
        <p:txBody>
          <a:bodyPr anchor="b">
            <a:normAutofit/>
          </a:bodyPr>
          <a:lstStyle>
            <a:lvl1pPr>
              <a:defRPr sz="2800">
                <a:latin typeface="Century Gothic" panose="020B0502020202020204" pitchFamily="34" charset="0"/>
              </a:defRPr>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4A8A540-5472-4C45-9471-5968D6BC44BB}"/>
              </a:ext>
            </a:extLst>
          </p:cNvPr>
          <p:cNvSpPr>
            <a:spLocks noGrp="1"/>
          </p:cNvSpPr>
          <p:nvPr>
            <p:ph type="body" idx="1"/>
          </p:nvPr>
        </p:nvSpPr>
        <p:spPr>
          <a:xfrm>
            <a:off x="838200" y="3839370"/>
            <a:ext cx="10515600" cy="1500187"/>
          </a:xfrm>
        </p:spPr>
        <p:txBody>
          <a:bodyPr/>
          <a:lstStyle>
            <a:lvl1pPr marL="0" indent="0">
              <a:buNone/>
              <a:defRPr sz="2400">
                <a:solidFill>
                  <a:schemeClr val="tx1">
                    <a:tint val="75000"/>
                  </a:schemeClr>
                </a:solidFill>
                <a:latin typeface="Century Gothic" panose="020B0502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hidden="1">
            <a:extLst>
              <a:ext uri="{FF2B5EF4-FFF2-40B4-BE49-F238E27FC236}">
                <a16:creationId xmlns:a16="http://schemas.microsoft.com/office/drawing/2014/main" id="{470DE521-D3F7-4AC9-95DC-EFEFD3DE8597}"/>
              </a:ext>
            </a:extLst>
          </p:cNvPr>
          <p:cNvSpPr>
            <a:spLocks noGrp="1"/>
          </p:cNvSpPr>
          <p:nvPr>
            <p:ph type="dt" sz="half" idx="10"/>
          </p:nvPr>
        </p:nvSpPr>
        <p:spPr>
          <a:xfrm>
            <a:off x="838200" y="6356350"/>
            <a:ext cx="2743200" cy="365125"/>
          </a:xfrm>
          <a:prstGeom prst="rect">
            <a:avLst/>
          </a:prstGeom>
        </p:spPr>
        <p:txBody>
          <a:bodyPr/>
          <a:lstStyle/>
          <a:p>
            <a:endParaRPr lang="en-IN"/>
          </a:p>
        </p:txBody>
      </p:sp>
      <p:sp>
        <p:nvSpPr>
          <p:cNvPr id="5" name="Footer Placeholder 4" hidden="1">
            <a:extLst>
              <a:ext uri="{FF2B5EF4-FFF2-40B4-BE49-F238E27FC236}">
                <a16:creationId xmlns:a16="http://schemas.microsoft.com/office/drawing/2014/main" id="{4B1DF27C-CA9A-40E8-A56A-2B7A4035CDE7}"/>
              </a:ext>
            </a:extLst>
          </p:cNvPr>
          <p:cNvSpPr>
            <a:spLocks noGrp="1"/>
          </p:cNvSpPr>
          <p:nvPr>
            <p:ph type="ftr" sz="quarter" idx="11"/>
          </p:nvPr>
        </p:nvSpPr>
        <p:spPr>
          <a:xfrm>
            <a:off x="4038600" y="6356350"/>
            <a:ext cx="4114800" cy="365125"/>
          </a:xfrm>
          <a:prstGeom prst="rect">
            <a:avLst/>
          </a:prstGeom>
        </p:spPr>
        <p:txBody>
          <a:bodyPr/>
          <a:lstStyle/>
          <a:p>
            <a:r>
              <a:rPr lang="en-US"/>
              <a:t>CONFIDENTIAL I Shared under NDA</a:t>
            </a:r>
            <a:endParaRPr lang="en-IN"/>
          </a:p>
        </p:txBody>
      </p:sp>
      <p:cxnSp>
        <p:nvCxnSpPr>
          <p:cNvPr id="7" name="Straight Connector 6">
            <a:extLst>
              <a:ext uri="{FF2B5EF4-FFF2-40B4-BE49-F238E27FC236}">
                <a16:creationId xmlns:a16="http://schemas.microsoft.com/office/drawing/2014/main" id="{61B7E32C-6A60-4344-8FB2-6251996B6247}"/>
              </a:ext>
            </a:extLst>
          </p:cNvPr>
          <p:cNvCxnSpPr>
            <a:cxnSpLocks/>
          </p:cNvCxnSpPr>
          <p:nvPr userDrawn="1"/>
        </p:nvCxnSpPr>
        <p:spPr>
          <a:xfrm>
            <a:off x="838200" y="3455687"/>
            <a:ext cx="11353800" cy="0"/>
          </a:xfrm>
          <a:prstGeom prst="line">
            <a:avLst/>
          </a:prstGeom>
          <a:ln w="38100">
            <a:solidFill>
              <a:srgbClr val="000087"/>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39106E4-29D0-496D-9A43-CB891643C286}"/>
              </a:ext>
            </a:extLst>
          </p:cNvPr>
          <p:cNvCxnSpPr/>
          <p:nvPr userDrawn="1"/>
        </p:nvCxnSpPr>
        <p:spPr>
          <a:xfrm>
            <a:off x="2057400" y="6629400"/>
            <a:ext cx="0" cy="228600"/>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0" name="Slide Number Placeholder 12">
            <a:extLst>
              <a:ext uri="{FF2B5EF4-FFF2-40B4-BE49-F238E27FC236}">
                <a16:creationId xmlns:a16="http://schemas.microsoft.com/office/drawing/2014/main" id="{A42DA796-DA88-4A79-99C5-26352F6730FB}"/>
              </a:ext>
            </a:extLst>
          </p:cNvPr>
          <p:cNvSpPr>
            <a:spLocks noGrp="1"/>
          </p:cNvSpPr>
          <p:nvPr>
            <p:ph type="sldNum" sz="quarter" idx="12"/>
          </p:nvPr>
        </p:nvSpPr>
        <p:spPr>
          <a:xfrm>
            <a:off x="10134600" y="6422754"/>
            <a:ext cx="1219199" cy="298721"/>
          </a:xfrm>
          <a:prstGeom prst="rect">
            <a:avLst/>
          </a:prstGeom>
        </p:spPr>
        <p:txBody>
          <a:bodyPr/>
          <a:lstStyle/>
          <a:p>
            <a:fld id="{83735547-B499-4273-BF07-F756EAEC2F73}" type="slidenum">
              <a:rPr lang="en-IN" smtClean="0"/>
              <a:t>‹#›</a:t>
            </a:fld>
            <a:endParaRPr lang="en-IN"/>
          </a:p>
        </p:txBody>
      </p:sp>
      <p:pic>
        <p:nvPicPr>
          <p:cNvPr id="11" name="Picture 10">
            <a:extLst>
              <a:ext uri="{FF2B5EF4-FFF2-40B4-BE49-F238E27FC236}">
                <a16:creationId xmlns:a16="http://schemas.microsoft.com/office/drawing/2014/main" id="{1B906B2E-F395-462F-BCAA-5B24E2A416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78951" y="209850"/>
            <a:ext cx="674848" cy="719818"/>
          </a:xfrm>
          <a:prstGeom prst="rect">
            <a:avLst/>
          </a:prstGeom>
        </p:spPr>
      </p:pic>
    </p:spTree>
    <p:extLst>
      <p:ext uri="{BB962C8B-B14F-4D97-AF65-F5344CB8AC3E}">
        <p14:creationId xmlns:p14="http://schemas.microsoft.com/office/powerpoint/2010/main" val="5834040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F6EA4D-61F7-48C2-AF6D-1188E40D2440}"/>
              </a:ext>
            </a:extLst>
          </p:cNvPr>
          <p:cNvSpPr>
            <a:spLocks noGrp="1"/>
          </p:cNvSpPr>
          <p:nvPr>
            <p:ph idx="1"/>
          </p:nvPr>
        </p:nvSpPr>
        <p:spPr>
          <a:xfrm>
            <a:off x="448575" y="1218996"/>
            <a:ext cx="11335108" cy="5137352"/>
          </a:xfrm>
        </p:spPr>
        <p:txBody>
          <a:bodyPr/>
          <a:lstStyle>
            <a:lvl1pPr>
              <a:defRPr sz="14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cxnSp>
        <p:nvCxnSpPr>
          <p:cNvPr id="8" name="Straight Connector 7">
            <a:extLst>
              <a:ext uri="{FF2B5EF4-FFF2-40B4-BE49-F238E27FC236}">
                <a16:creationId xmlns:a16="http://schemas.microsoft.com/office/drawing/2014/main" id="{E0DA613D-B314-4766-868E-E2A78364DF0B}"/>
              </a:ext>
            </a:extLst>
          </p:cNvPr>
          <p:cNvCxnSpPr/>
          <p:nvPr userDrawn="1"/>
        </p:nvCxnSpPr>
        <p:spPr>
          <a:xfrm>
            <a:off x="2057400" y="6629400"/>
            <a:ext cx="0" cy="228600"/>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86C6A39-B8E4-4532-96D5-5915685A7FB5}"/>
              </a:ext>
            </a:extLst>
          </p:cNvPr>
          <p:cNvCxnSpPr>
            <a:cxnSpLocks/>
          </p:cNvCxnSpPr>
          <p:nvPr userDrawn="1"/>
        </p:nvCxnSpPr>
        <p:spPr>
          <a:xfrm>
            <a:off x="448575" y="1064707"/>
            <a:ext cx="11335108" cy="0"/>
          </a:xfrm>
          <a:prstGeom prst="line">
            <a:avLst/>
          </a:prstGeom>
          <a:ln w="19050">
            <a:solidFill>
              <a:srgbClr val="000087"/>
            </a:solidFill>
          </a:ln>
        </p:spPr>
        <p:style>
          <a:lnRef idx="1">
            <a:schemeClr val="accent1"/>
          </a:lnRef>
          <a:fillRef idx="0">
            <a:schemeClr val="accent1"/>
          </a:fillRef>
          <a:effectRef idx="0">
            <a:schemeClr val="accent1"/>
          </a:effectRef>
          <a:fontRef idx="minor">
            <a:schemeClr val="tx1"/>
          </a:fontRef>
        </p:style>
      </p:cxnSp>
      <p:sp>
        <p:nvSpPr>
          <p:cNvPr id="10" name="Slide Number Placeholder 12">
            <a:extLst>
              <a:ext uri="{FF2B5EF4-FFF2-40B4-BE49-F238E27FC236}">
                <a16:creationId xmlns:a16="http://schemas.microsoft.com/office/drawing/2014/main" id="{3EE4CF6D-F48F-4791-83CA-3DB99D72A298}"/>
              </a:ext>
            </a:extLst>
          </p:cNvPr>
          <p:cNvSpPr>
            <a:spLocks noGrp="1"/>
          </p:cNvSpPr>
          <p:nvPr>
            <p:ph type="sldNum" sz="quarter" idx="12"/>
          </p:nvPr>
        </p:nvSpPr>
        <p:spPr>
          <a:xfrm>
            <a:off x="10134600" y="6422754"/>
            <a:ext cx="1219199" cy="298721"/>
          </a:xfrm>
          <a:prstGeom prst="rect">
            <a:avLst/>
          </a:prstGeom>
        </p:spPr>
        <p:txBody>
          <a:bodyPr/>
          <a:lstStyle/>
          <a:p>
            <a:fld id="{83735547-B499-4273-BF07-F756EAEC2F73}" type="slidenum">
              <a:rPr lang="en-IN" smtClean="0"/>
              <a:t>‹#›</a:t>
            </a:fld>
            <a:endParaRPr lang="en-IN"/>
          </a:p>
        </p:txBody>
      </p:sp>
      <p:pic>
        <p:nvPicPr>
          <p:cNvPr id="14" name="Picture 13">
            <a:extLst>
              <a:ext uri="{FF2B5EF4-FFF2-40B4-BE49-F238E27FC236}">
                <a16:creationId xmlns:a16="http://schemas.microsoft.com/office/drawing/2014/main" id="{89C2C37E-1BD9-4EA1-880A-134343D0CA9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78951" y="209850"/>
            <a:ext cx="674848" cy="719818"/>
          </a:xfrm>
          <a:prstGeom prst="rect">
            <a:avLst/>
          </a:prstGeom>
        </p:spPr>
      </p:pic>
    </p:spTree>
    <p:extLst>
      <p:ext uri="{BB962C8B-B14F-4D97-AF65-F5344CB8AC3E}">
        <p14:creationId xmlns:p14="http://schemas.microsoft.com/office/powerpoint/2010/main" val="40233568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Col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F6EA4D-61F7-48C2-AF6D-1188E40D2440}"/>
              </a:ext>
            </a:extLst>
          </p:cNvPr>
          <p:cNvSpPr>
            <a:spLocks noGrp="1"/>
          </p:cNvSpPr>
          <p:nvPr>
            <p:ph idx="1"/>
          </p:nvPr>
        </p:nvSpPr>
        <p:spPr>
          <a:xfrm>
            <a:off x="448576" y="1310522"/>
            <a:ext cx="5647424" cy="5045825"/>
          </a:xfrm>
        </p:spPr>
        <p:txBody>
          <a:bodyPr/>
          <a:lstStyle>
            <a:lvl1pPr>
              <a:defRPr sz="14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cxnSp>
        <p:nvCxnSpPr>
          <p:cNvPr id="8" name="Straight Connector 7">
            <a:extLst>
              <a:ext uri="{FF2B5EF4-FFF2-40B4-BE49-F238E27FC236}">
                <a16:creationId xmlns:a16="http://schemas.microsoft.com/office/drawing/2014/main" id="{E0DA613D-B314-4766-868E-E2A78364DF0B}"/>
              </a:ext>
            </a:extLst>
          </p:cNvPr>
          <p:cNvCxnSpPr/>
          <p:nvPr userDrawn="1"/>
        </p:nvCxnSpPr>
        <p:spPr>
          <a:xfrm>
            <a:off x="2057400" y="6629400"/>
            <a:ext cx="0" cy="228600"/>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3" name="Slide Number Placeholder 12">
            <a:extLst>
              <a:ext uri="{FF2B5EF4-FFF2-40B4-BE49-F238E27FC236}">
                <a16:creationId xmlns:a16="http://schemas.microsoft.com/office/drawing/2014/main" id="{DC49C9CF-5B99-4CA1-BA59-9B7CCDC6B8C3}"/>
              </a:ext>
            </a:extLst>
          </p:cNvPr>
          <p:cNvSpPr>
            <a:spLocks noGrp="1"/>
          </p:cNvSpPr>
          <p:nvPr>
            <p:ph type="sldNum" sz="quarter" idx="12"/>
          </p:nvPr>
        </p:nvSpPr>
        <p:spPr>
          <a:xfrm>
            <a:off x="10134600" y="6422754"/>
            <a:ext cx="1219199" cy="298721"/>
          </a:xfrm>
          <a:prstGeom prst="rect">
            <a:avLst/>
          </a:prstGeom>
        </p:spPr>
        <p:txBody>
          <a:bodyPr/>
          <a:lstStyle/>
          <a:p>
            <a:fld id="{83735547-B499-4273-BF07-F756EAEC2F73}" type="slidenum">
              <a:rPr lang="en-IN" smtClean="0"/>
              <a:t>‹#›</a:t>
            </a:fld>
            <a:endParaRPr lang="en-IN"/>
          </a:p>
        </p:txBody>
      </p:sp>
      <p:cxnSp>
        <p:nvCxnSpPr>
          <p:cNvPr id="14" name="Straight Connector 13">
            <a:extLst>
              <a:ext uri="{FF2B5EF4-FFF2-40B4-BE49-F238E27FC236}">
                <a16:creationId xmlns:a16="http://schemas.microsoft.com/office/drawing/2014/main" id="{3733A8E9-BBE7-4DE2-90F0-B2F1E9E74246}"/>
              </a:ext>
            </a:extLst>
          </p:cNvPr>
          <p:cNvCxnSpPr>
            <a:cxnSpLocks/>
          </p:cNvCxnSpPr>
          <p:nvPr userDrawn="1"/>
        </p:nvCxnSpPr>
        <p:spPr>
          <a:xfrm>
            <a:off x="448575" y="1064707"/>
            <a:ext cx="11335108" cy="0"/>
          </a:xfrm>
          <a:prstGeom prst="line">
            <a:avLst/>
          </a:prstGeom>
          <a:ln w="19050">
            <a:solidFill>
              <a:srgbClr val="000087"/>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AA85F8C5-0F17-4B54-966D-E64505CB7F6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78951" y="209850"/>
            <a:ext cx="674848" cy="719818"/>
          </a:xfrm>
          <a:prstGeom prst="rect">
            <a:avLst/>
          </a:prstGeom>
        </p:spPr>
      </p:pic>
      <p:sp>
        <p:nvSpPr>
          <p:cNvPr id="7" name="Content Placeholder 2">
            <a:extLst>
              <a:ext uri="{FF2B5EF4-FFF2-40B4-BE49-F238E27FC236}">
                <a16:creationId xmlns:a16="http://schemas.microsoft.com/office/drawing/2014/main" id="{B0671208-5BEA-40D8-A25A-CD1E84DC4EEE}"/>
              </a:ext>
            </a:extLst>
          </p:cNvPr>
          <p:cNvSpPr>
            <a:spLocks noGrp="1"/>
          </p:cNvSpPr>
          <p:nvPr>
            <p:ph idx="13"/>
          </p:nvPr>
        </p:nvSpPr>
        <p:spPr>
          <a:xfrm>
            <a:off x="6096000" y="1310522"/>
            <a:ext cx="5647424" cy="5045825"/>
          </a:xfrm>
        </p:spPr>
        <p:txBody>
          <a:bodyPr/>
          <a:lstStyle>
            <a:lvl1pPr>
              <a:defRPr sz="14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1263791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0" name="Subtitle 2">
            <a:extLst>
              <a:ext uri="{FF2B5EF4-FFF2-40B4-BE49-F238E27FC236}">
                <a16:creationId xmlns:a16="http://schemas.microsoft.com/office/drawing/2014/main" id="{35B1BB6A-62CB-411F-8E6F-CE29E323FDD6}"/>
              </a:ext>
            </a:extLst>
          </p:cNvPr>
          <p:cNvSpPr txBox="1">
            <a:spLocks/>
          </p:cNvSpPr>
          <p:nvPr userDrawn="1"/>
        </p:nvSpPr>
        <p:spPr>
          <a:xfrm>
            <a:off x="4917287" y="5337469"/>
            <a:ext cx="6094602" cy="88536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050">
                <a:solidFill>
                  <a:schemeClr val="accent2"/>
                </a:solidFill>
              </a:rPr>
              <a:t>THANK YOU!</a:t>
            </a:r>
            <a:endParaRPr lang="en-IN" sz="4050">
              <a:solidFill>
                <a:schemeClr val="accent2"/>
              </a:solidFill>
            </a:endParaRPr>
          </a:p>
        </p:txBody>
      </p:sp>
      <p:pic>
        <p:nvPicPr>
          <p:cNvPr id="11" name="Picture 10">
            <a:extLst>
              <a:ext uri="{FF2B5EF4-FFF2-40B4-BE49-F238E27FC236}">
                <a16:creationId xmlns:a16="http://schemas.microsoft.com/office/drawing/2014/main" id="{7D780C04-86F0-48AA-880D-9780441582D1}"/>
              </a:ext>
            </a:extLst>
          </p:cNvPr>
          <p:cNvPicPr>
            <a:picLocks noChangeAspect="1"/>
          </p:cNvPicPr>
          <p:nvPr userDrawn="1"/>
        </p:nvPicPr>
        <p:blipFill>
          <a:blip r:embed="rId2"/>
          <a:stretch>
            <a:fillRect/>
          </a:stretch>
        </p:blipFill>
        <p:spPr>
          <a:xfrm>
            <a:off x="4617128" y="2485236"/>
            <a:ext cx="3467080" cy="1112219"/>
          </a:xfrm>
          <a:prstGeom prst="rect">
            <a:avLst/>
          </a:prstGeom>
        </p:spPr>
      </p:pic>
      <p:sp>
        <p:nvSpPr>
          <p:cNvPr id="13" name="Freeform: Shape 12">
            <a:extLst>
              <a:ext uri="{FF2B5EF4-FFF2-40B4-BE49-F238E27FC236}">
                <a16:creationId xmlns:a16="http://schemas.microsoft.com/office/drawing/2014/main" id="{2F3AA549-D622-4A21-9ECE-DB969E0703AF}"/>
              </a:ext>
            </a:extLst>
          </p:cNvPr>
          <p:cNvSpPr/>
          <p:nvPr userDrawn="1"/>
        </p:nvSpPr>
        <p:spPr>
          <a:xfrm>
            <a:off x="11144304" y="4221882"/>
            <a:ext cx="209496" cy="209496"/>
          </a:xfrm>
          <a:custGeom>
            <a:avLst/>
            <a:gdLst>
              <a:gd name="connsiteX0" fmla="*/ 101580 w 279328"/>
              <a:gd name="connsiteY0" fmla="*/ 209496 h 279328"/>
              <a:gd name="connsiteX1" fmla="*/ 107916 w 279328"/>
              <a:gd name="connsiteY1" fmla="*/ 215846 h 279328"/>
              <a:gd name="connsiteX2" fmla="*/ 106067 w 279328"/>
              <a:gd name="connsiteY2" fmla="*/ 220333 h 279328"/>
              <a:gd name="connsiteX3" fmla="*/ 87018 w 279328"/>
              <a:gd name="connsiteY3" fmla="*/ 239382 h 279328"/>
              <a:gd name="connsiteX4" fmla="*/ 82531 w 279328"/>
              <a:gd name="connsiteY4" fmla="*/ 241244 h 279328"/>
              <a:gd name="connsiteX5" fmla="*/ 76182 w 279328"/>
              <a:gd name="connsiteY5" fmla="*/ 234894 h 279328"/>
              <a:gd name="connsiteX6" fmla="*/ 78044 w 279328"/>
              <a:gd name="connsiteY6" fmla="*/ 230407 h 279328"/>
              <a:gd name="connsiteX7" fmla="*/ 97079 w 279328"/>
              <a:gd name="connsiteY7" fmla="*/ 211358 h 279328"/>
              <a:gd name="connsiteX8" fmla="*/ 101580 w 279328"/>
              <a:gd name="connsiteY8" fmla="*/ 209496 h 279328"/>
              <a:gd name="connsiteX9" fmla="*/ 95230 w 279328"/>
              <a:gd name="connsiteY9" fmla="*/ 177748 h 279328"/>
              <a:gd name="connsiteX10" fmla="*/ 101580 w 279328"/>
              <a:gd name="connsiteY10" fmla="*/ 184111 h 279328"/>
              <a:gd name="connsiteX11" fmla="*/ 99718 w 279328"/>
              <a:gd name="connsiteY11" fmla="*/ 188585 h 279328"/>
              <a:gd name="connsiteX12" fmla="*/ 36235 w 279328"/>
              <a:gd name="connsiteY12" fmla="*/ 252081 h 279328"/>
              <a:gd name="connsiteX13" fmla="*/ 31748 w 279328"/>
              <a:gd name="connsiteY13" fmla="*/ 253930 h 279328"/>
              <a:gd name="connsiteX14" fmla="*/ 25398 w 279328"/>
              <a:gd name="connsiteY14" fmla="*/ 247580 h 279328"/>
              <a:gd name="connsiteX15" fmla="*/ 27247 w 279328"/>
              <a:gd name="connsiteY15" fmla="*/ 243093 h 279328"/>
              <a:gd name="connsiteX16" fmla="*/ 90743 w 279328"/>
              <a:gd name="connsiteY16" fmla="*/ 179611 h 279328"/>
              <a:gd name="connsiteX17" fmla="*/ 95230 w 279328"/>
              <a:gd name="connsiteY17" fmla="*/ 177748 h 279328"/>
              <a:gd name="connsiteX18" fmla="*/ 63483 w 279328"/>
              <a:gd name="connsiteY18" fmla="*/ 171412 h 279328"/>
              <a:gd name="connsiteX19" fmla="*/ 69833 w 279328"/>
              <a:gd name="connsiteY19" fmla="*/ 177748 h 279328"/>
              <a:gd name="connsiteX20" fmla="*/ 67971 w 279328"/>
              <a:gd name="connsiteY20" fmla="*/ 182249 h 279328"/>
              <a:gd name="connsiteX21" fmla="*/ 61621 w 279328"/>
              <a:gd name="connsiteY21" fmla="*/ 188585 h 279328"/>
              <a:gd name="connsiteX22" fmla="*/ 57134 w 279328"/>
              <a:gd name="connsiteY22" fmla="*/ 190448 h 279328"/>
              <a:gd name="connsiteX23" fmla="*/ 50784 w 279328"/>
              <a:gd name="connsiteY23" fmla="*/ 184111 h 279328"/>
              <a:gd name="connsiteX24" fmla="*/ 52647 w 279328"/>
              <a:gd name="connsiteY24" fmla="*/ 179611 h 279328"/>
              <a:gd name="connsiteX25" fmla="*/ 58996 w 279328"/>
              <a:gd name="connsiteY25" fmla="*/ 173261 h 279328"/>
              <a:gd name="connsiteX26" fmla="*/ 63483 w 279328"/>
              <a:gd name="connsiteY26" fmla="*/ 171412 h 279328"/>
              <a:gd name="connsiteX27" fmla="*/ 254176 w 279328"/>
              <a:gd name="connsiteY27" fmla="*/ 34140 h 279328"/>
              <a:gd name="connsiteX28" fmla="*/ 121728 w 279328"/>
              <a:gd name="connsiteY28" fmla="*/ 166588 h 279328"/>
              <a:gd name="connsiteX29" fmla="*/ 158816 w 279328"/>
              <a:gd name="connsiteY29" fmla="*/ 256646 h 279328"/>
              <a:gd name="connsiteX30" fmla="*/ 254176 w 279328"/>
              <a:gd name="connsiteY30" fmla="*/ 34140 h 279328"/>
              <a:gd name="connsiteX31" fmla="*/ 245188 w 279328"/>
              <a:gd name="connsiteY31" fmla="*/ 25153 h 279328"/>
              <a:gd name="connsiteX32" fmla="*/ 22695 w 279328"/>
              <a:gd name="connsiteY32" fmla="*/ 120525 h 279328"/>
              <a:gd name="connsiteX33" fmla="*/ 112753 w 279328"/>
              <a:gd name="connsiteY33" fmla="*/ 157601 h 279328"/>
              <a:gd name="connsiteX34" fmla="*/ 272978 w 279328"/>
              <a:gd name="connsiteY34" fmla="*/ 0 h 279328"/>
              <a:gd name="connsiteX35" fmla="*/ 279328 w 279328"/>
              <a:gd name="connsiteY35" fmla="*/ 6350 h 279328"/>
              <a:gd name="connsiteX36" fmla="*/ 278643 w 279328"/>
              <a:gd name="connsiteY36" fmla="*/ 9039 h 279328"/>
              <a:gd name="connsiteX37" fmla="*/ 278720 w 279328"/>
              <a:gd name="connsiteY37" fmla="*/ 9078 h 279328"/>
              <a:gd name="connsiteX38" fmla="*/ 164558 w 279328"/>
              <a:gd name="connsiteY38" fmla="*/ 275423 h 279328"/>
              <a:gd name="connsiteX39" fmla="*/ 164532 w 279328"/>
              <a:gd name="connsiteY39" fmla="*/ 275487 h 279328"/>
              <a:gd name="connsiteX40" fmla="*/ 164441 w 279328"/>
              <a:gd name="connsiteY40" fmla="*/ 275707 h 279328"/>
              <a:gd name="connsiteX41" fmla="*/ 164403 w 279328"/>
              <a:gd name="connsiteY41" fmla="*/ 275694 h 279328"/>
              <a:gd name="connsiteX42" fmla="*/ 158713 w 279328"/>
              <a:gd name="connsiteY42" fmla="*/ 279328 h 279328"/>
              <a:gd name="connsiteX43" fmla="*/ 152712 w 279328"/>
              <a:gd name="connsiteY43" fmla="*/ 274737 h 279328"/>
              <a:gd name="connsiteX44" fmla="*/ 152609 w 279328"/>
              <a:gd name="connsiteY44" fmla="*/ 274776 h 279328"/>
              <a:gd name="connsiteX45" fmla="*/ 109429 w 279328"/>
              <a:gd name="connsiteY45" fmla="*/ 169899 h 279328"/>
              <a:gd name="connsiteX46" fmla="*/ 4565 w 279328"/>
              <a:gd name="connsiteY46" fmla="*/ 126719 h 279328"/>
              <a:gd name="connsiteX47" fmla="*/ 4591 w 279328"/>
              <a:gd name="connsiteY47" fmla="*/ 126616 h 279328"/>
              <a:gd name="connsiteX48" fmla="*/ 0 w 279328"/>
              <a:gd name="connsiteY48" fmla="*/ 120615 h 279328"/>
              <a:gd name="connsiteX49" fmla="*/ 3634 w 279328"/>
              <a:gd name="connsiteY49" fmla="*/ 114925 h 279328"/>
              <a:gd name="connsiteX50" fmla="*/ 3621 w 279328"/>
              <a:gd name="connsiteY50" fmla="*/ 114900 h 279328"/>
              <a:gd name="connsiteX51" fmla="*/ 3841 w 279328"/>
              <a:gd name="connsiteY51" fmla="*/ 114796 h 279328"/>
              <a:gd name="connsiteX52" fmla="*/ 3905 w 279328"/>
              <a:gd name="connsiteY52" fmla="*/ 114770 h 279328"/>
              <a:gd name="connsiteX53" fmla="*/ 270250 w 279328"/>
              <a:gd name="connsiteY53" fmla="*/ 621 h 279328"/>
              <a:gd name="connsiteX54" fmla="*/ 270276 w 279328"/>
              <a:gd name="connsiteY54" fmla="*/ 673 h 279328"/>
              <a:gd name="connsiteX55" fmla="*/ 272978 w 279328"/>
              <a:gd name="connsiteY55" fmla="*/ 0 h 279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279328" h="279328">
                <a:moveTo>
                  <a:pt x="101580" y="209496"/>
                </a:moveTo>
                <a:cubicBezTo>
                  <a:pt x="105084" y="209496"/>
                  <a:pt x="107916" y="212341"/>
                  <a:pt x="107916" y="215846"/>
                </a:cubicBezTo>
                <a:cubicBezTo>
                  <a:pt x="107916" y="217604"/>
                  <a:pt x="107218" y="219195"/>
                  <a:pt x="106067" y="220333"/>
                </a:cubicBezTo>
                <a:lnTo>
                  <a:pt x="87018" y="239382"/>
                </a:lnTo>
                <a:cubicBezTo>
                  <a:pt x="85867" y="240533"/>
                  <a:pt x="84277" y="241244"/>
                  <a:pt x="82531" y="241244"/>
                </a:cubicBezTo>
                <a:cubicBezTo>
                  <a:pt x="79027" y="241244"/>
                  <a:pt x="76182" y="238399"/>
                  <a:pt x="76182" y="234894"/>
                </a:cubicBezTo>
                <a:cubicBezTo>
                  <a:pt x="76182" y="233148"/>
                  <a:pt x="76893" y="231545"/>
                  <a:pt x="78044" y="230407"/>
                </a:cubicBezTo>
                <a:lnTo>
                  <a:pt x="97079" y="211358"/>
                </a:lnTo>
                <a:cubicBezTo>
                  <a:pt x="98230" y="210207"/>
                  <a:pt x="99821" y="209496"/>
                  <a:pt x="101580" y="209496"/>
                </a:cubicBezTo>
                <a:close/>
                <a:moveTo>
                  <a:pt x="95230" y="177748"/>
                </a:moveTo>
                <a:cubicBezTo>
                  <a:pt x="98735" y="177748"/>
                  <a:pt x="101580" y="180606"/>
                  <a:pt x="101580" y="184111"/>
                </a:cubicBezTo>
                <a:cubicBezTo>
                  <a:pt x="101580" y="185857"/>
                  <a:pt x="100868" y="187447"/>
                  <a:pt x="99718" y="188585"/>
                </a:cubicBezTo>
                <a:lnTo>
                  <a:pt x="36235" y="252081"/>
                </a:lnTo>
                <a:cubicBezTo>
                  <a:pt x="35084" y="253232"/>
                  <a:pt x="33493" y="253930"/>
                  <a:pt x="31748" y="253930"/>
                </a:cubicBezTo>
                <a:cubicBezTo>
                  <a:pt x="28243" y="253930"/>
                  <a:pt x="25398" y="251098"/>
                  <a:pt x="25398" y="247580"/>
                </a:cubicBezTo>
                <a:cubicBezTo>
                  <a:pt x="25398" y="245848"/>
                  <a:pt x="26109" y="244257"/>
                  <a:pt x="27247" y="243093"/>
                </a:cubicBezTo>
                <a:lnTo>
                  <a:pt x="90743" y="179611"/>
                </a:lnTo>
                <a:cubicBezTo>
                  <a:pt x="91881" y="178473"/>
                  <a:pt x="93471" y="177748"/>
                  <a:pt x="95230" y="177748"/>
                </a:cubicBezTo>
                <a:close/>
                <a:moveTo>
                  <a:pt x="63483" y="171412"/>
                </a:moveTo>
                <a:cubicBezTo>
                  <a:pt x="66988" y="171412"/>
                  <a:pt x="69833" y="174257"/>
                  <a:pt x="69833" y="177748"/>
                </a:cubicBezTo>
                <a:cubicBezTo>
                  <a:pt x="69833" y="179507"/>
                  <a:pt x="69122" y="181098"/>
                  <a:pt x="67971" y="182249"/>
                </a:cubicBezTo>
                <a:lnTo>
                  <a:pt x="61621" y="188585"/>
                </a:lnTo>
                <a:cubicBezTo>
                  <a:pt x="60470" y="189749"/>
                  <a:pt x="58893" y="190448"/>
                  <a:pt x="57134" y="190448"/>
                </a:cubicBezTo>
                <a:cubicBezTo>
                  <a:pt x="53629" y="190448"/>
                  <a:pt x="50784" y="187603"/>
                  <a:pt x="50784" y="184111"/>
                </a:cubicBezTo>
                <a:cubicBezTo>
                  <a:pt x="50784" y="182352"/>
                  <a:pt x="51496" y="180774"/>
                  <a:pt x="52647" y="179611"/>
                </a:cubicBezTo>
                <a:lnTo>
                  <a:pt x="58996" y="173261"/>
                </a:lnTo>
                <a:cubicBezTo>
                  <a:pt x="60147" y="172123"/>
                  <a:pt x="61738" y="171412"/>
                  <a:pt x="63483" y="171412"/>
                </a:cubicBezTo>
                <a:close/>
                <a:moveTo>
                  <a:pt x="254176" y="34140"/>
                </a:moveTo>
                <a:lnTo>
                  <a:pt x="121728" y="166588"/>
                </a:lnTo>
                <a:lnTo>
                  <a:pt x="158816" y="256646"/>
                </a:lnTo>
                <a:cubicBezTo>
                  <a:pt x="158816" y="256646"/>
                  <a:pt x="254176" y="34140"/>
                  <a:pt x="254176" y="34140"/>
                </a:cubicBezTo>
                <a:close/>
                <a:moveTo>
                  <a:pt x="245188" y="25153"/>
                </a:moveTo>
                <a:lnTo>
                  <a:pt x="22695" y="120525"/>
                </a:lnTo>
                <a:cubicBezTo>
                  <a:pt x="22695" y="120525"/>
                  <a:pt x="112753" y="157601"/>
                  <a:pt x="112753" y="157601"/>
                </a:cubicBezTo>
                <a:close/>
                <a:moveTo>
                  <a:pt x="272978" y="0"/>
                </a:moveTo>
                <a:cubicBezTo>
                  <a:pt x="276483" y="0"/>
                  <a:pt x="279328" y="2845"/>
                  <a:pt x="279328" y="6350"/>
                </a:cubicBezTo>
                <a:cubicBezTo>
                  <a:pt x="279328" y="7332"/>
                  <a:pt x="279043" y="8225"/>
                  <a:pt x="278643" y="9039"/>
                </a:cubicBezTo>
                <a:lnTo>
                  <a:pt x="278720" y="9078"/>
                </a:lnTo>
                <a:lnTo>
                  <a:pt x="164558" y="275423"/>
                </a:lnTo>
                <a:cubicBezTo>
                  <a:pt x="164558" y="275449"/>
                  <a:pt x="164545" y="275462"/>
                  <a:pt x="164532" y="275487"/>
                </a:cubicBezTo>
                <a:lnTo>
                  <a:pt x="164441" y="275707"/>
                </a:lnTo>
                <a:lnTo>
                  <a:pt x="164403" y="275694"/>
                </a:lnTo>
                <a:cubicBezTo>
                  <a:pt x="163381" y="277828"/>
                  <a:pt x="161234" y="279328"/>
                  <a:pt x="158713" y="279328"/>
                </a:cubicBezTo>
                <a:cubicBezTo>
                  <a:pt x="155829" y="279328"/>
                  <a:pt x="153488" y="277375"/>
                  <a:pt x="152712" y="274737"/>
                </a:cubicBezTo>
                <a:lnTo>
                  <a:pt x="152609" y="274776"/>
                </a:lnTo>
                <a:lnTo>
                  <a:pt x="109429" y="169899"/>
                </a:lnTo>
                <a:lnTo>
                  <a:pt x="4565" y="126719"/>
                </a:lnTo>
                <a:lnTo>
                  <a:pt x="4591" y="126616"/>
                </a:lnTo>
                <a:cubicBezTo>
                  <a:pt x="1953" y="125840"/>
                  <a:pt x="0" y="123499"/>
                  <a:pt x="0" y="120615"/>
                </a:cubicBezTo>
                <a:cubicBezTo>
                  <a:pt x="0" y="118094"/>
                  <a:pt x="1500" y="115960"/>
                  <a:pt x="3634" y="114925"/>
                </a:cubicBezTo>
                <a:lnTo>
                  <a:pt x="3621" y="114900"/>
                </a:lnTo>
                <a:lnTo>
                  <a:pt x="3841" y="114796"/>
                </a:lnTo>
                <a:cubicBezTo>
                  <a:pt x="3867" y="114783"/>
                  <a:pt x="3892" y="114770"/>
                  <a:pt x="3905" y="114770"/>
                </a:cubicBezTo>
                <a:lnTo>
                  <a:pt x="270250" y="621"/>
                </a:lnTo>
                <a:lnTo>
                  <a:pt x="270276" y="673"/>
                </a:lnTo>
                <a:cubicBezTo>
                  <a:pt x="271103" y="259"/>
                  <a:pt x="272009" y="0"/>
                  <a:pt x="272978" y="0"/>
                </a:cubicBez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US" sz="1013">
              <a:solidFill>
                <a:prstClr val="white"/>
              </a:solidFill>
              <a:latin typeface="Calibri" panose="020F0502020204030204"/>
            </a:endParaRPr>
          </a:p>
        </p:txBody>
      </p:sp>
      <p:sp>
        <p:nvSpPr>
          <p:cNvPr id="14" name="Freeform: Shape 13">
            <a:extLst>
              <a:ext uri="{FF2B5EF4-FFF2-40B4-BE49-F238E27FC236}">
                <a16:creationId xmlns:a16="http://schemas.microsoft.com/office/drawing/2014/main" id="{9A92232A-8606-49DF-8121-568064219514}"/>
              </a:ext>
            </a:extLst>
          </p:cNvPr>
          <p:cNvSpPr/>
          <p:nvPr userDrawn="1"/>
        </p:nvSpPr>
        <p:spPr>
          <a:xfrm>
            <a:off x="11144304" y="4561631"/>
            <a:ext cx="209496" cy="190451"/>
          </a:xfrm>
          <a:custGeom>
            <a:avLst/>
            <a:gdLst>
              <a:gd name="connsiteX0" fmla="*/ 101580 w 279328"/>
              <a:gd name="connsiteY0" fmla="*/ 76181 h 253935"/>
              <a:gd name="connsiteX1" fmla="*/ 12699 w 279328"/>
              <a:gd name="connsiteY1" fmla="*/ 149187 h 253935"/>
              <a:gd name="connsiteX2" fmla="*/ 39300 w 279328"/>
              <a:gd name="connsiteY2" fmla="*/ 201126 h 253935"/>
              <a:gd name="connsiteX3" fmla="*/ 43516 w 279328"/>
              <a:gd name="connsiteY3" fmla="*/ 214469 h 253935"/>
              <a:gd name="connsiteX4" fmla="*/ 38239 w 279328"/>
              <a:gd name="connsiteY4" fmla="*/ 232950 h 253935"/>
              <a:gd name="connsiteX5" fmla="*/ 71423 w 279328"/>
              <a:gd name="connsiteY5" fmla="*/ 220183 h 253935"/>
              <a:gd name="connsiteX6" fmla="*/ 75988 w 279328"/>
              <a:gd name="connsiteY6" fmla="*/ 219348 h 253935"/>
              <a:gd name="connsiteX7" fmla="*/ 78703 w 279328"/>
              <a:gd name="connsiteY7" fmla="*/ 219642 h 253935"/>
              <a:gd name="connsiteX8" fmla="*/ 101580 w 279328"/>
              <a:gd name="connsiteY8" fmla="*/ 222193 h 253935"/>
              <a:gd name="connsiteX9" fmla="*/ 190447 w 279328"/>
              <a:gd name="connsiteY9" fmla="*/ 149187 h 253935"/>
              <a:gd name="connsiteX10" fmla="*/ 101580 w 279328"/>
              <a:gd name="connsiteY10" fmla="*/ 76181 h 253935"/>
              <a:gd name="connsiteX11" fmla="*/ 101580 w 279328"/>
              <a:gd name="connsiteY11" fmla="*/ 63484 h 253935"/>
              <a:gd name="connsiteX12" fmla="*/ 203146 w 279328"/>
              <a:gd name="connsiteY12" fmla="*/ 149187 h 253935"/>
              <a:gd name="connsiteX13" fmla="*/ 101580 w 279328"/>
              <a:gd name="connsiteY13" fmla="*/ 234890 h 253935"/>
              <a:gd name="connsiteX14" fmla="*/ 75988 w 279328"/>
              <a:gd name="connsiteY14" fmla="*/ 232045 h 253935"/>
              <a:gd name="connsiteX15" fmla="*/ 19049 w 279328"/>
              <a:gd name="connsiteY15" fmla="*/ 253935 h 253935"/>
              <a:gd name="connsiteX16" fmla="*/ 31321 w 279328"/>
              <a:gd name="connsiteY16" fmla="*/ 210990 h 253935"/>
              <a:gd name="connsiteX17" fmla="*/ 0 w 279328"/>
              <a:gd name="connsiteY17" fmla="*/ 149187 h 253935"/>
              <a:gd name="connsiteX18" fmla="*/ 101580 w 279328"/>
              <a:gd name="connsiteY18" fmla="*/ 63484 h 253935"/>
              <a:gd name="connsiteX19" fmla="*/ 177748 w 279328"/>
              <a:gd name="connsiteY19" fmla="*/ 0 h 253935"/>
              <a:gd name="connsiteX20" fmla="*/ 279328 w 279328"/>
              <a:gd name="connsiteY20" fmla="*/ 85703 h 253935"/>
              <a:gd name="connsiteX21" fmla="*/ 248007 w 279328"/>
              <a:gd name="connsiteY21" fmla="*/ 147506 h 253935"/>
              <a:gd name="connsiteX22" fmla="*/ 260279 w 279328"/>
              <a:gd name="connsiteY22" fmla="*/ 190451 h 253935"/>
              <a:gd name="connsiteX23" fmla="*/ 212225 w 279328"/>
              <a:gd name="connsiteY23" fmla="*/ 171971 h 253935"/>
              <a:gd name="connsiteX24" fmla="*/ 214837 w 279328"/>
              <a:gd name="connsiteY24" fmla="*/ 159368 h 253935"/>
              <a:gd name="connsiteX25" fmla="*/ 241089 w 279328"/>
              <a:gd name="connsiteY25" fmla="*/ 169466 h 253935"/>
              <a:gd name="connsiteX26" fmla="*/ 235799 w 279328"/>
              <a:gd name="connsiteY26" fmla="*/ 150986 h 253935"/>
              <a:gd name="connsiteX27" fmla="*/ 240028 w 279328"/>
              <a:gd name="connsiteY27" fmla="*/ 137631 h 253935"/>
              <a:gd name="connsiteX28" fmla="*/ 266629 w 279328"/>
              <a:gd name="connsiteY28" fmla="*/ 85703 h 253935"/>
              <a:gd name="connsiteX29" fmla="*/ 177748 w 279328"/>
              <a:gd name="connsiteY29" fmla="*/ 12697 h 253935"/>
              <a:gd name="connsiteX30" fmla="*/ 99679 w 279328"/>
              <a:gd name="connsiteY30" fmla="*/ 50858 h 253935"/>
              <a:gd name="connsiteX31" fmla="*/ 84380 w 279328"/>
              <a:gd name="connsiteY31" fmla="*/ 51986 h 253935"/>
              <a:gd name="connsiteX32" fmla="*/ 177748 w 279328"/>
              <a:gd name="connsiteY32" fmla="*/ 0 h 253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79328" h="253935">
                <a:moveTo>
                  <a:pt x="101580" y="76181"/>
                </a:moveTo>
                <a:cubicBezTo>
                  <a:pt x="52568" y="76181"/>
                  <a:pt x="12699" y="108934"/>
                  <a:pt x="12699" y="149187"/>
                </a:cubicBezTo>
                <a:cubicBezTo>
                  <a:pt x="12699" y="168796"/>
                  <a:pt x="22139" y="187230"/>
                  <a:pt x="39300" y="201126"/>
                </a:cubicBezTo>
                <a:cubicBezTo>
                  <a:pt x="43257" y="204324"/>
                  <a:pt x="44925" y="209579"/>
                  <a:pt x="43516" y="214469"/>
                </a:cubicBezTo>
                <a:lnTo>
                  <a:pt x="38239" y="232950"/>
                </a:lnTo>
                <a:lnTo>
                  <a:pt x="71423" y="220183"/>
                </a:lnTo>
                <a:cubicBezTo>
                  <a:pt x="72884" y="219630"/>
                  <a:pt x="74436" y="219348"/>
                  <a:pt x="75988" y="219348"/>
                </a:cubicBezTo>
                <a:cubicBezTo>
                  <a:pt x="76893" y="219348"/>
                  <a:pt x="77811" y="219442"/>
                  <a:pt x="78703" y="219642"/>
                </a:cubicBezTo>
                <a:cubicBezTo>
                  <a:pt x="86437" y="221335"/>
                  <a:pt x="94131" y="222193"/>
                  <a:pt x="101580" y="222193"/>
                </a:cubicBezTo>
                <a:cubicBezTo>
                  <a:pt x="150578" y="222193"/>
                  <a:pt x="190447" y="189440"/>
                  <a:pt x="190447" y="149187"/>
                </a:cubicBezTo>
                <a:cubicBezTo>
                  <a:pt x="190447" y="108934"/>
                  <a:pt x="150578" y="76181"/>
                  <a:pt x="101580" y="76181"/>
                </a:cubicBezTo>
                <a:close/>
                <a:moveTo>
                  <a:pt x="101580" y="63484"/>
                </a:moveTo>
                <a:cubicBezTo>
                  <a:pt x="157665" y="63484"/>
                  <a:pt x="203146" y="101856"/>
                  <a:pt x="203146" y="149187"/>
                </a:cubicBezTo>
                <a:cubicBezTo>
                  <a:pt x="203146" y="196518"/>
                  <a:pt x="157665" y="234890"/>
                  <a:pt x="101580" y="234890"/>
                </a:cubicBezTo>
                <a:cubicBezTo>
                  <a:pt x="92708" y="234890"/>
                  <a:pt x="84173" y="233844"/>
                  <a:pt x="75988" y="232045"/>
                </a:cubicBezTo>
                <a:lnTo>
                  <a:pt x="19049" y="253935"/>
                </a:lnTo>
                <a:lnTo>
                  <a:pt x="31321" y="210990"/>
                </a:lnTo>
                <a:cubicBezTo>
                  <a:pt x="12052" y="195389"/>
                  <a:pt x="0" y="173499"/>
                  <a:pt x="0" y="149187"/>
                </a:cubicBezTo>
                <a:cubicBezTo>
                  <a:pt x="0" y="101856"/>
                  <a:pt x="45481" y="63484"/>
                  <a:pt x="101580" y="63484"/>
                </a:cubicBezTo>
                <a:close/>
                <a:moveTo>
                  <a:pt x="177748" y="0"/>
                </a:moveTo>
                <a:cubicBezTo>
                  <a:pt x="233860" y="0"/>
                  <a:pt x="279328" y="38373"/>
                  <a:pt x="279328" y="85703"/>
                </a:cubicBezTo>
                <a:cubicBezTo>
                  <a:pt x="279328" y="110015"/>
                  <a:pt x="267288" y="131905"/>
                  <a:pt x="248007" y="147506"/>
                </a:cubicBezTo>
                <a:lnTo>
                  <a:pt x="260279" y="190451"/>
                </a:lnTo>
                <a:lnTo>
                  <a:pt x="212225" y="171971"/>
                </a:lnTo>
                <a:cubicBezTo>
                  <a:pt x="213376" y="167856"/>
                  <a:pt x="214320" y="163671"/>
                  <a:pt x="214837" y="159368"/>
                </a:cubicBezTo>
                <a:lnTo>
                  <a:pt x="241089" y="169466"/>
                </a:lnTo>
                <a:lnTo>
                  <a:pt x="235799" y="150986"/>
                </a:lnTo>
                <a:cubicBezTo>
                  <a:pt x="234403" y="146107"/>
                  <a:pt x="236071" y="140840"/>
                  <a:pt x="240028" y="137631"/>
                </a:cubicBezTo>
                <a:cubicBezTo>
                  <a:pt x="257189" y="123746"/>
                  <a:pt x="266629" y="105313"/>
                  <a:pt x="266629" y="85703"/>
                </a:cubicBezTo>
                <a:cubicBezTo>
                  <a:pt x="266629" y="45450"/>
                  <a:pt x="226760" y="12697"/>
                  <a:pt x="177748" y="12697"/>
                </a:cubicBezTo>
                <a:cubicBezTo>
                  <a:pt x="144100" y="12697"/>
                  <a:pt x="114770" y="28145"/>
                  <a:pt x="99679" y="50858"/>
                </a:cubicBezTo>
                <a:cubicBezTo>
                  <a:pt x="94480" y="50928"/>
                  <a:pt x="89385" y="51340"/>
                  <a:pt x="84380" y="51986"/>
                </a:cubicBezTo>
                <a:cubicBezTo>
                  <a:pt x="99899" y="21408"/>
                  <a:pt x="135862" y="0"/>
                  <a:pt x="177748" y="0"/>
                </a:cubicBez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US" sz="1013">
              <a:solidFill>
                <a:prstClr val="white"/>
              </a:solidFill>
              <a:latin typeface="Calibri" panose="020F0502020204030204"/>
            </a:endParaRPr>
          </a:p>
        </p:txBody>
      </p:sp>
      <p:sp>
        <p:nvSpPr>
          <p:cNvPr id="15" name="Freeform: Shape 14">
            <a:extLst>
              <a:ext uri="{FF2B5EF4-FFF2-40B4-BE49-F238E27FC236}">
                <a16:creationId xmlns:a16="http://schemas.microsoft.com/office/drawing/2014/main" id="{D3832688-8F75-4834-9C99-E323FBD456F8}"/>
              </a:ext>
            </a:extLst>
          </p:cNvPr>
          <p:cNvSpPr/>
          <p:nvPr userDrawn="1"/>
        </p:nvSpPr>
        <p:spPr>
          <a:xfrm>
            <a:off x="11172873" y="4897086"/>
            <a:ext cx="152360" cy="209475"/>
          </a:xfrm>
          <a:custGeom>
            <a:avLst/>
            <a:gdLst>
              <a:gd name="connsiteX0" fmla="*/ 199640 w 203146"/>
              <a:gd name="connsiteY0" fmla="*/ 631 h 279300"/>
              <a:gd name="connsiteX1" fmla="*/ 202474 w 203146"/>
              <a:gd name="connsiteY1" fmla="*/ 9154 h 279300"/>
              <a:gd name="connsiteX2" fmla="*/ 169535 w 203146"/>
              <a:gd name="connsiteY2" fmla="*/ 41601 h 279300"/>
              <a:gd name="connsiteX3" fmla="*/ 117778 w 203146"/>
              <a:gd name="connsiteY3" fmla="*/ 37398 h 279300"/>
              <a:gd name="connsiteX4" fmla="*/ 88305 w 203146"/>
              <a:gd name="connsiteY4" fmla="*/ 34972 h 279300"/>
              <a:gd name="connsiteX5" fmla="*/ 76950 w 203146"/>
              <a:gd name="connsiteY5" fmla="*/ 51123 h 279300"/>
              <a:gd name="connsiteX6" fmla="*/ 139665 w 203146"/>
              <a:gd name="connsiteY6" fmla="*/ 120583 h 279300"/>
              <a:gd name="connsiteX7" fmla="*/ 139665 w 203146"/>
              <a:gd name="connsiteY7" fmla="*/ 209464 h 279300"/>
              <a:gd name="connsiteX8" fmla="*/ 69837 w 203146"/>
              <a:gd name="connsiteY8" fmla="*/ 279300 h 279300"/>
              <a:gd name="connsiteX9" fmla="*/ 0 w 203146"/>
              <a:gd name="connsiteY9" fmla="*/ 209464 h 279300"/>
              <a:gd name="connsiteX10" fmla="*/ 0 w 203146"/>
              <a:gd name="connsiteY10" fmla="*/ 120583 h 279300"/>
              <a:gd name="connsiteX11" fmla="*/ 64028 w 203146"/>
              <a:gd name="connsiteY11" fmla="*/ 51059 h 279300"/>
              <a:gd name="connsiteX12" fmla="*/ 81636 w 203146"/>
              <a:gd name="connsiteY12" fmla="*/ 24165 h 279300"/>
              <a:gd name="connsiteX13" fmla="*/ 123455 w 203146"/>
              <a:gd name="connsiteY13" fmla="*/ 26033 h 279300"/>
              <a:gd name="connsiteX14" fmla="*/ 191120 w 203146"/>
              <a:gd name="connsiteY14" fmla="*/ 3485 h 279300"/>
              <a:gd name="connsiteX15" fmla="*/ 199640 w 203146"/>
              <a:gd name="connsiteY15" fmla="*/ 631 h 279300"/>
              <a:gd name="connsiteX16" fmla="*/ 63480 w 203146"/>
              <a:gd name="connsiteY16" fmla="*/ 63824 h 279300"/>
              <a:gd name="connsiteX17" fmla="*/ 12696 w 203146"/>
              <a:gd name="connsiteY17" fmla="*/ 120583 h 279300"/>
              <a:gd name="connsiteX18" fmla="*/ 12696 w 203146"/>
              <a:gd name="connsiteY18" fmla="*/ 126940 h 279300"/>
              <a:gd name="connsiteX19" fmla="*/ 63480 w 203146"/>
              <a:gd name="connsiteY19" fmla="*/ 126940 h 279300"/>
              <a:gd name="connsiteX20" fmla="*/ 63480 w 203146"/>
              <a:gd name="connsiteY20" fmla="*/ 63824 h 279300"/>
              <a:gd name="connsiteX21" fmla="*/ 76185 w 203146"/>
              <a:gd name="connsiteY21" fmla="*/ 63824 h 279300"/>
              <a:gd name="connsiteX22" fmla="*/ 76185 w 203146"/>
              <a:gd name="connsiteY22" fmla="*/ 126940 h 279300"/>
              <a:gd name="connsiteX23" fmla="*/ 126969 w 203146"/>
              <a:gd name="connsiteY23" fmla="*/ 126940 h 279300"/>
              <a:gd name="connsiteX24" fmla="*/ 126969 w 203146"/>
              <a:gd name="connsiteY24" fmla="*/ 120583 h 279300"/>
              <a:gd name="connsiteX25" fmla="*/ 76185 w 203146"/>
              <a:gd name="connsiteY25" fmla="*/ 63824 h 279300"/>
              <a:gd name="connsiteX26" fmla="*/ 12696 w 203146"/>
              <a:gd name="connsiteY26" fmla="*/ 139628 h 279300"/>
              <a:gd name="connsiteX27" fmla="*/ 12696 w 203146"/>
              <a:gd name="connsiteY27" fmla="*/ 209464 h 279300"/>
              <a:gd name="connsiteX28" fmla="*/ 69837 w 203146"/>
              <a:gd name="connsiteY28" fmla="*/ 266599 h 279300"/>
              <a:gd name="connsiteX29" fmla="*/ 126969 w 203146"/>
              <a:gd name="connsiteY29" fmla="*/ 209464 h 279300"/>
              <a:gd name="connsiteX30" fmla="*/ 126969 w 203146"/>
              <a:gd name="connsiteY30" fmla="*/ 139628 h 279300"/>
              <a:gd name="connsiteX31" fmla="*/ 12696 w 203146"/>
              <a:gd name="connsiteY31" fmla="*/ 139628 h 279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03146" h="279300">
                <a:moveTo>
                  <a:pt x="199640" y="631"/>
                </a:moveTo>
                <a:cubicBezTo>
                  <a:pt x="202777" y="2214"/>
                  <a:pt x="204042" y="6015"/>
                  <a:pt x="202474" y="9154"/>
                </a:cubicBezTo>
                <a:cubicBezTo>
                  <a:pt x="195068" y="23970"/>
                  <a:pt x="184451" y="35802"/>
                  <a:pt x="169535" y="41601"/>
                </a:cubicBezTo>
                <a:cubicBezTo>
                  <a:pt x="157349" y="46349"/>
                  <a:pt x="141904" y="49450"/>
                  <a:pt x="117778" y="37398"/>
                </a:cubicBezTo>
                <a:cubicBezTo>
                  <a:pt x="103400" y="30210"/>
                  <a:pt x="97374" y="29367"/>
                  <a:pt x="88305" y="34972"/>
                </a:cubicBezTo>
                <a:cubicBezTo>
                  <a:pt x="82089" y="38812"/>
                  <a:pt x="78415" y="45143"/>
                  <a:pt x="76950" y="51123"/>
                </a:cubicBezTo>
                <a:cubicBezTo>
                  <a:pt x="112176" y="54691"/>
                  <a:pt x="139665" y="84426"/>
                  <a:pt x="139665" y="120583"/>
                </a:cubicBezTo>
                <a:lnTo>
                  <a:pt x="139665" y="209464"/>
                </a:lnTo>
                <a:cubicBezTo>
                  <a:pt x="139665" y="248034"/>
                  <a:pt x="108398" y="279300"/>
                  <a:pt x="69837" y="279300"/>
                </a:cubicBezTo>
                <a:cubicBezTo>
                  <a:pt x="31268" y="279300"/>
                  <a:pt x="0" y="248034"/>
                  <a:pt x="0" y="209464"/>
                </a:cubicBezTo>
                <a:lnTo>
                  <a:pt x="0" y="120583"/>
                </a:lnTo>
                <a:cubicBezTo>
                  <a:pt x="0" y="83985"/>
                  <a:pt x="28188" y="54004"/>
                  <a:pt x="64028" y="51059"/>
                </a:cubicBezTo>
                <a:cubicBezTo>
                  <a:pt x="65832" y="40083"/>
                  <a:pt x="72312" y="29938"/>
                  <a:pt x="81636" y="24165"/>
                </a:cubicBezTo>
                <a:cubicBezTo>
                  <a:pt x="90714" y="18573"/>
                  <a:pt x="103844" y="14966"/>
                  <a:pt x="123455" y="26033"/>
                </a:cubicBezTo>
                <a:cubicBezTo>
                  <a:pt x="157906" y="45467"/>
                  <a:pt x="176865" y="25228"/>
                  <a:pt x="191120" y="3485"/>
                </a:cubicBezTo>
                <a:cubicBezTo>
                  <a:pt x="193047" y="540"/>
                  <a:pt x="196495" y="-926"/>
                  <a:pt x="199640" y="631"/>
                </a:cubicBezTo>
                <a:close/>
                <a:moveTo>
                  <a:pt x="63480" y="63824"/>
                </a:moveTo>
                <a:cubicBezTo>
                  <a:pt x="34914" y="66990"/>
                  <a:pt x="12696" y="91185"/>
                  <a:pt x="12696" y="120583"/>
                </a:cubicBezTo>
                <a:lnTo>
                  <a:pt x="12696" y="126940"/>
                </a:lnTo>
                <a:lnTo>
                  <a:pt x="63480" y="126940"/>
                </a:lnTo>
                <a:lnTo>
                  <a:pt x="63480" y="63824"/>
                </a:lnTo>
                <a:close/>
                <a:moveTo>
                  <a:pt x="76185" y="63824"/>
                </a:moveTo>
                <a:lnTo>
                  <a:pt x="76185" y="126940"/>
                </a:lnTo>
                <a:lnTo>
                  <a:pt x="126969" y="126940"/>
                </a:lnTo>
                <a:lnTo>
                  <a:pt x="126969" y="120583"/>
                </a:lnTo>
                <a:cubicBezTo>
                  <a:pt x="126969" y="91185"/>
                  <a:pt x="104751" y="66990"/>
                  <a:pt x="76185" y="63824"/>
                </a:cubicBezTo>
                <a:close/>
                <a:moveTo>
                  <a:pt x="12696" y="139628"/>
                </a:moveTo>
                <a:lnTo>
                  <a:pt x="12696" y="209464"/>
                </a:lnTo>
                <a:cubicBezTo>
                  <a:pt x="12696" y="241029"/>
                  <a:pt x="38277" y="266599"/>
                  <a:pt x="69837" y="266599"/>
                </a:cubicBezTo>
                <a:cubicBezTo>
                  <a:pt x="101388" y="266599"/>
                  <a:pt x="126969" y="241029"/>
                  <a:pt x="126969" y="209464"/>
                </a:cubicBezTo>
                <a:cubicBezTo>
                  <a:pt x="126969" y="209464"/>
                  <a:pt x="126969" y="139628"/>
                  <a:pt x="126969" y="139628"/>
                </a:cubicBezTo>
                <a:lnTo>
                  <a:pt x="12696" y="139628"/>
                </a:ln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US" sz="1013">
              <a:solidFill>
                <a:prstClr val="white"/>
              </a:solidFill>
              <a:latin typeface="Calibri" panose="020F0502020204030204"/>
            </a:endParaRPr>
          </a:p>
        </p:txBody>
      </p:sp>
      <p:sp>
        <p:nvSpPr>
          <p:cNvPr id="16" name="Text Placeholder 5">
            <a:extLst>
              <a:ext uri="{FF2B5EF4-FFF2-40B4-BE49-F238E27FC236}">
                <a16:creationId xmlns:a16="http://schemas.microsoft.com/office/drawing/2014/main" id="{0B91B1E4-0B05-471B-8CB4-A52807CD6972}"/>
              </a:ext>
            </a:extLst>
          </p:cNvPr>
          <p:cNvSpPr txBox="1">
            <a:spLocks/>
          </p:cNvSpPr>
          <p:nvPr userDrawn="1"/>
        </p:nvSpPr>
        <p:spPr>
          <a:xfrm>
            <a:off x="8010472" y="4069033"/>
            <a:ext cx="3001417" cy="1037528"/>
          </a:xfrm>
          <a:prstGeom prst="rect">
            <a:avLst/>
          </a:prstGeom>
        </p:spPr>
        <p:txBody>
          <a:bodyPr vert="horz" lIns="68580" tIns="34290" rIns="68580" bIns="3429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defTabSz="685800">
              <a:lnSpc>
                <a:spcPct val="200000"/>
              </a:lnSpc>
              <a:spcBef>
                <a:spcPts val="0"/>
              </a:spcBef>
              <a:buNone/>
            </a:pPr>
            <a:r>
              <a:rPr lang="en-US" sz="1100" b="1">
                <a:solidFill>
                  <a:schemeClr val="tx1"/>
                </a:solidFill>
                <a:latin typeface="Calibri Light" panose="020F0302020204030204"/>
                <a:ea typeface="Roboto" panose="02000000000000000000" pitchFamily="2" charset="0"/>
              </a:rPr>
              <a:t>India, Germany, Japan, USA &amp; China</a:t>
            </a:r>
          </a:p>
          <a:p>
            <a:pPr marL="0" indent="0" algn="r" defTabSz="685800">
              <a:lnSpc>
                <a:spcPct val="200000"/>
              </a:lnSpc>
              <a:spcBef>
                <a:spcPts val="0"/>
              </a:spcBef>
              <a:buNone/>
            </a:pPr>
            <a:r>
              <a:rPr lang="en-US" sz="1100" b="1">
                <a:solidFill>
                  <a:schemeClr val="tx1"/>
                </a:solidFill>
                <a:latin typeface="Calibri Light" panose="020F0302020204030204"/>
                <a:ea typeface="Roboto" panose="02000000000000000000" pitchFamily="2" charset="0"/>
              </a:rPr>
              <a:t>+91 44 6666 9600</a:t>
            </a:r>
          </a:p>
          <a:p>
            <a:pPr marL="0" indent="0" algn="r" defTabSz="685800">
              <a:lnSpc>
                <a:spcPct val="200000"/>
              </a:lnSpc>
              <a:spcBef>
                <a:spcPts val="0"/>
              </a:spcBef>
              <a:buNone/>
            </a:pPr>
            <a:r>
              <a:rPr lang="en-US" sz="1100" b="1" u="sng">
                <a:solidFill>
                  <a:schemeClr val="tx1"/>
                </a:solidFill>
                <a:latin typeface="Calibri Light" panose="020F0302020204030204"/>
                <a:ea typeface="Roboto" panose="02000000000000000000" pitchFamily="2" charset="0"/>
              </a:rPr>
              <a:t>www.jasmin-infotech.com</a:t>
            </a:r>
          </a:p>
        </p:txBody>
      </p:sp>
      <p:pic>
        <p:nvPicPr>
          <p:cNvPr id="17" name="Picture 2">
            <a:extLst>
              <a:ext uri="{FF2B5EF4-FFF2-40B4-BE49-F238E27FC236}">
                <a16:creationId xmlns:a16="http://schemas.microsoft.com/office/drawing/2014/main" id="{A081058F-3133-4197-B807-FC6CB78CE2B1}"/>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 y="0"/>
            <a:ext cx="5660041" cy="4561631"/>
          </a:xfrm>
          <a:prstGeom prst="rect">
            <a:avLst/>
          </a:prstGeom>
          <a:noFill/>
          <a:extLst>
            <a:ext uri="{909E8E84-426E-40DD-AFC4-6F175D3DCCD1}">
              <a14:hiddenFill xmlns:a14="http://schemas.microsoft.com/office/drawing/2010/main">
                <a:solidFill>
                  <a:srgbClr val="FFFFFF"/>
                </a:solidFill>
              </a14:hiddenFill>
            </a:ext>
          </a:extLst>
        </p:spPr>
      </p:pic>
      <p:sp>
        <p:nvSpPr>
          <p:cNvPr id="18" name="Isosceles Triangle 17">
            <a:extLst>
              <a:ext uri="{FF2B5EF4-FFF2-40B4-BE49-F238E27FC236}">
                <a16:creationId xmlns:a16="http://schemas.microsoft.com/office/drawing/2014/main" id="{3E6B2BDD-7865-4F6F-B5D7-A4B5A52B7464}"/>
              </a:ext>
            </a:extLst>
          </p:cNvPr>
          <p:cNvSpPr/>
          <p:nvPr userDrawn="1"/>
        </p:nvSpPr>
        <p:spPr>
          <a:xfrm rot="5400000">
            <a:off x="-467508" y="4483021"/>
            <a:ext cx="1972910" cy="1037896"/>
          </a:xfrm>
          <a:prstGeom prst="triangl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Picture 1" descr="A picture containing text, font, logo, graphics&#10;&#10;Description automatically generated">
            <a:extLst>
              <a:ext uri="{FF2B5EF4-FFF2-40B4-BE49-F238E27FC236}">
                <a16:creationId xmlns:a16="http://schemas.microsoft.com/office/drawing/2014/main" id="{F8BB3D50-38BC-132C-82A7-E5447A2A645E}"/>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469253" y="195459"/>
            <a:ext cx="1855980" cy="1498672"/>
          </a:xfrm>
          <a:prstGeom prst="rect">
            <a:avLst/>
          </a:prstGeom>
        </p:spPr>
      </p:pic>
    </p:spTree>
    <p:extLst>
      <p:ext uri="{BB962C8B-B14F-4D97-AF65-F5344CB8AC3E}">
        <p14:creationId xmlns:p14="http://schemas.microsoft.com/office/powerpoint/2010/main" val="8309947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n-US"/>
              <a:t>Click to edit Master title style</a:t>
            </a:r>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B3A1323-8D79-1946-B0D7-40001CF92E9D}" type="datetimeFigureOut">
              <a:rPr lang="en-US" dirty="0"/>
              <a:pPr/>
              <a:t>10/23/2024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5326739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224691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F6EA4D-61F7-48C2-AF6D-1188E40D2440}"/>
              </a:ext>
            </a:extLst>
          </p:cNvPr>
          <p:cNvSpPr>
            <a:spLocks noGrp="1"/>
          </p:cNvSpPr>
          <p:nvPr>
            <p:ph idx="1"/>
          </p:nvPr>
        </p:nvSpPr>
        <p:spPr>
          <a:xfrm>
            <a:off x="448575" y="1218996"/>
            <a:ext cx="11335108" cy="5137352"/>
          </a:xfrm>
        </p:spPr>
        <p:txBody>
          <a:bodyPr/>
          <a:lstStyle>
            <a:lvl1pPr>
              <a:defRPr sz="14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cxnSp>
        <p:nvCxnSpPr>
          <p:cNvPr id="8" name="Straight Connector 7">
            <a:extLst>
              <a:ext uri="{FF2B5EF4-FFF2-40B4-BE49-F238E27FC236}">
                <a16:creationId xmlns:a16="http://schemas.microsoft.com/office/drawing/2014/main" id="{E0DA613D-B314-4766-868E-E2A78364DF0B}"/>
              </a:ext>
            </a:extLst>
          </p:cNvPr>
          <p:cNvCxnSpPr/>
          <p:nvPr userDrawn="1"/>
        </p:nvCxnSpPr>
        <p:spPr>
          <a:xfrm>
            <a:off x="2057400" y="6629400"/>
            <a:ext cx="0" cy="228600"/>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86C6A39-B8E4-4532-96D5-5915685A7FB5}"/>
              </a:ext>
            </a:extLst>
          </p:cNvPr>
          <p:cNvCxnSpPr>
            <a:cxnSpLocks/>
          </p:cNvCxnSpPr>
          <p:nvPr userDrawn="1"/>
        </p:nvCxnSpPr>
        <p:spPr>
          <a:xfrm>
            <a:off x="448575" y="1064707"/>
            <a:ext cx="11335108" cy="0"/>
          </a:xfrm>
          <a:prstGeom prst="line">
            <a:avLst/>
          </a:prstGeom>
          <a:ln w="19050">
            <a:solidFill>
              <a:srgbClr val="000087"/>
            </a:solidFill>
          </a:ln>
        </p:spPr>
        <p:style>
          <a:lnRef idx="1">
            <a:schemeClr val="accent1"/>
          </a:lnRef>
          <a:fillRef idx="0">
            <a:schemeClr val="accent1"/>
          </a:fillRef>
          <a:effectRef idx="0">
            <a:schemeClr val="accent1"/>
          </a:effectRef>
          <a:fontRef idx="minor">
            <a:schemeClr val="tx1"/>
          </a:fontRef>
        </p:style>
      </p:cxnSp>
      <p:sp>
        <p:nvSpPr>
          <p:cNvPr id="10" name="Slide Number Placeholder 12">
            <a:extLst>
              <a:ext uri="{FF2B5EF4-FFF2-40B4-BE49-F238E27FC236}">
                <a16:creationId xmlns:a16="http://schemas.microsoft.com/office/drawing/2014/main" id="{3EE4CF6D-F48F-4791-83CA-3DB99D72A298}"/>
              </a:ext>
            </a:extLst>
          </p:cNvPr>
          <p:cNvSpPr>
            <a:spLocks noGrp="1"/>
          </p:cNvSpPr>
          <p:nvPr>
            <p:ph type="sldNum" sz="quarter" idx="12"/>
          </p:nvPr>
        </p:nvSpPr>
        <p:spPr>
          <a:xfrm>
            <a:off x="10134601" y="6422755"/>
            <a:ext cx="1219199" cy="298721"/>
          </a:xfrm>
          <a:prstGeom prst="rect">
            <a:avLst/>
          </a:prstGeom>
        </p:spPr>
        <p:txBody>
          <a:bodyPr/>
          <a:lstStyle/>
          <a:p>
            <a:fld id="{83735547-B499-4273-BF07-F756EAEC2F73}" type="slidenum">
              <a:rPr lang="en-IN" smtClean="0"/>
              <a:t>‹#›</a:t>
            </a:fld>
            <a:endParaRPr lang="en-IN"/>
          </a:p>
        </p:txBody>
      </p:sp>
      <p:pic>
        <p:nvPicPr>
          <p:cNvPr id="14" name="Picture 13">
            <a:extLst>
              <a:ext uri="{FF2B5EF4-FFF2-40B4-BE49-F238E27FC236}">
                <a16:creationId xmlns:a16="http://schemas.microsoft.com/office/drawing/2014/main" id="{89C2C37E-1BD9-4EA1-880A-134343D0CA9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78951" y="209850"/>
            <a:ext cx="674848" cy="719818"/>
          </a:xfrm>
          <a:prstGeom prst="rect">
            <a:avLst/>
          </a:prstGeom>
        </p:spPr>
      </p:pic>
    </p:spTree>
    <p:extLst>
      <p:ext uri="{BB962C8B-B14F-4D97-AF65-F5344CB8AC3E}">
        <p14:creationId xmlns:p14="http://schemas.microsoft.com/office/powerpoint/2010/main" val="369934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theme" Target="../theme/theme2.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A1D1BC-3BF8-4FCC-BF21-07D616F2B3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AD11023-BBB9-4E1B-95EF-F874370A7F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ABAD75D-4AC3-4D94-8260-13C2633BD6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3735547-B499-4273-BF07-F756EAEC2F73}" type="slidenum">
              <a:rPr lang="en-IN" smtClean="0"/>
              <a:t>‹#›</a:t>
            </a:fld>
            <a:endParaRPr lang="en-IN"/>
          </a:p>
        </p:txBody>
      </p:sp>
      <p:sp>
        <p:nvSpPr>
          <p:cNvPr id="10" name="TextBox 3">
            <a:extLst>
              <a:ext uri="{FF2B5EF4-FFF2-40B4-BE49-F238E27FC236}">
                <a16:creationId xmlns:a16="http://schemas.microsoft.com/office/drawing/2014/main" id="{22C2E77A-5381-4121-9A7B-139FB8F4E5F7}"/>
              </a:ext>
            </a:extLst>
          </p:cNvPr>
          <p:cNvSpPr txBox="1">
            <a:spLocks noChangeArrowheads="1"/>
          </p:cNvSpPr>
          <p:nvPr userDrawn="1"/>
        </p:nvSpPr>
        <p:spPr bwMode="auto">
          <a:xfrm>
            <a:off x="1905000" y="6650257"/>
            <a:ext cx="2362200" cy="200055"/>
          </a:xfrm>
          <a:prstGeom prst="rect">
            <a:avLst/>
          </a:prstGeom>
          <a:noFill/>
          <a:ln w="9525">
            <a:noFill/>
            <a:miter lim="800000"/>
            <a:headEnd/>
            <a:tailEnd/>
          </a:ln>
        </p:spPr>
        <p:txBody>
          <a:bodyPr wrap="square" anchor="ctr">
            <a:spAutoFit/>
          </a:bodyPr>
          <a:lstStyle/>
          <a:p>
            <a:pPr algn="ctr"/>
            <a:r>
              <a:rPr lang="en-US" sz="700" b="1">
                <a:solidFill>
                  <a:schemeClr val="tx1">
                    <a:lumMod val="65000"/>
                    <a:lumOff val="35000"/>
                  </a:schemeClr>
                </a:solidFill>
                <a:latin typeface="+mj-lt"/>
              </a:rPr>
              <a:t>CONFIDENTIAL : JI Internal Use Only</a:t>
            </a:r>
          </a:p>
        </p:txBody>
      </p:sp>
      <p:sp>
        <p:nvSpPr>
          <p:cNvPr id="11" name="TextBox 3">
            <a:extLst>
              <a:ext uri="{FF2B5EF4-FFF2-40B4-BE49-F238E27FC236}">
                <a16:creationId xmlns:a16="http://schemas.microsoft.com/office/drawing/2014/main" id="{E25A6030-3380-4898-819C-D2BD1C737462}"/>
              </a:ext>
            </a:extLst>
          </p:cNvPr>
          <p:cNvSpPr txBox="1">
            <a:spLocks noChangeArrowheads="1"/>
          </p:cNvSpPr>
          <p:nvPr userDrawn="1"/>
        </p:nvSpPr>
        <p:spPr bwMode="auto">
          <a:xfrm>
            <a:off x="0" y="6650257"/>
            <a:ext cx="2057400" cy="200055"/>
          </a:xfrm>
          <a:prstGeom prst="rect">
            <a:avLst/>
          </a:prstGeom>
          <a:noFill/>
          <a:ln w="9525">
            <a:noFill/>
            <a:miter lim="800000"/>
            <a:headEnd/>
            <a:tailEnd/>
          </a:ln>
        </p:spPr>
        <p:txBody>
          <a:bodyPr wrap="square" anchor="ctr">
            <a:spAutoFit/>
          </a:bodyPr>
          <a:lstStyle/>
          <a:p>
            <a:pPr algn="ctr"/>
            <a:r>
              <a:rPr lang="en-US" sz="700" b="1">
                <a:solidFill>
                  <a:schemeClr val="tx1">
                    <a:lumMod val="65000"/>
                    <a:lumOff val="35000"/>
                  </a:schemeClr>
                </a:solidFill>
                <a:latin typeface="+mj-lt"/>
              </a:rPr>
              <a:t>©2023 Jasmin Infotech</a:t>
            </a:r>
            <a:r>
              <a:rPr lang="en-US" sz="700" b="1" baseline="0">
                <a:solidFill>
                  <a:schemeClr val="tx1">
                    <a:lumMod val="65000"/>
                    <a:lumOff val="35000"/>
                  </a:schemeClr>
                </a:solidFill>
                <a:latin typeface="+mj-lt"/>
              </a:rPr>
              <a:t> Private Limited</a:t>
            </a:r>
            <a:endParaRPr lang="en-US" sz="700" b="1">
              <a:solidFill>
                <a:schemeClr val="tx1">
                  <a:lumMod val="65000"/>
                  <a:lumOff val="35000"/>
                </a:schemeClr>
              </a:solidFill>
              <a:latin typeface="+mj-lt"/>
            </a:endParaRPr>
          </a:p>
        </p:txBody>
      </p:sp>
      <p:cxnSp>
        <p:nvCxnSpPr>
          <p:cNvPr id="12" name="Straight Connector 11">
            <a:extLst>
              <a:ext uri="{FF2B5EF4-FFF2-40B4-BE49-F238E27FC236}">
                <a16:creationId xmlns:a16="http://schemas.microsoft.com/office/drawing/2014/main" id="{9C95BBBE-8BDA-46C2-B17F-5F1D256C0269}"/>
              </a:ext>
            </a:extLst>
          </p:cNvPr>
          <p:cNvCxnSpPr/>
          <p:nvPr userDrawn="1"/>
        </p:nvCxnSpPr>
        <p:spPr>
          <a:xfrm>
            <a:off x="2057400" y="6629400"/>
            <a:ext cx="0" cy="228600"/>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69046269"/>
      </p:ext>
    </p:extLst>
  </p:cSld>
  <p:clrMap bg1="lt1" tx1="dk1" bg2="lt2" tx2="dk2" accent1="accent1" accent2="accent2" accent3="accent3" accent4="accent4" accent5="accent5" accent6="accent6" hlink="hlink" folHlink="folHlink"/>
  <p:sldLayoutIdLst>
    <p:sldLayoutId id="2147483673" r:id="rId1"/>
    <p:sldLayoutId id="2147483691" r:id="rId2"/>
    <p:sldLayoutId id="2147483678" r:id="rId3"/>
    <p:sldLayoutId id="2147483692" r:id="rId4"/>
    <p:sldLayoutId id="2147483674" r:id="rId5"/>
    <p:sldLayoutId id="2147483690" r:id="rId6"/>
    <p:sldLayoutId id="2147483693" r:id="rId7"/>
    <p:sldLayoutId id="2147483694" r:id="rId8"/>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fld id="{1D8BD707-D9CF-40AE-B4C6-C98DA3205C09}" type="datetimeFigureOut">
              <a:rPr lang="en-US" smtClean="0"/>
              <a:pPr/>
              <a:t>10/23/2024</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95"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hyperlink" Target="https://www.analog.com/en/resources/evaluation-hardware-and-software/evaluation-boards-kits/adzs-21569-ezkit.html#eb-overview" TargetMode="External"/><Relationship Id="rId2" Type="http://schemas.openxmlformats.org/officeDocument/2006/relationships/hyperlink" Target="https://wiki.analog.com/resources/tools-software/sigmastudiov2" TargetMode="External"/><Relationship Id="rId1" Type="http://schemas.openxmlformats.org/officeDocument/2006/relationships/slideLayout" Target="../slideLayouts/slideLayout4.xml"/><Relationship Id="rId6" Type="http://schemas.openxmlformats.org/officeDocument/2006/relationships/hyperlink" Target="https://youtu.be/DX8qS3dbtmE?si=g4DUcTda0zJW6Gp9" TargetMode="External"/><Relationship Id="rId5" Type="http://schemas.openxmlformats.org/officeDocument/2006/relationships/hyperlink" Target="https://www.analog.com/en/lp/001/sharc-processors-software-and-tools.html" TargetMode="External"/><Relationship Id="rId4" Type="http://schemas.openxmlformats.org/officeDocument/2006/relationships/hyperlink" Target="https://www.analog.com/en/resources/evaluation-hardware-and-software/evaluation-boards-kits/eval-melody-8.html#eb-overview"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Layout" Target="../slideLayouts/slideLayout15.xml"/><Relationship Id="rId6" Type="http://schemas.openxmlformats.org/officeDocument/2006/relationships/image" Target="../media/image31.svg"/><Relationship Id="rId5" Type="http://schemas.openxmlformats.org/officeDocument/2006/relationships/image" Target="../media/image30.png"/><Relationship Id="rId10" Type="http://schemas.openxmlformats.org/officeDocument/2006/relationships/image" Target="../media/image35.jpeg"/><Relationship Id="rId4" Type="http://schemas.openxmlformats.org/officeDocument/2006/relationships/image" Target="../media/image29.svg"/><Relationship Id="rId9"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FE74804-7A65-49B5-A06B-DEC0F4770309}"/>
              </a:ext>
            </a:extLst>
          </p:cNvPr>
          <p:cNvSpPr>
            <a:spLocks noGrp="1"/>
          </p:cNvSpPr>
          <p:nvPr>
            <p:ph type="sldNum" sz="quarter" idx="12"/>
          </p:nvPr>
        </p:nvSpPr>
        <p:spPr/>
        <p:txBody>
          <a:bodyPr/>
          <a:lstStyle/>
          <a:p>
            <a:fld id="{83735547-B499-4273-BF07-F756EAEC2F73}" type="slidenum">
              <a:rPr lang="en-IN" smtClean="0"/>
              <a:t>1</a:t>
            </a:fld>
            <a:endParaRPr lang="en-IN"/>
          </a:p>
        </p:txBody>
      </p:sp>
      <p:sp>
        <p:nvSpPr>
          <p:cNvPr id="4" name="Rectangle 3">
            <a:extLst>
              <a:ext uri="{FF2B5EF4-FFF2-40B4-BE49-F238E27FC236}">
                <a16:creationId xmlns:a16="http://schemas.microsoft.com/office/drawing/2014/main" id="{2A91F374-12C3-45EB-99A5-33CBA53EFC64}"/>
              </a:ext>
            </a:extLst>
          </p:cNvPr>
          <p:cNvSpPr/>
          <p:nvPr/>
        </p:nvSpPr>
        <p:spPr>
          <a:xfrm>
            <a:off x="116688" y="4140233"/>
            <a:ext cx="11724513" cy="1200329"/>
          </a:xfrm>
          <a:prstGeom prst="rect">
            <a:avLst/>
          </a:prstGeom>
        </p:spPr>
        <p:txBody>
          <a:bodyPr wrap="square" lIns="91440" tIns="45720" rIns="91440" bIns="45720" anchor="t">
            <a:spAutoFit/>
          </a:bodyPr>
          <a:lstStyle/>
          <a:p>
            <a:pPr algn="ctr"/>
            <a:r>
              <a:rPr lang="en-US" sz="2400" b="1" i="1" u="sng" dirty="0">
                <a:solidFill>
                  <a:srgbClr val="000076"/>
                </a:solidFill>
                <a:cs typeface="Calibri" panose="020F0502020204030204"/>
              </a:rPr>
              <a:t>Title : </a:t>
            </a:r>
            <a:r>
              <a:rPr lang="en-US" sz="2400" b="1" i="1" u="sng" dirty="0">
                <a:solidFill>
                  <a:srgbClr val="000076"/>
                </a:solidFill>
                <a:ea typeface="+mn-lt"/>
                <a:cs typeface="+mn-lt"/>
              </a:rPr>
              <a:t>Flash Upgrade, Sigma Studio Plus</a:t>
            </a:r>
            <a:endParaRPr lang="en-US" dirty="0"/>
          </a:p>
          <a:p>
            <a:pPr algn="ctr"/>
            <a:endParaRPr lang="en-US" sz="2400" b="1" i="1" u="sng" dirty="0">
              <a:solidFill>
                <a:srgbClr val="000076"/>
              </a:solidFill>
              <a:ea typeface="Calibri"/>
              <a:cs typeface="Calibri"/>
            </a:endParaRPr>
          </a:p>
          <a:p>
            <a:pPr algn="ctr"/>
            <a:r>
              <a:rPr lang="en-US" sz="2400" b="1" i="1" dirty="0">
                <a:solidFill>
                  <a:srgbClr val="000076"/>
                </a:solidFill>
                <a:ea typeface="Calibri"/>
                <a:cs typeface="Calibri"/>
              </a:rPr>
              <a:t>24 Oct 2024</a:t>
            </a:r>
            <a:endParaRPr lang="en-US" sz="2400" b="1" i="1" u="sng" dirty="0">
              <a:solidFill>
                <a:srgbClr val="000076"/>
              </a:solidFill>
              <a:ea typeface="Calibri"/>
              <a:cs typeface="Calibri"/>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49470FC-8908-8427-1957-244BC86E2FAD}"/>
              </a:ext>
            </a:extLst>
          </p:cNvPr>
          <p:cNvSpPr>
            <a:spLocks noGrp="1"/>
          </p:cNvSpPr>
          <p:nvPr>
            <p:ph idx="1"/>
          </p:nvPr>
        </p:nvSpPr>
        <p:spPr>
          <a:xfrm>
            <a:off x="448575" y="1303665"/>
            <a:ext cx="11335108" cy="5043276"/>
          </a:xfrm>
        </p:spPr>
        <p:txBody>
          <a:bodyPr vert="horz" lIns="91440" tIns="45720" rIns="91440" bIns="45720" rtlCol="0" anchor="t">
            <a:normAutofit/>
          </a:bodyPr>
          <a:lstStyle/>
          <a:p>
            <a:pPr algn="just"/>
            <a:r>
              <a:rPr lang="en-US" sz="1600" dirty="0">
                <a:solidFill>
                  <a:srgbClr val="333333"/>
                </a:solidFill>
                <a:ea typeface="+mn-lt"/>
                <a:cs typeface="+mn-lt"/>
              </a:rPr>
              <a:t>A firmware update is the process of upgrading the firmware installed on a device by altering its code. Firmware updates typically come from the device manufacturer and are designed to fix bugs, improve performance, enhance security and introduce new features. </a:t>
            </a:r>
            <a:endParaRPr lang="en-US" sz="1600" dirty="0">
              <a:solidFill>
                <a:srgbClr val="000000"/>
              </a:solidFill>
              <a:ea typeface="+mn-lt"/>
              <a:cs typeface="+mn-lt"/>
            </a:endParaRPr>
          </a:p>
          <a:p>
            <a:pPr algn="just"/>
            <a:r>
              <a:rPr lang="en-US" sz="1600" dirty="0">
                <a:solidFill>
                  <a:srgbClr val="333333"/>
                </a:solidFill>
                <a:ea typeface="+mn-lt"/>
                <a:cs typeface="+mn-lt"/>
              </a:rPr>
              <a:t>How to update firmware depends on the device, and updates can be delivered through various channels, </a:t>
            </a:r>
            <a:endParaRPr lang="en-US" sz="1600" dirty="0">
              <a:solidFill>
                <a:srgbClr val="000000"/>
              </a:solidFill>
              <a:ea typeface="+mn-lt"/>
              <a:cs typeface="+mn-lt"/>
            </a:endParaRPr>
          </a:p>
          <a:p>
            <a:pPr marL="742950" lvl="1" indent="-285750" algn="just">
              <a:buChar char="•"/>
            </a:pPr>
            <a:r>
              <a:rPr lang="en-US" sz="1400">
                <a:solidFill>
                  <a:srgbClr val="333333"/>
                </a:solidFill>
                <a:ea typeface="+mn-lt"/>
                <a:cs typeface="+mn-lt"/>
              </a:rPr>
              <a:t>Over-The-Air (OTA) through wi-fi/ Bluetooth.</a:t>
            </a:r>
          </a:p>
          <a:p>
            <a:pPr marL="742950" lvl="1" indent="-285750" algn="just">
              <a:buChar char="•"/>
            </a:pPr>
            <a:r>
              <a:rPr lang="en-US" sz="1400" dirty="0">
                <a:solidFill>
                  <a:srgbClr val="333333"/>
                </a:solidFill>
                <a:ea typeface="+mn-lt"/>
                <a:cs typeface="+mn-lt"/>
              </a:rPr>
              <a:t>USB connections using USB storage devices.</a:t>
            </a:r>
          </a:p>
          <a:p>
            <a:pPr marL="742950" lvl="1" indent="-285750" algn="just">
              <a:buChar char="•"/>
            </a:pPr>
            <a:r>
              <a:rPr lang="en-US" sz="1400" dirty="0">
                <a:solidFill>
                  <a:srgbClr val="333333"/>
                </a:solidFill>
                <a:ea typeface="+mn-lt"/>
                <a:cs typeface="+mn-lt"/>
              </a:rPr>
              <a:t>through computer software provided by the manufacturer.</a:t>
            </a:r>
            <a:endParaRPr lang="en-US" sz="1400" dirty="0">
              <a:cs typeface="Calibri" panose="020F0502020204030204"/>
            </a:endParaRPr>
          </a:p>
        </p:txBody>
      </p:sp>
      <p:sp>
        <p:nvSpPr>
          <p:cNvPr id="3" name="Slide Number Placeholder 2">
            <a:extLst>
              <a:ext uri="{FF2B5EF4-FFF2-40B4-BE49-F238E27FC236}">
                <a16:creationId xmlns:a16="http://schemas.microsoft.com/office/drawing/2014/main" id="{FC9C333A-C08B-85D8-DDA1-C3D9EAE3997B}"/>
              </a:ext>
            </a:extLst>
          </p:cNvPr>
          <p:cNvSpPr>
            <a:spLocks noGrp="1"/>
          </p:cNvSpPr>
          <p:nvPr>
            <p:ph type="sldNum" sz="quarter" idx="12"/>
          </p:nvPr>
        </p:nvSpPr>
        <p:spPr/>
        <p:txBody>
          <a:bodyPr/>
          <a:lstStyle/>
          <a:p>
            <a:fld id="{83735547-B499-4273-BF07-F756EAEC2F73}" type="slidenum">
              <a:rPr lang="en-IN" smtClean="0"/>
              <a:t>2</a:t>
            </a:fld>
            <a:endParaRPr lang="en-IN"/>
          </a:p>
        </p:txBody>
      </p:sp>
      <p:sp>
        <p:nvSpPr>
          <p:cNvPr id="5" name="TextBox 4">
            <a:extLst>
              <a:ext uri="{FF2B5EF4-FFF2-40B4-BE49-F238E27FC236}">
                <a16:creationId xmlns:a16="http://schemas.microsoft.com/office/drawing/2014/main" id="{56A5B50B-565B-2855-A6E6-AC09EABE357E}"/>
              </a:ext>
            </a:extLst>
          </p:cNvPr>
          <p:cNvSpPr txBox="1"/>
          <p:nvPr/>
        </p:nvSpPr>
        <p:spPr>
          <a:xfrm>
            <a:off x="445868" y="515921"/>
            <a:ext cx="450577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Times New Roman"/>
                <a:cs typeface="Calibri"/>
              </a:rPr>
              <a:t>Firmware update and Purposes</a:t>
            </a:r>
            <a:endParaRPr lang="en-US" sz="2400" b="1" dirty="0">
              <a:latin typeface="Times New Roman"/>
            </a:endParaRPr>
          </a:p>
        </p:txBody>
      </p:sp>
      <p:grpSp>
        <p:nvGrpSpPr>
          <p:cNvPr id="8" name="Group 7">
            <a:extLst>
              <a:ext uri="{FF2B5EF4-FFF2-40B4-BE49-F238E27FC236}">
                <a16:creationId xmlns:a16="http://schemas.microsoft.com/office/drawing/2014/main" id="{B9B0B106-6435-1DAC-E703-30486A6A59B1}"/>
              </a:ext>
            </a:extLst>
          </p:cNvPr>
          <p:cNvGrpSpPr/>
          <p:nvPr/>
        </p:nvGrpSpPr>
        <p:grpSpPr>
          <a:xfrm>
            <a:off x="3625850" y="3426142"/>
            <a:ext cx="4493260" cy="2911475"/>
            <a:chOff x="3625850" y="3426142"/>
            <a:chExt cx="4493260" cy="2911475"/>
          </a:xfrm>
        </p:grpSpPr>
        <p:pic>
          <p:nvPicPr>
            <p:cNvPr id="6" name="Picture 5">
              <a:extLst>
                <a:ext uri="{FF2B5EF4-FFF2-40B4-BE49-F238E27FC236}">
                  <a16:creationId xmlns:a16="http://schemas.microsoft.com/office/drawing/2014/main" id="{47C9697C-BBB0-125B-F514-4859719B20F6}"/>
                </a:ext>
              </a:extLst>
            </p:cNvPr>
            <p:cNvPicPr>
              <a:picLocks noChangeAspect="1"/>
            </p:cNvPicPr>
            <p:nvPr/>
          </p:nvPicPr>
          <p:blipFill>
            <a:blip r:embed="rId2"/>
            <a:stretch>
              <a:fillRect/>
            </a:stretch>
          </p:blipFill>
          <p:spPr>
            <a:xfrm>
              <a:off x="3625850" y="3426142"/>
              <a:ext cx="4493260" cy="2911475"/>
            </a:xfrm>
            <a:prstGeom prst="rect">
              <a:avLst/>
            </a:prstGeom>
          </p:spPr>
        </p:pic>
        <p:pic>
          <p:nvPicPr>
            <p:cNvPr id="7" name="Picture 6" descr="A close-up of a small black chip&#10;&#10;Description automatically generated">
              <a:extLst>
                <a:ext uri="{FF2B5EF4-FFF2-40B4-BE49-F238E27FC236}">
                  <a16:creationId xmlns:a16="http://schemas.microsoft.com/office/drawing/2014/main" id="{CC79CC4C-86EF-9626-5AD6-41816FC3B952}"/>
                </a:ext>
              </a:extLst>
            </p:cNvPr>
            <p:cNvPicPr>
              <a:picLocks noChangeAspect="1"/>
            </p:cNvPicPr>
            <p:nvPr/>
          </p:nvPicPr>
          <p:blipFill>
            <a:blip r:embed="rId3"/>
            <a:stretch>
              <a:fillRect/>
            </a:stretch>
          </p:blipFill>
          <p:spPr>
            <a:xfrm>
              <a:off x="5741988" y="4884420"/>
              <a:ext cx="2150745" cy="1346200"/>
            </a:xfrm>
            <a:prstGeom prst="ellipse">
              <a:avLst/>
            </a:prstGeom>
            <a:ln>
              <a:solidFill>
                <a:schemeClr val="bg1"/>
              </a:solidFill>
            </a:ln>
          </p:spPr>
        </p:pic>
      </p:grpSp>
    </p:spTree>
    <p:extLst>
      <p:ext uri="{BB962C8B-B14F-4D97-AF65-F5344CB8AC3E}">
        <p14:creationId xmlns:p14="http://schemas.microsoft.com/office/powerpoint/2010/main" val="10503826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5A1BFB1-CBCB-8919-3283-FB93780D9A34}"/>
              </a:ext>
            </a:extLst>
          </p:cNvPr>
          <p:cNvSpPr>
            <a:spLocks noGrp="1"/>
          </p:cNvSpPr>
          <p:nvPr>
            <p:ph idx="1"/>
          </p:nvPr>
        </p:nvSpPr>
        <p:spPr>
          <a:xfrm>
            <a:off x="448575" y="1209589"/>
            <a:ext cx="11335108" cy="5146759"/>
          </a:xfrm>
        </p:spPr>
        <p:txBody>
          <a:bodyPr vert="horz" lIns="91440" tIns="45720" rIns="91440" bIns="45720" rtlCol="0" anchor="t">
            <a:normAutofit/>
          </a:bodyPr>
          <a:lstStyle/>
          <a:p>
            <a:pPr algn="just"/>
            <a:r>
              <a:rPr lang="en-US" sz="1600" dirty="0">
                <a:cs typeface="Calibri" panose="020F0502020204030204"/>
              </a:rPr>
              <a:t>Audio applications such as AVR and Soundbar use flash devices where the audio processing modules binary image is stored. This binary image is loaded into the DSP during the booting process and executes from DSP in run time.</a:t>
            </a:r>
          </a:p>
          <a:p>
            <a:pPr algn="just"/>
            <a:r>
              <a:rPr lang="en-US" sz="1600" dirty="0">
                <a:cs typeface="Calibri" panose="020F0502020204030204"/>
              </a:rPr>
              <a:t>This .wav file will be played back through HDMI using any audio pumping device and the DSP will be configured (Command A) to take the Audio application loader content and write into the Flash memory space.  </a:t>
            </a:r>
          </a:p>
        </p:txBody>
      </p:sp>
      <p:sp>
        <p:nvSpPr>
          <p:cNvPr id="3" name="Slide Number Placeholder 2">
            <a:extLst>
              <a:ext uri="{FF2B5EF4-FFF2-40B4-BE49-F238E27FC236}">
                <a16:creationId xmlns:a16="http://schemas.microsoft.com/office/drawing/2014/main" id="{E9E3244A-600C-AFA0-21DA-7F089386DA25}"/>
              </a:ext>
            </a:extLst>
          </p:cNvPr>
          <p:cNvSpPr>
            <a:spLocks noGrp="1"/>
          </p:cNvSpPr>
          <p:nvPr>
            <p:ph type="sldNum" sz="quarter" idx="12"/>
          </p:nvPr>
        </p:nvSpPr>
        <p:spPr/>
        <p:txBody>
          <a:bodyPr/>
          <a:lstStyle/>
          <a:p>
            <a:fld id="{83735547-B499-4273-BF07-F756EAEC2F73}" type="slidenum">
              <a:rPr lang="en-IN" smtClean="0"/>
              <a:t>3</a:t>
            </a:fld>
            <a:endParaRPr lang="en-IN"/>
          </a:p>
        </p:txBody>
      </p:sp>
      <p:sp>
        <p:nvSpPr>
          <p:cNvPr id="4" name="TextBox 3">
            <a:extLst>
              <a:ext uri="{FF2B5EF4-FFF2-40B4-BE49-F238E27FC236}">
                <a16:creationId xmlns:a16="http://schemas.microsoft.com/office/drawing/2014/main" id="{E5117B06-130A-50C0-BA57-EDFC9622E706}"/>
              </a:ext>
            </a:extLst>
          </p:cNvPr>
          <p:cNvSpPr txBox="1"/>
          <p:nvPr/>
        </p:nvSpPr>
        <p:spPr>
          <a:xfrm>
            <a:off x="445868" y="515921"/>
            <a:ext cx="656260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Times New Roman"/>
                <a:cs typeface="Calibri"/>
              </a:rPr>
              <a:t>Firmware update via HDMI</a:t>
            </a:r>
            <a:endParaRPr lang="en-US" sz="2400" b="1">
              <a:latin typeface="Times New Roman"/>
            </a:endParaRPr>
          </a:p>
        </p:txBody>
      </p:sp>
      <p:grpSp>
        <p:nvGrpSpPr>
          <p:cNvPr id="13" name="Group 12">
            <a:extLst>
              <a:ext uri="{FF2B5EF4-FFF2-40B4-BE49-F238E27FC236}">
                <a16:creationId xmlns:a16="http://schemas.microsoft.com/office/drawing/2014/main" id="{2F4D5AFA-451A-E8FE-5723-923E4A66ABC1}"/>
              </a:ext>
            </a:extLst>
          </p:cNvPr>
          <p:cNvGrpSpPr/>
          <p:nvPr/>
        </p:nvGrpSpPr>
        <p:grpSpPr>
          <a:xfrm>
            <a:off x="581660" y="2392114"/>
            <a:ext cx="11017437" cy="3693349"/>
            <a:chOff x="337820" y="2381954"/>
            <a:chExt cx="11017437" cy="3693349"/>
          </a:xfrm>
        </p:grpSpPr>
        <p:grpSp>
          <p:nvGrpSpPr>
            <p:cNvPr id="11" name="Group 10">
              <a:extLst>
                <a:ext uri="{FF2B5EF4-FFF2-40B4-BE49-F238E27FC236}">
                  <a16:creationId xmlns:a16="http://schemas.microsoft.com/office/drawing/2014/main" id="{FBAEB769-07DB-8084-FB16-6544ED54DB7B}"/>
                </a:ext>
              </a:extLst>
            </p:cNvPr>
            <p:cNvGrpSpPr/>
            <p:nvPr/>
          </p:nvGrpSpPr>
          <p:grpSpPr>
            <a:xfrm>
              <a:off x="2047478" y="2381954"/>
              <a:ext cx="9307779" cy="3693349"/>
              <a:chOff x="2047478" y="2381954"/>
              <a:chExt cx="9307779" cy="3693349"/>
            </a:xfrm>
          </p:grpSpPr>
          <p:pic>
            <p:nvPicPr>
              <p:cNvPr id="5" name="Picture 4" descr="A screenshot of a computer&#10;&#10;Description automatically generated">
                <a:extLst>
                  <a:ext uri="{FF2B5EF4-FFF2-40B4-BE49-F238E27FC236}">
                    <a16:creationId xmlns:a16="http://schemas.microsoft.com/office/drawing/2014/main" id="{B32CF29F-A1E4-76B8-4DAB-37E0F9D3D875}"/>
                  </a:ext>
                </a:extLst>
              </p:cNvPr>
              <p:cNvPicPr>
                <a:picLocks noChangeAspect="1"/>
              </p:cNvPicPr>
              <p:nvPr/>
            </p:nvPicPr>
            <p:blipFill>
              <a:blip r:embed="rId2"/>
              <a:stretch>
                <a:fillRect/>
              </a:stretch>
            </p:blipFill>
            <p:spPr>
              <a:xfrm>
                <a:off x="7374513" y="2381954"/>
                <a:ext cx="3980744" cy="3693349"/>
              </a:xfrm>
              <a:prstGeom prst="rect">
                <a:avLst/>
              </a:prstGeom>
              <a:ln>
                <a:solidFill>
                  <a:schemeClr val="bg1">
                    <a:lumMod val="75000"/>
                  </a:schemeClr>
                </a:solidFill>
              </a:ln>
            </p:spPr>
          </p:pic>
          <p:pic>
            <p:nvPicPr>
              <p:cNvPr id="8" name="Picture 7" descr="A screenshot of a computer&#10;&#10;Description automatically generated">
                <a:extLst>
                  <a:ext uri="{FF2B5EF4-FFF2-40B4-BE49-F238E27FC236}">
                    <a16:creationId xmlns:a16="http://schemas.microsoft.com/office/drawing/2014/main" id="{F63CDF81-8745-5137-CFDC-3C76448BEE02}"/>
                  </a:ext>
                </a:extLst>
              </p:cNvPr>
              <p:cNvPicPr>
                <a:picLocks noChangeAspect="1"/>
              </p:cNvPicPr>
              <p:nvPr/>
            </p:nvPicPr>
            <p:blipFill>
              <a:blip r:embed="rId3"/>
              <a:stretch>
                <a:fillRect/>
              </a:stretch>
            </p:blipFill>
            <p:spPr>
              <a:xfrm>
                <a:off x="2719913" y="2464740"/>
                <a:ext cx="3976988" cy="3527778"/>
              </a:xfrm>
              <a:prstGeom prst="rect">
                <a:avLst/>
              </a:prstGeom>
            </p:spPr>
          </p:pic>
          <p:sp>
            <p:nvSpPr>
              <p:cNvPr id="9" name="Arrow: Right 8">
                <a:extLst>
                  <a:ext uri="{FF2B5EF4-FFF2-40B4-BE49-F238E27FC236}">
                    <a16:creationId xmlns:a16="http://schemas.microsoft.com/office/drawing/2014/main" id="{25A070C5-F336-93DD-3119-800F0BA855B7}"/>
                  </a:ext>
                </a:extLst>
              </p:cNvPr>
              <p:cNvSpPr/>
              <p:nvPr/>
            </p:nvSpPr>
            <p:spPr>
              <a:xfrm>
                <a:off x="2047478" y="4044839"/>
                <a:ext cx="667875" cy="11884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Right 9">
                <a:extLst>
                  <a:ext uri="{FF2B5EF4-FFF2-40B4-BE49-F238E27FC236}">
                    <a16:creationId xmlns:a16="http://schemas.microsoft.com/office/drawing/2014/main" id="{CBE09EAC-F6B7-0E4D-4866-7556C34A8D1C}"/>
                  </a:ext>
                </a:extLst>
              </p:cNvPr>
              <p:cNvSpPr/>
              <p:nvPr/>
            </p:nvSpPr>
            <p:spPr>
              <a:xfrm>
                <a:off x="6675922" y="4044839"/>
                <a:ext cx="667875" cy="11884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2" name="Picture 11">
              <a:extLst>
                <a:ext uri="{FF2B5EF4-FFF2-40B4-BE49-F238E27FC236}">
                  <a16:creationId xmlns:a16="http://schemas.microsoft.com/office/drawing/2014/main" id="{1FB0F7E2-BF3B-C9D4-26F8-E072521E9490}"/>
                </a:ext>
              </a:extLst>
            </p:cNvPr>
            <p:cNvPicPr>
              <a:picLocks noChangeAspect="1"/>
            </p:cNvPicPr>
            <p:nvPr/>
          </p:nvPicPr>
          <p:blipFill>
            <a:blip r:embed="rId4"/>
            <a:stretch>
              <a:fillRect/>
            </a:stretch>
          </p:blipFill>
          <p:spPr>
            <a:xfrm>
              <a:off x="337820" y="3975735"/>
              <a:ext cx="1600200" cy="247650"/>
            </a:xfrm>
            <a:prstGeom prst="rect">
              <a:avLst/>
            </a:prstGeom>
          </p:spPr>
        </p:pic>
      </p:grpSp>
    </p:spTree>
    <p:extLst>
      <p:ext uri="{BB962C8B-B14F-4D97-AF65-F5344CB8AC3E}">
        <p14:creationId xmlns:p14="http://schemas.microsoft.com/office/powerpoint/2010/main" val="1195197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4BFE0D5-8454-6572-6152-0DFA1DED7237}"/>
              </a:ext>
            </a:extLst>
          </p:cNvPr>
          <p:cNvSpPr>
            <a:spLocks noGrp="1"/>
          </p:cNvSpPr>
          <p:nvPr>
            <p:ph type="sldNum" sz="quarter" idx="12"/>
          </p:nvPr>
        </p:nvSpPr>
        <p:spPr/>
        <p:txBody>
          <a:bodyPr/>
          <a:lstStyle/>
          <a:p>
            <a:fld id="{83735547-B499-4273-BF07-F756EAEC2F73}" type="slidenum">
              <a:rPr lang="en-IN" smtClean="0"/>
              <a:t>4</a:t>
            </a:fld>
            <a:endParaRPr lang="en-IN"/>
          </a:p>
        </p:txBody>
      </p:sp>
      <p:sp>
        <p:nvSpPr>
          <p:cNvPr id="4" name="TextBox 3">
            <a:extLst>
              <a:ext uri="{FF2B5EF4-FFF2-40B4-BE49-F238E27FC236}">
                <a16:creationId xmlns:a16="http://schemas.microsoft.com/office/drawing/2014/main" id="{C38376C6-2764-D088-2D5F-8F7DF2228FBD}"/>
              </a:ext>
            </a:extLst>
          </p:cNvPr>
          <p:cNvSpPr txBox="1"/>
          <p:nvPr/>
        </p:nvSpPr>
        <p:spPr>
          <a:xfrm>
            <a:off x="446989" y="498543"/>
            <a:ext cx="540549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Times New Roman"/>
                <a:cs typeface="Calibri"/>
              </a:rPr>
              <a:t>Flash Writer Mode – Before Flashing</a:t>
            </a:r>
            <a:endParaRPr lang="en-US" sz="2400" b="1" dirty="0">
              <a:latin typeface="Times New Roman"/>
            </a:endParaRPr>
          </a:p>
        </p:txBody>
      </p:sp>
      <p:pic>
        <p:nvPicPr>
          <p:cNvPr id="7" name="Picture 6" descr="A diagram of a flash writer mode&#10;&#10;Description automatically generated">
            <a:extLst>
              <a:ext uri="{FF2B5EF4-FFF2-40B4-BE49-F238E27FC236}">
                <a16:creationId xmlns:a16="http://schemas.microsoft.com/office/drawing/2014/main" id="{6BDB5A75-89B1-7E6C-F6CA-6CEEE59D9B0D}"/>
              </a:ext>
            </a:extLst>
          </p:cNvPr>
          <p:cNvPicPr>
            <a:picLocks noChangeAspect="1"/>
          </p:cNvPicPr>
          <p:nvPr/>
        </p:nvPicPr>
        <p:blipFill>
          <a:blip r:embed="rId2"/>
          <a:stretch>
            <a:fillRect/>
          </a:stretch>
        </p:blipFill>
        <p:spPr>
          <a:xfrm>
            <a:off x="1450882" y="1373841"/>
            <a:ext cx="8785972" cy="4412876"/>
          </a:xfrm>
          <a:prstGeom prst="rect">
            <a:avLst/>
          </a:prstGeom>
          <a:ln>
            <a:solidFill>
              <a:schemeClr val="bg1"/>
            </a:solidFill>
          </a:ln>
        </p:spPr>
      </p:pic>
    </p:spTree>
    <p:extLst>
      <p:ext uri="{BB962C8B-B14F-4D97-AF65-F5344CB8AC3E}">
        <p14:creationId xmlns:p14="http://schemas.microsoft.com/office/powerpoint/2010/main" val="21635545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4BFE0D5-8454-6572-6152-0DFA1DED7237}"/>
              </a:ext>
            </a:extLst>
          </p:cNvPr>
          <p:cNvSpPr>
            <a:spLocks noGrp="1"/>
          </p:cNvSpPr>
          <p:nvPr>
            <p:ph type="sldNum" sz="quarter" idx="12"/>
          </p:nvPr>
        </p:nvSpPr>
        <p:spPr/>
        <p:txBody>
          <a:bodyPr/>
          <a:lstStyle/>
          <a:p>
            <a:fld id="{83735547-B499-4273-BF07-F756EAEC2F73}" type="slidenum">
              <a:rPr lang="en-IN" smtClean="0"/>
              <a:t>5</a:t>
            </a:fld>
            <a:endParaRPr lang="en-IN"/>
          </a:p>
        </p:txBody>
      </p:sp>
      <p:sp>
        <p:nvSpPr>
          <p:cNvPr id="4" name="TextBox 3">
            <a:extLst>
              <a:ext uri="{FF2B5EF4-FFF2-40B4-BE49-F238E27FC236}">
                <a16:creationId xmlns:a16="http://schemas.microsoft.com/office/drawing/2014/main" id="{C38376C6-2764-D088-2D5F-8F7DF2228FBD}"/>
              </a:ext>
            </a:extLst>
          </p:cNvPr>
          <p:cNvSpPr txBox="1"/>
          <p:nvPr/>
        </p:nvSpPr>
        <p:spPr>
          <a:xfrm>
            <a:off x="446989" y="498543"/>
            <a:ext cx="540549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Times New Roman"/>
                <a:cs typeface="Calibri"/>
              </a:rPr>
              <a:t>Flash Writer Mode – After Flashing</a:t>
            </a:r>
            <a:endParaRPr lang="en-US" sz="2400" b="1" dirty="0">
              <a:latin typeface="Times New Roman"/>
            </a:endParaRPr>
          </a:p>
        </p:txBody>
      </p:sp>
      <p:pic>
        <p:nvPicPr>
          <p:cNvPr id="6" name="Picture 5" descr="A diagram of a flash writer mode&#10;&#10;Description automatically generated">
            <a:extLst>
              <a:ext uri="{FF2B5EF4-FFF2-40B4-BE49-F238E27FC236}">
                <a16:creationId xmlns:a16="http://schemas.microsoft.com/office/drawing/2014/main" id="{4389C327-74D8-D9F9-914B-C478A27B3FA2}"/>
              </a:ext>
            </a:extLst>
          </p:cNvPr>
          <p:cNvPicPr>
            <a:picLocks noChangeAspect="1"/>
          </p:cNvPicPr>
          <p:nvPr/>
        </p:nvPicPr>
        <p:blipFill>
          <a:blip r:embed="rId2"/>
          <a:stretch>
            <a:fillRect/>
          </a:stretch>
        </p:blipFill>
        <p:spPr>
          <a:xfrm>
            <a:off x="1448752" y="1447165"/>
            <a:ext cx="8796655" cy="4400550"/>
          </a:xfrm>
          <a:prstGeom prst="rect">
            <a:avLst/>
          </a:prstGeom>
          <a:ln>
            <a:solidFill>
              <a:schemeClr val="bg1"/>
            </a:solidFill>
          </a:ln>
        </p:spPr>
      </p:pic>
    </p:spTree>
    <p:extLst>
      <p:ext uri="{BB962C8B-B14F-4D97-AF65-F5344CB8AC3E}">
        <p14:creationId xmlns:p14="http://schemas.microsoft.com/office/powerpoint/2010/main" val="29894473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D7E48DB-CC14-38DF-FFA9-20A0381DFC3A}"/>
              </a:ext>
            </a:extLst>
          </p:cNvPr>
          <p:cNvSpPr>
            <a:spLocks noGrp="1"/>
          </p:cNvSpPr>
          <p:nvPr>
            <p:ph type="sldNum" sz="quarter" idx="12"/>
          </p:nvPr>
        </p:nvSpPr>
        <p:spPr/>
        <p:txBody>
          <a:bodyPr/>
          <a:lstStyle/>
          <a:p>
            <a:fld id="{83735547-B499-4273-BF07-F756EAEC2F73}" type="slidenum">
              <a:rPr lang="en-IN" smtClean="0"/>
              <a:t>6</a:t>
            </a:fld>
            <a:endParaRPr lang="en-IN"/>
          </a:p>
        </p:txBody>
      </p:sp>
      <p:sp>
        <p:nvSpPr>
          <p:cNvPr id="6" name="TextBox 5">
            <a:extLst>
              <a:ext uri="{FF2B5EF4-FFF2-40B4-BE49-F238E27FC236}">
                <a16:creationId xmlns:a16="http://schemas.microsoft.com/office/drawing/2014/main" id="{FF5E2421-00F6-FFC3-3973-107CADEE3C3E}"/>
              </a:ext>
            </a:extLst>
          </p:cNvPr>
          <p:cNvSpPr txBox="1"/>
          <p:nvPr/>
        </p:nvSpPr>
        <p:spPr>
          <a:xfrm>
            <a:off x="446989" y="498543"/>
            <a:ext cx="540549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Times New Roman"/>
                <a:cs typeface="Calibri"/>
              </a:rPr>
              <a:t>Application Mode</a:t>
            </a:r>
            <a:endParaRPr lang="en-US" sz="2400" b="1" dirty="0">
              <a:latin typeface="Times New Roman"/>
            </a:endParaRPr>
          </a:p>
        </p:txBody>
      </p:sp>
      <p:pic>
        <p:nvPicPr>
          <p:cNvPr id="4" name="Picture 3" descr="A diagram of a computer application mode&#10;&#10;Description automatically generated">
            <a:extLst>
              <a:ext uri="{FF2B5EF4-FFF2-40B4-BE49-F238E27FC236}">
                <a16:creationId xmlns:a16="http://schemas.microsoft.com/office/drawing/2014/main" id="{A5F1292F-37A1-BD71-7549-00B0A5A626D0}"/>
              </a:ext>
            </a:extLst>
          </p:cNvPr>
          <p:cNvPicPr>
            <a:picLocks noChangeAspect="1"/>
          </p:cNvPicPr>
          <p:nvPr/>
        </p:nvPicPr>
        <p:blipFill>
          <a:blip r:embed="rId2"/>
          <a:stretch>
            <a:fillRect/>
          </a:stretch>
        </p:blipFill>
        <p:spPr>
          <a:xfrm>
            <a:off x="2255638" y="1247339"/>
            <a:ext cx="7692390" cy="4636135"/>
          </a:xfrm>
          <a:prstGeom prst="rect">
            <a:avLst/>
          </a:prstGeom>
        </p:spPr>
      </p:pic>
    </p:spTree>
    <p:extLst>
      <p:ext uri="{BB962C8B-B14F-4D97-AF65-F5344CB8AC3E}">
        <p14:creationId xmlns:p14="http://schemas.microsoft.com/office/powerpoint/2010/main" val="11285364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039A82D-F323-C685-B5DE-302567A13BFD}"/>
              </a:ext>
            </a:extLst>
          </p:cNvPr>
          <p:cNvSpPr>
            <a:spLocks noGrp="1"/>
          </p:cNvSpPr>
          <p:nvPr>
            <p:ph type="sldNum" sz="quarter" idx="12"/>
          </p:nvPr>
        </p:nvSpPr>
        <p:spPr/>
        <p:txBody>
          <a:bodyPr/>
          <a:lstStyle/>
          <a:p>
            <a:fld id="{83735547-B499-4273-BF07-F756EAEC2F73}" type="slidenum">
              <a:rPr lang="en-IN" smtClean="0"/>
              <a:t>7</a:t>
            </a:fld>
            <a:endParaRPr lang="en-IN"/>
          </a:p>
        </p:txBody>
      </p:sp>
      <p:sp>
        <p:nvSpPr>
          <p:cNvPr id="6" name="TextBox 5">
            <a:extLst>
              <a:ext uri="{FF2B5EF4-FFF2-40B4-BE49-F238E27FC236}">
                <a16:creationId xmlns:a16="http://schemas.microsoft.com/office/drawing/2014/main" id="{F1677285-C400-8E84-2F25-6290C341D1FE}"/>
              </a:ext>
            </a:extLst>
          </p:cNvPr>
          <p:cNvSpPr txBox="1"/>
          <p:nvPr/>
        </p:nvSpPr>
        <p:spPr>
          <a:xfrm>
            <a:off x="446989" y="498543"/>
            <a:ext cx="597934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Times New Roman"/>
                <a:cs typeface="Calibri"/>
              </a:rPr>
              <a:t>Upgraded DSP Firmware working status</a:t>
            </a:r>
          </a:p>
        </p:txBody>
      </p:sp>
      <p:pic>
        <p:nvPicPr>
          <p:cNvPr id="2" name="Picture 1" descr="A diagram of a device&#10;&#10;Description automatically generated">
            <a:extLst>
              <a:ext uri="{FF2B5EF4-FFF2-40B4-BE49-F238E27FC236}">
                <a16:creationId xmlns:a16="http://schemas.microsoft.com/office/drawing/2014/main" id="{533B0914-2930-CA4D-AB67-040D74142588}"/>
              </a:ext>
            </a:extLst>
          </p:cNvPr>
          <p:cNvPicPr>
            <a:picLocks noChangeAspect="1"/>
          </p:cNvPicPr>
          <p:nvPr/>
        </p:nvPicPr>
        <p:blipFill>
          <a:blip r:embed="rId2"/>
          <a:stretch>
            <a:fillRect/>
          </a:stretch>
        </p:blipFill>
        <p:spPr>
          <a:xfrm>
            <a:off x="774065" y="1315720"/>
            <a:ext cx="10643870" cy="4775200"/>
          </a:xfrm>
          <a:prstGeom prst="rect">
            <a:avLst/>
          </a:prstGeom>
          <a:ln>
            <a:solidFill>
              <a:schemeClr val="bg1"/>
            </a:solidFill>
          </a:ln>
        </p:spPr>
      </p:pic>
    </p:spTree>
    <p:extLst>
      <p:ext uri="{BB962C8B-B14F-4D97-AF65-F5344CB8AC3E}">
        <p14:creationId xmlns:p14="http://schemas.microsoft.com/office/powerpoint/2010/main" val="15955884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25973D6-4B69-0E46-9435-303364E48CF4}"/>
              </a:ext>
            </a:extLst>
          </p:cNvPr>
          <p:cNvSpPr>
            <a:spLocks noGrp="1"/>
          </p:cNvSpPr>
          <p:nvPr>
            <p:ph type="sldNum" sz="quarter" idx="12"/>
          </p:nvPr>
        </p:nvSpPr>
        <p:spPr/>
        <p:txBody>
          <a:bodyPr/>
          <a:lstStyle/>
          <a:p>
            <a:fld id="{83735547-B499-4273-BF07-F756EAEC2F73}" type="slidenum">
              <a:rPr lang="en-IN" smtClean="0"/>
              <a:t>8</a:t>
            </a:fld>
            <a:endParaRPr lang="en-IN"/>
          </a:p>
        </p:txBody>
      </p:sp>
      <p:sp>
        <p:nvSpPr>
          <p:cNvPr id="2" name="TextBox 1">
            <a:extLst>
              <a:ext uri="{FF2B5EF4-FFF2-40B4-BE49-F238E27FC236}">
                <a16:creationId xmlns:a16="http://schemas.microsoft.com/office/drawing/2014/main" id="{14CA01A9-01FD-0EA5-E051-33296BEF3569}"/>
              </a:ext>
            </a:extLst>
          </p:cNvPr>
          <p:cNvSpPr txBox="1"/>
          <p:nvPr/>
        </p:nvSpPr>
        <p:spPr>
          <a:xfrm>
            <a:off x="540639" y="511246"/>
            <a:ext cx="477519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Times New Roman"/>
                <a:cs typeface="Calibri"/>
              </a:rPr>
              <a:t>Sigma Studio Plus</a:t>
            </a:r>
            <a:endParaRPr lang="en-US" sz="2400" b="1">
              <a:latin typeface="Times New Roman"/>
              <a:cs typeface="Times New Roman"/>
            </a:endParaRPr>
          </a:p>
        </p:txBody>
      </p:sp>
      <p:sp>
        <p:nvSpPr>
          <p:cNvPr id="6" name="TextBox 5">
            <a:extLst>
              <a:ext uri="{FF2B5EF4-FFF2-40B4-BE49-F238E27FC236}">
                <a16:creationId xmlns:a16="http://schemas.microsoft.com/office/drawing/2014/main" id="{56025C9C-961D-52E0-4F43-ABA82689470E}"/>
              </a:ext>
            </a:extLst>
          </p:cNvPr>
          <p:cNvSpPr txBox="1"/>
          <p:nvPr/>
        </p:nvSpPr>
        <p:spPr>
          <a:xfrm>
            <a:off x="756271" y="1450718"/>
            <a:ext cx="10795940"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lgn="just">
              <a:buFont typeface="Arial"/>
              <a:buChar char="•"/>
            </a:pPr>
            <a:r>
              <a:rPr lang="en-US" sz="1600" dirty="0">
                <a:latin typeface="Times New Roman"/>
                <a:cs typeface="Helvetica"/>
              </a:rPr>
              <a:t>The </a:t>
            </a:r>
            <a:r>
              <a:rPr lang="en-US" sz="1600" err="1">
                <a:latin typeface="Times New Roman"/>
                <a:cs typeface="Helvetica"/>
              </a:rPr>
              <a:t>SigmaStudio</a:t>
            </a:r>
            <a:r>
              <a:rPr lang="en-US" sz="1600" dirty="0">
                <a:latin typeface="Times New Roman"/>
                <a:cs typeface="Helvetica"/>
              </a:rPr>
              <a:t>®+ graphical development tool is the programming, development, and tuning software for the SHARC® audio processors</a:t>
            </a:r>
            <a:endParaRPr lang="en-US">
              <a:cs typeface="Calibri" panose="020F0502020204030204"/>
            </a:endParaRPr>
          </a:p>
          <a:p>
            <a:pPr marL="171450" indent="-171450" algn="just">
              <a:buFont typeface="Arial"/>
              <a:buChar char="•"/>
            </a:pPr>
            <a:r>
              <a:rPr lang="en-US" sz="1600" err="1">
                <a:solidFill>
                  <a:srgbClr val="000000"/>
                </a:solidFill>
                <a:latin typeface="Times New Roman"/>
                <a:cs typeface="Helvetica"/>
              </a:rPr>
              <a:t>SigmaStudio</a:t>
            </a:r>
            <a:r>
              <a:rPr lang="en-US" sz="1600" dirty="0">
                <a:solidFill>
                  <a:srgbClr val="000000"/>
                </a:solidFill>
                <a:latin typeface="Times New Roman"/>
                <a:cs typeface="Helvetica"/>
              </a:rPr>
              <a:t> Plus includes an extensive library of algorithms to perform audio processing such as filtering, mixing, and dynamics processing, as well as basic low-level DSP functions and control blocks. Plug-in algorithms from Analog Devices and 3rd party partners can be added to </a:t>
            </a:r>
            <a:r>
              <a:rPr lang="en-US" sz="1600" err="1">
                <a:solidFill>
                  <a:srgbClr val="000000"/>
                </a:solidFill>
                <a:latin typeface="Times New Roman"/>
                <a:cs typeface="Helvetica"/>
              </a:rPr>
              <a:t>SigmaStudio's</a:t>
            </a:r>
            <a:r>
              <a:rPr lang="en-US" sz="1600" dirty="0">
                <a:solidFill>
                  <a:srgbClr val="000000"/>
                </a:solidFill>
                <a:latin typeface="Times New Roman"/>
                <a:cs typeface="Helvetica"/>
              </a:rPr>
              <a:t> drag-and-drop library</a:t>
            </a:r>
          </a:p>
        </p:txBody>
      </p:sp>
      <p:pic>
        <p:nvPicPr>
          <p:cNvPr id="7" name="Picture 6" descr="A diagram of a software development process&#10;&#10;Description automatically generated">
            <a:extLst>
              <a:ext uri="{FF2B5EF4-FFF2-40B4-BE49-F238E27FC236}">
                <a16:creationId xmlns:a16="http://schemas.microsoft.com/office/drawing/2014/main" id="{65D52AE3-F1E7-B509-35BF-2AC0B4BBC727}"/>
              </a:ext>
            </a:extLst>
          </p:cNvPr>
          <p:cNvPicPr>
            <a:picLocks noChangeAspect="1"/>
          </p:cNvPicPr>
          <p:nvPr/>
        </p:nvPicPr>
        <p:blipFill>
          <a:blip r:embed="rId2"/>
          <a:stretch>
            <a:fillRect/>
          </a:stretch>
        </p:blipFill>
        <p:spPr>
          <a:xfrm>
            <a:off x="2278474" y="2848524"/>
            <a:ext cx="7635051" cy="3719764"/>
          </a:xfrm>
          <a:prstGeom prst="rect">
            <a:avLst/>
          </a:prstGeom>
        </p:spPr>
      </p:pic>
    </p:spTree>
    <p:extLst>
      <p:ext uri="{BB962C8B-B14F-4D97-AF65-F5344CB8AC3E}">
        <p14:creationId xmlns:p14="http://schemas.microsoft.com/office/powerpoint/2010/main" val="34814606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1048EDA-38B1-AD57-43F4-444BCD882AD7}"/>
              </a:ext>
            </a:extLst>
          </p:cNvPr>
          <p:cNvSpPr>
            <a:spLocks noGrp="1"/>
          </p:cNvSpPr>
          <p:nvPr>
            <p:ph idx="1"/>
          </p:nvPr>
        </p:nvSpPr>
        <p:spPr>
          <a:xfrm>
            <a:off x="801277" y="1291472"/>
            <a:ext cx="10982405" cy="5064876"/>
          </a:xfrm>
        </p:spPr>
        <p:txBody>
          <a:bodyPr/>
          <a:lstStyle/>
          <a:p>
            <a:pPr marL="0" indent="0">
              <a:buNone/>
            </a:pPr>
            <a:r>
              <a:rPr lang="en-US" b="1" dirty="0"/>
              <a:t>Software Required:</a:t>
            </a:r>
          </a:p>
          <a:p>
            <a:r>
              <a:rPr lang="en-US" dirty="0"/>
              <a:t>Cross Core Embedded Studio [CCES v2.9.1 or Later]</a:t>
            </a:r>
          </a:p>
          <a:p>
            <a:r>
              <a:rPr lang="en-US" dirty="0" err="1"/>
              <a:t>SigmaStudio</a:t>
            </a:r>
            <a:r>
              <a:rPr lang="en-US" dirty="0"/>
              <a:t>+ [2.1.0 or Later]</a:t>
            </a:r>
          </a:p>
          <a:p>
            <a:endParaRPr lang="en-US" dirty="0"/>
          </a:p>
          <a:p>
            <a:pPr marL="0" indent="0">
              <a:buNone/>
            </a:pPr>
            <a:r>
              <a:rPr lang="en-IN" b="1" dirty="0"/>
              <a:t>Hardware Required:</a:t>
            </a:r>
          </a:p>
          <a:p>
            <a:r>
              <a:rPr lang="en-IN" dirty="0"/>
              <a:t>ADSP-21569 EZ BOARD</a:t>
            </a:r>
          </a:p>
          <a:p>
            <a:r>
              <a:rPr lang="en-IN" dirty="0"/>
              <a:t>Eval Melody-8 (ADSP-21569)</a:t>
            </a:r>
          </a:p>
          <a:p>
            <a:r>
              <a:rPr lang="en-IN" b="0" i="0" dirty="0">
                <a:solidFill>
                  <a:srgbClr val="333333"/>
                </a:solidFill>
                <a:effectLst/>
                <a:latin typeface="ApercuProRegular"/>
              </a:rPr>
              <a:t>EVAL-ADUSB2EBUZ (</a:t>
            </a:r>
            <a:r>
              <a:rPr lang="en-IN" b="0" i="0" dirty="0" err="1">
                <a:solidFill>
                  <a:srgbClr val="333333"/>
                </a:solidFill>
                <a:effectLst/>
                <a:latin typeface="ApercuProRegular"/>
              </a:rPr>
              <a:t>USBi</a:t>
            </a:r>
            <a:r>
              <a:rPr lang="en-IN" b="0" i="0" dirty="0">
                <a:solidFill>
                  <a:srgbClr val="333333"/>
                </a:solidFill>
                <a:effectLst/>
                <a:latin typeface="ApercuProRegular"/>
              </a:rPr>
              <a:t>)</a:t>
            </a:r>
            <a:endParaRPr lang="en-IN" dirty="0"/>
          </a:p>
        </p:txBody>
      </p:sp>
      <p:sp>
        <p:nvSpPr>
          <p:cNvPr id="3" name="Slide Number Placeholder 2">
            <a:extLst>
              <a:ext uri="{FF2B5EF4-FFF2-40B4-BE49-F238E27FC236}">
                <a16:creationId xmlns:a16="http://schemas.microsoft.com/office/drawing/2014/main" id="{0B441BFB-CDCA-6805-111D-F4370A7389EA}"/>
              </a:ext>
            </a:extLst>
          </p:cNvPr>
          <p:cNvSpPr>
            <a:spLocks noGrp="1"/>
          </p:cNvSpPr>
          <p:nvPr>
            <p:ph type="sldNum" sz="quarter" idx="12"/>
          </p:nvPr>
        </p:nvSpPr>
        <p:spPr/>
        <p:txBody>
          <a:bodyPr/>
          <a:lstStyle/>
          <a:p>
            <a:fld id="{83735547-B499-4273-BF07-F756EAEC2F73}" type="slidenum">
              <a:rPr lang="en-IN" smtClean="0"/>
              <a:t>9</a:t>
            </a:fld>
            <a:endParaRPr lang="en-IN"/>
          </a:p>
        </p:txBody>
      </p:sp>
      <p:sp>
        <p:nvSpPr>
          <p:cNvPr id="4" name="TextBox 3">
            <a:extLst>
              <a:ext uri="{FF2B5EF4-FFF2-40B4-BE49-F238E27FC236}">
                <a16:creationId xmlns:a16="http://schemas.microsoft.com/office/drawing/2014/main" id="{133BC539-828C-9314-2FA9-1251A83D8E31}"/>
              </a:ext>
            </a:extLst>
          </p:cNvPr>
          <p:cNvSpPr txBox="1"/>
          <p:nvPr/>
        </p:nvSpPr>
        <p:spPr>
          <a:xfrm>
            <a:off x="540639" y="511246"/>
            <a:ext cx="576589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Times New Roman"/>
                <a:cs typeface="Calibri"/>
              </a:rPr>
              <a:t>Software and Hardware Requirement</a:t>
            </a:r>
            <a:endParaRPr lang="en-US" sz="2400" b="1" dirty="0">
              <a:latin typeface="Times New Roman"/>
              <a:cs typeface="Times New Roman"/>
            </a:endParaRPr>
          </a:p>
        </p:txBody>
      </p:sp>
      <p:pic>
        <p:nvPicPr>
          <p:cNvPr id="8" name="Picture 7">
            <a:extLst>
              <a:ext uri="{FF2B5EF4-FFF2-40B4-BE49-F238E27FC236}">
                <a16:creationId xmlns:a16="http://schemas.microsoft.com/office/drawing/2014/main" id="{A8DC1D4F-9929-5B71-CE7E-178A9465A2AF}"/>
              </a:ext>
            </a:extLst>
          </p:cNvPr>
          <p:cNvPicPr>
            <a:picLocks noChangeAspect="1"/>
          </p:cNvPicPr>
          <p:nvPr/>
        </p:nvPicPr>
        <p:blipFill>
          <a:blip r:embed="rId2"/>
          <a:stretch>
            <a:fillRect/>
          </a:stretch>
        </p:blipFill>
        <p:spPr>
          <a:xfrm>
            <a:off x="6110246" y="1327974"/>
            <a:ext cx="3032175" cy="870103"/>
          </a:xfrm>
          <a:prstGeom prst="rect">
            <a:avLst/>
          </a:prstGeom>
        </p:spPr>
      </p:pic>
      <p:pic>
        <p:nvPicPr>
          <p:cNvPr id="10" name="Picture 9">
            <a:extLst>
              <a:ext uri="{FF2B5EF4-FFF2-40B4-BE49-F238E27FC236}">
                <a16:creationId xmlns:a16="http://schemas.microsoft.com/office/drawing/2014/main" id="{BA3C8DC4-B202-EBE7-C3EF-2C73B14F0AFC}"/>
              </a:ext>
            </a:extLst>
          </p:cNvPr>
          <p:cNvPicPr>
            <a:picLocks noChangeAspect="1"/>
          </p:cNvPicPr>
          <p:nvPr/>
        </p:nvPicPr>
        <p:blipFill>
          <a:blip r:embed="rId3"/>
          <a:stretch>
            <a:fillRect/>
          </a:stretch>
        </p:blipFill>
        <p:spPr>
          <a:xfrm>
            <a:off x="7038510" y="2198077"/>
            <a:ext cx="4207822" cy="819706"/>
          </a:xfrm>
          <a:prstGeom prst="rect">
            <a:avLst/>
          </a:prstGeom>
        </p:spPr>
      </p:pic>
      <p:pic>
        <p:nvPicPr>
          <p:cNvPr id="12" name="Picture 11">
            <a:extLst>
              <a:ext uri="{FF2B5EF4-FFF2-40B4-BE49-F238E27FC236}">
                <a16:creationId xmlns:a16="http://schemas.microsoft.com/office/drawing/2014/main" id="{591BAC2A-0CFE-0FD9-6092-593C12E13A18}"/>
              </a:ext>
            </a:extLst>
          </p:cNvPr>
          <p:cNvPicPr>
            <a:picLocks noChangeAspect="1"/>
          </p:cNvPicPr>
          <p:nvPr/>
        </p:nvPicPr>
        <p:blipFill>
          <a:blip r:embed="rId4"/>
          <a:stretch>
            <a:fillRect/>
          </a:stretch>
        </p:blipFill>
        <p:spPr>
          <a:xfrm>
            <a:off x="9370887" y="3924388"/>
            <a:ext cx="2177682" cy="1742145"/>
          </a:xfrm>
          <a:prstGeom prst="rect">
            <a:avLst/>
          </a:prstGeom>
        </p:spPr>
      </p:pic>
      <p:pic>
        <p:nvPicPr>
          <p:cNvPr id="14" name="Picture 13">
            <a:extLst>
              <a:ext uri="{FF2B5EF4-FFF2-40B4-BE49-F238E27FC236}">
                <a16:creationId xmlns:a16="http://schemas.microsoft.com/office/drawing/2014/main" id="{FF60F3FA-D7FE-149D-D2FF-2246721DB60F}"/>
              </a:ext>
            </a:extLst>
          </p:cNvPr>
          <p:cNvPicPr>
            <a:picLocks noChangeAspect="1"/>
          </p:cNvPicPr>
          <p:nvPr/>
        </p:nvPicPr>
        <p:blipFill>
          <a:blip r:embed="rId5"/>
          <a:stretch>
            <a:fillRect/>
          </a:stretch>
        </p:blipFill>
        <p:spPr>
          <a:xfrm rot="5400000">
            <a:off x="5797811" y="3571493"/>
            <a:ext cx="3401325" cy="2543560"/>
          </a:xfrm>
          <a:prstGeom prst="rect">
            <a:avLst/>
          </a:prstGeom>
        </p:spPr>
      </p:pic>
      <p:pic>
        <p:nvPicPr>
          <p:cNvPr id="16" name="Picture 15">
            <a:extLst>
              <a:ext uri="{FF2B5EF4-FFF2-40B4-BE49-F238E27FC236}">
                <a16:creationId xmlns:a16="http://schemas.microsoft.com/office/drawing/2014/main" id="{6DAF75B1-410E-66E1-1844-F3FEC2048896}"/>
              </a:ext>
            </a:extLst>
          </p:cNvPr>
          <p:cNvPicPr>
            <a:picLocks noChangeAspect="1"/>
          </p:cNvPicPr>
          <p:nvPr/>
        </p:nvPicPr>
        <p:blipFill>
          <a:blip r:embed="rId6"/>
          <a:stretch>
            <a:fillRect/>
          </a:stretch>
        </p:blipFill>
        <p:spPr>
          <a:xfrm>
            <a:off x="1221108" y="4107545"/>
            <a:ext cx="4404953" cy="1899384"/>
          </a:xfrm>
          <a:prstGeom prst="rect">
            <a:avLst/>
          </a:prstGeom>
        </p:spPr>
      </p:pic>
    </p:spTree>
    <p:extLst>
      <p:ext uri="{BB962C8B-B14F-4D97-AF65-F5344CB8AC3E}">
        <p14:creationId xmlns:p14="http://schemas.microsoft.com/office/powerpoint/2010/main" val="15369369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3E52830-3BA4-6B54-B5F8-AE2EBC6E2592}"/>
              </a:ext>
            </a:extLst>
          </p:cNvPr>
          <p:cNvSpPr>
            <a:spLocks noGrp="1"/>
          </p:cNvSpPr>
          <p:nvPr>
            <p:ph type="sldNum" sz="quarter" idx="12"/>
          </p:nvPr>
        </p:nvSpPr>
        <p:spPr/>
        <p:txBody>
          <a:bodyPr/>
          <a:lstStyle/>
          <a:p>
            <a:fld id="{83735547-B499-4273-BF07-F756EAEC2F73}" type="slidenum">
              <a:rPr lang="en-IN" smtClean="0"/>
              <a:t>10</a:t>
            </a:fld>
            <a:endParaRPr lang="en-IN"/>
          </a:p>
        </p:txBody>
      </p:sp>
      <p:pic>
        <p:nvPicPr>
          <p:cNvPr id="5" name="Picture 4">
            <a:extLst>
              <a:ext uri="{FF2B5EF4-FFF2-40B4-BE49-F238E27FC236}">
                <a16:creationId xmlns:a16="http://schemas.microsoft.com/office/drawing/2014/main" id="{1C0A9B12-4D67-1CFD-B59C-B622EC9A3C66}"/>
              </a:ext>
            </a:extLst>
          </p:cNvPr>
          <p:cNvPicPr>
            <a:picLocks noChangeAspect="1"/>
          </p:cNvPicPr>
          <p:nvPr/>
        </p:nvPicPr>
        <p:blipFill>
          <a:blip r:embed="rId2"/>
          <a:stretch>
            <a:fillRect/>
          </a:stretch>
        </p:blipFill>
        <p:spPr>
          <a:xfrm>
            <a:off x="676595" y="1997696"/>
            <a:ext cx="5389318" cy="3167407"/>
          </a:xfrm>
          <a:prstGeom prst="rect">
            <a:avLst/>
          </a:prstGeom>
        </p:spPr>
      </p:pic>
      <p:sp>
        <p:nvSpPr>
          <p:cNvPr id="7" name="TextBox 6">
            <a:extLst>
              <a:ext uri="{FF2B5EF4-FFF2-40B4-BE49-F238E27FC236}">
                <a16:creationId xmlns:a16="http://schemas.microsoft.com/office/drawing/2014/main" id="{8422D0E8-46F2-F590-5D73-23BDFB628270}"/>
              </a:ext>
            </a:extLst>
          </p:cNvPr>
          <p:cNvSpPr txBox="1"/>
          <p:nvPr/>
        </p:nvSpPr>
        <p:spPr>
          <a:xfrm>
            <a:off x="676595" y="438005"/>
            <a:ext cx="602638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Times New Roman"/>
                <a:cs typeface="Times New Roman"/>
              </a:rPr>
              <a:t>Hardware Connections</a:t>
            </a:r>
          </a:p>
        </p:txBody>
      </p:sp>
      <p:sp>
        <p:nvSpPr>
          <p:cNvPr id="8" name="TextBox 7">
            <a:extLst>
              <a:ext uri="{FF2B5EF4-FFF2-40B4-BE49-F238E27FC236}">
                <a16:creationId xmlns:a16="http://schemas.microsoft.com/office/drawing/2014/main" id="{C2A27918-D97D-DDA9-7E45-4145990D9170}"/>
              </a:ext>
            </a:extLst>
          </p:cNvPr>
          <p:cNvSpPr txBox="1"/>
          <p:nvPr/>
        </p:nvSpPr>
        <p:spPr>
          <a:xfrm>
            <a:off x="676595" y="5012703"/>
            <a:ext cx="5283488" cy="276999"/>
          </a:xfrm>
          <a:prstGeom prst="rect">
            <a:avLst/>
          </a:prstGeom>
          <a:noFill/>
        </p:spPr>
        <p:txBody>
          <a:bodyPr wrap="square" rtlCol="0">
            <a:spAutoFit/>
          </a:bodyPr>
          <a:lstStyle/>
          <a:p>
            <a:pPr algn="ctr"/>
            <a:r>
              <a:rPr lang="en-US" sz="1200" dirty="0"/>
              <a:t>ADSP-21569-EZ-KIT</a:t>
            </a:r>
            <a:endParaRPr lang="en-IN" sz="1200" dirty="0"/>
          </a:p>
        </p:txBody>
      </p:sp>
      <p:pic>
        <p:nvPicPr>
          <p:cNvPr id="2" name="Picture 1" descr="A close-up of a circuit board&#10;&#10;Description automatically generated">
            <a:extLst>
              <a:ext uri="{FF2B5EF4-FFF2-40B4-BE49-F238E27FC236}">
                <a16:creationId xmlns:a16="http://schemas.microsoft.com/office/drawing/2014/main" id="{522A60C0-E59C-6C24-8362-64D25790BDB2}"/>
              </a:ext>
            </a:extLst>
          </p:cNvPr>
          <p:cNvPicPr>
            <a:picLocks noChangeAspect="1"/>
          </p:cNvPicPr>
          <p:nvPr/>
        </p:nvPicPr>
        <p:blipFill>
          <a:blip r:embed="rId3"/>
          <a:stretch>
            <a:fillRect/>
          </a:stretch>
        </p:blipFill>
        <p:spPr>
          <a:xfrm>
            <a:off x="6098540" y="1788478"/>
            <a:ext cx="5420360" cy="4104005"/>
          </a:xfrm>
          <a:prstGeom prst="rect">
            <a:avLst/>
          </a:prstGeom>
        </p:spPr>
      </p:pic>
    </p:spTree>
    <p:extLst>
      <p:ext uri="{BB962C8B-B14F-4D97-AF65-F5344CB8AC3E}">
        <p14:creationId xmlns:p14="http://schemas.microsoft.com/office/powerpoint/2010/main" val="41357275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 program&#10;&#10;Description automatically generated">
            <a:extLst>
              <a:ext uri="{FF2B5EF4-FFF2-40B4-BE49-F238E27FC236}">
                <a16:creationId xmlns:a16="http://schemas.microsoft.com/office/drawing/2014/main" id="{7FB93B3D-C1CA-9CB8-0638-48CDB2951B02}"/>
              </a:ext>
            </a:extLst>
          </p:cNvPr>
          <p:cNvPicPr>
            <a:picLocks noGrp="1" noChangeAspect="1"/>
          </p:cNvPicPr>
          <p:nvPr>
            <p:ph idx="1"/>
          </p:nvPr>
        </p:nvPicPr>
        <p:blipFill>
          <a:blip r:embed="rId2"/>
          <a:stretch>
            <a:fillRect/>
          </a:stretch>
        </p:blipFill>
        <p:spPr>
          <a:xfrm>
            <a:off x="991744" y="1181367"/>
            <a:ext cx="10201731" cy="5240833"/>
          </a:xfrm>
        </p:spPr>
      </p:pic>
      <p:sp>
        <p:nvSpPr>
          <p:cNvPr id="3" name="Slide Number Placeholder 2">
            <a:extLst>
              <a:ext uri="{FF2B5EF4-FFF2-40B4-BE49-F238E27FC236}">
                <a16:creationId xmlns:a16="http://schemas.microsoft.com/office/drawing/2014/main" id="{32180271-8A02-5740-4EAD-744CD60C50EB}"/>
              </a:ext>
            </a:extLst>
          </p:cNvPr>
          <p:cNvSpPr>
            <a:spLocks noGrp="1"/>
          </p:cNvSpPr>
          <p:nvPr>
            <p:ph type="sldNum" sz="quarter" idx="12"/>
          </p:nvPr>
        </p:nvSpPr>
        <p:spPr/>
        <p:txBody>
          <a:bodyPr/>
          <a:lstStyle/>
          <a:p>
            <a:fld id="{83735547-B499-4273-BF07-F756EAEC2F73}" type="slidenum">
              <a:rPr lang="en-IN" smtClean="0"/>
              <a:t>11</a:t>
            </a:fld>
            <a:endParaRPr lang="en-IN"/>
          </a:p>
        </p:txBody>
      </p:sp>
      <p:sp>
        <p:nvSpPr>
          <p:cNvPr id="2" name="TextBox 1">
            <a:extLst>
              <a:ext uri="{FF2B5EF4-FFF2-40B4-BE49-F238E27FC236}">
                <a16:creationId xmlns:a16="http://schemas.microsoft.com/office/drawing/2014/main" id="{1C3A6788-07E1-328E-AAE5-5950BEF95887}"/>
              </a:ext>
            </a:extLst>
          </p:cNvPr>
          <p:cNvSpPr txBox="1"/>
          <p:nvPr/>
        </p:nvSpPr>
        <p:spPr>
          <a:xfrm>
            <a:off x="676595" y="438005"/>
            <a:ext cx="602638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Times New Roman"/>
                <a:cs typeface="Times New Roman"/>
              </a:rPr>
              <a:t>SS+ Graphical Development Environment</a:t>
            </a:r>
          </a:p>
        </p:txBody>
      </p:sp>
    </p:spTree>
    <p:extLst>
      <p:ext uri="{BB962C8B-B14F-4D97-AF65-F5344CB8AC3E}">
        <p14:creationId xmlns:p14="http://schemas.microsoft.com/office/powerpoint/2010/main" val="17852451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0AAB9F2-66FA-5F56-CD8A-DF7C83C95AE1}"/>
              </a:ext>
            </a:extLst>
          </p:cNvPr>
          <p:cNvSpPr>
            <a:spLocks noGrp="1"/>
          </p:cNvSpPr>
          <p:nvPr>
            <p:ph type="sldNum" sz="quarter" idx="12"/>
          </p:nvPr>
        </p:nvSpPr>
        <p:spPr/>
        <p:txBody>
          <a:bodyPr/>
          <a:lstStyle/>
          <a:p>
            <a:fld id="{83735547-B499-4273-BF07-F756EAEC2F73}" type="slidenum">
              <a:rPr lang="en-IN" smtClean="0"/>
              <a:t>12</a:t>
            </a:fld>
            <a:endParaRPr lang="en-IN"/>
          </a:p>
        </p:txBody>
      </p:sp>
      <p:sp>
        <p:nvSpPr>
          <p:cNvPr id="4" name="TextBox 3">
            <a:extLst>
              <a:ext uri="{FF2B5EF4-FFF2-40B4-BE49-F238E27FC236}">
                <a16:creationId xmlns:a16="http://schemas.microsoft.com/office/drawing/2014/main" id="{88C28B30-8260-3E39-9AAA-F35608C89F5F}"/>
              </a:ext>
            </a:extLst>
          </p:cNvPr>
          <p:cNvSpPr txBox="1"/>
          <p:nvPr/>
        </p:nvSpPr>
        <p:spPr>
          <a:xfrm>
            <a:off x="450907" y="612494"/>
            <a:ext cx="59436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Times New Roman"/>
                <a:cs typeface="Calibri"/>
              </a:rPr>
              <a:t>Sigma Studio Plus on Jasmin GUL SDK</a:t>
            </a:r>
          </a:p>
        </p:txBody>
      </p:sp>
      <p:grpSp>
        <p:nvGrpSpPr>
          <p:cNvPr id="5" name="Group 4">
            <a:extLst>
              <a:ext uri="{FF2B5EF4-FFF2-40B4-BE49-F238E27FC236}">
                <a16:creationId xmlns:a16="http://schemas.microsoft.com/office/drawing/2014/main" id="{6DAC9842-47E3-B680-09F1-94BE852FCBCA}"/>
              </a:ext>
            </a:extLst>
          </p:cNvPr>
          <p:cNvGrpSpPr/>
          <p:nvPr/>
        </p:nvGrpSpPr>
        <p:grpSpPr>
          <a:xfrm>
            <a:off x="2353125" y="1771650"/>
            <a:ext cx="7629525" cy="3314700"/>
            <a:chOff x="2353125" y="1771650"/>
            <a:chExt cx="7629525" cy="3314700"/>
          </a:xfrm>
        </p:grpSpPr>
        <p:pic>
          <p:nvPicPr>
            <p:cNvPr id="6" name="Picture 5" descr="A diagram of a customer service&#10;&#10;Description automatically generated">
              <a:extLst>
                <a:ext uri="{FF2B5EF4-FFF2-40B4-BE49-F238E27FC236}">
                  <a16:creationId xmlns:a16="http://schemas.microsoft.com/office/drawing/2014/main" id="{6CCFCC48-F739-41BD-736D-F65439DE095F}"/>
                </a:ext>
              </a:extLst>
            </p:cNvPr>
            <p:cNvPicPr>
              <a:picLocks noChangeAspect="1"/>
            </p:cNvPicPr>
            <p:nvPr/>
          </p:nvPicPr>
          <p:blipFill>
            <a:blip r:embed="rId2"/>
            <a:stretch>
              <a:fillRect/>
            </a:stretch>
          </p:blipFill>
          <p:spPr>
            <a:xfrm>
              <a:off x="2353125" y="1771650"/>
              <a:ext cx="7629525" cy="3314700"/>
            </a:xfrm>
            <a:prstGeom prst="rect">
              <a:avLst/>
            </a:prstGeom>
          </p:spPr>
        </p:pic>
        <p:sp>
          <p:nvSpPr>
            <p:cNvPr id="2" name="Rectangle 1">
              <a:extLst>
                <a:ext uri="{FF2B5EF4-FFF2-40B4-BE49-F238E27FC236}">
                  <a16:creationId xmlns:a16="http://schemas.microsoft.com/office/drawing/2014/main" id="{085BAF2B-89AB-F335-158F-CB667DBC9389}"/>
                </a:ext>
              </a:extLst>
            </p:cNvPr>
            <p:cNvSpPr/>
            <p:nvPr/>
          </p:nvSpPr>
          <p:spPr>
            <a:xfrm>
              <a:off x="5184742" y="4326903"/>
              <a:ext cx="2790334" cy="735292"/>
            </a:xfrm>
            <a:prstGeom prst="rect">
              <a:avLst/>
            </a:prstGeom>
            <a:noFill/>
            <a:ln w="28575">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23522931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F48B3AD-A1F1-1F4F-F435-E919E0BC1A92}"/>
              </a:ext>
            </a:extLst>
          </p:cNvPr>
          <p:cNvSpPr>
            <a:spLocks noGrp="1"/>
          </p:cNvSpPr>
          <p:nvPr>
            <p:ph type="sldNum" sz="quarter" idx="12"/>
          </p:nvPr>
        </p:nvSpPr>
        <p:spPr/>
        <p:txBody>
          <a:bodyPr/>
          <a:lstStyle/>
          <a:p>
            <a:fld id="{83735547-B499-4273-BF07-F756EAEC2F73}" type="slidenum">
              <a:rPr lang="en-IN" smtClean="0"/>
              <a:t>13</a:t>
            </a:fld>
            <a:endParaRPr lang="en-IN"/>
          </a:p>
        </p:txBody>
      </p:sp>
      <p:sp>
        <p:nvSpPr>
          <p:cNvPr id="6" name="TextBox 5">
            <a:extLst>
              <a:ext uri="{FF2B5EF4-FFF2-40B4-BE49-F238E27FC236}">
                <a16:creationId xmlns:a16="http://schemas.microsoft.com/office/drawing/2014/main" id="{2147DD91-A6E8-EA25-E0EB-865581310E7B}"/>
              </a:ext>
            </a:extLst>
          </p:cNvPr>
          <p:cNvSpPr txBox="1"/>
          <p:nvPr/>
        </p:nvSpPr>
        <p:spPr>
          <a:xfrm>
            <a:off x="450907" y="612494"/>
            <a:ext cx="59436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Times New Roman"/>
                <a:cs typeface="Calibri"/>
              </a:rPr>
              <a:t>Sigma Studio+ Design Mode</a:t>
            </a:r>
          </a:p>
        </p:txBody>
      </p:sp>
      <p:pic>
        <p:nvPicPr>
          <p:cNvPr id="7" name="Picture 6" descr="A diagram of a computer&#10;&#10;Description automatically generated">
            <a:extLst>
              <a:ext uri="{FF2B5EF4-FFF2-40B4-BE49-F238E27FC236}">
                <a16:creationId xmlns:a16="http://schemas.microsoft.com/office/drawing/2014/main" id="{C6091778-E132-4932-0A88-547B025E46D9}"/>
              </a:ext>
            </a:extLst>
          </p:cNvPr>
          <p:cNvPicPr>
            <a:picLocks noChangeAspect="1"/>
          </p:cNvPicPr>
          <p:nvPr/>
        </p:nvPicPr>
        <p:blipFill>
          <a:blip r:embed="rId2"/>
          <a:stretch>
            <a:fillRect/>
          </a:stretch>
        </p:blipFill>
        <p:spPr>
          <a:xfrm>
            <a:off x="997832" y="1172787"/>
            <a:ext cx="9801225" cy="5395595"/>
          </a:xfrm>
          <a:prstGeom prst="rect">
            <a:avLst/>
          </a:prstGeom>
          <a:ln>
            <a:solidFill>
              <a:schemeClr val="bg1"/>
            </a:solidFill>
          </a:ln>
        </p:spPr>
      </p:pic>
    </p:spTree>
    <p:extLst>
      <p:ext uri="{BB962C8B-B14F-4D97-AF65-F5344CB8AC3E}">
        <p14:creationId xmlns:p14="http://schemas.microsoft.com/office/powerpoint/2010/main" val="18006271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37CED21-1D67-33C6-E199-B362AC3FD84A}"/>
              </a:ext>
            </a:extLst>
          </p:cNvPr>
          <p:cNvSpPr>
            <a:spLocks noGrp="1"/>
          </p:cNvSpPr>
          <p:nvPr>
            <p:ph type="sldNum" sz="quarter" idx="12"/>
          </p:nvPr>
        </p:nvSpPr>
        <p:spPr/>
        <p:txBody>
          <a:bodyPr/>
          <a:lstStyle/>
          <a:p>
            <a:fld id="{83735547-B499-4273-BF07-F756EAEC2F73}" type="slidenum">
              <a:rPr lang="en-IN" smtClean="0"/>
              <a:t>14</a:t>
            </a:fld>
            <a:endParaRPr lang="en-IN"/>
          </a:p>
        </p:txBody>
      </p:sp>
      <p:sp>
        <p:nvSpPr>
          <p:cNvPr id="5" name="TextBox 4">
            <a:extLst>
              <a:ext uri="{FF2B5EF4-FFF2-40B4-BE49-F238E27FC236}">
                <a16:creationId xmlns:a16="http://schemas.microsoft.com/office/drawing/2014/main" id="{77965C70-5B50-D2DD-0DF9-8AF34F217354}"/>
              </a:ext>
            </a:extLst>
          </p:cNvPr>
          <p:cNvSpPr txBox="1"/>
          <p:nvPr/>
        </p:nvSpPr>
        <p:spPr>
          <a:xfrm>
            <a:off x="450907" y="612494"/>
            <a:ext cx="59436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Times New Roman"/>
                <a:cs typeface="Calibri"/>
              </a:rPr>
              <a:t>Sigma Studio+ Deployment Mode</a:t>
            </a:r>
          </a:p>
        </p:txBody>
      </p:sp>
      <p:pic>
        <p:nvPicPr>
          <p:cNvPr id="4" name="Picture 3" descr="A diagram of a computer&#10;&#10;Description automatically generated">
            <a:extLst>
              <a:ext uri="{FF2B5EF4-FFF2-40B4-BE49-F238E27FC236}">
                <a16:creationId xmlns:a16="http://schemas.microsoft.com/office/drawing/2014/main" id="{FEF714CD-BA65-1CF6-F0A8-EF4C15152FE7}"/>
              </a:ext>
            </a:extLst>
          </p:cNvPr>
          <p:cNvPicPr>
            <a:picLocks noChangeAspect="1"/>
          </p:cNvPicPr>
          <p:nvPr/>
        </p:nvPicPr>
        <p:blipFill>
          <a:blip r:embed="rId2"/>
          <a:stretch>
            <a:fillRect/>
          </a:stretch>
        </p:blipFill>
        <p:spPr>
          <a:xfrm>
            <a:off x="1103630" y="1146175"/>
            <a:ext cx="9639300" cy="5276850"/>
          </a:xfrm>
          <a:prstGeom prst="rect">
            <a:avLst/>
          </a:prstGeom>
        </p:spPr>
      </p:pic>
    </p:spTree>
    <p:extLst>
      <p:ext uri="{BB962C8B-B14F-4D97-AF65-F5344CB8AC3E}">
        <p14:creationId xmlns:p14="http://schemas.microsoft.com/office/powerpoint/2010/main" val="6179005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57B20C7-1397-9403-5F3F-DB533FA14BD1}"/>
              </a:ext>
            </a:extLst>
          </p:cNvPr>
          <p:cNvSpPr>
            <a:spLocks noGrp="1"/>
          </p:cNvSpPr>
          <p:nvPr>
            <p:ph idx="1"/>
          </p:nvPr>
        </p:nvSpPr>
        <p:spPr>
          <a:xfrm>
            <a:off x="448575" y="1462836"/>
            <a:ext cx="11335108" cy="4893512"/>
          </a:xfrm>
        </p:spPr>
        <p:txBody>
          <a:bodyPr vert="horz" lIns="91440" tIns="45720" rIns="91440" bIns="45720" rtlCol="0" anchor="t">
            <a:normAutofit/>
          </a:bodyPr>
          <a:lstStyle/>
          <a:p>
            <a:r>
              <a:rPr lang="en-US" dirty="0">
                <a:ea typeface="+mn-lt"/>
                <a:cs typeface="+mn-lt"/>
                <a:hlinkClick r:id="rId2"/>
              </a:rPr>
              <a:t>SigmaStudio+ [Analog Devices Wiki]</a:t>
            </a:r>
            <a:endParaRPr lang="en-US" dirty="0">
              <a:ea typeface="+mn-lt"/>
              <a:cs typeface="+mn-lt"/>
            </a:endParaRPr>
          </a:p>
          <a:p>
            <a:r>
              <a:rPr lang="en-IN" dirty="0">
                <a:ea typeface="+mn-lt"/>
                <a:cs typeface="+mn-lt"/>
                <a:hlinkClick r:id="rId3"/>
              </a:rPr>
              <a:t>ADZS-21569-EZKIT Evaluation Board | Analog Devices</a:t>
            </a:r>
            <a:endParaRPr lang="en-US">
              <a:ea typeface="+mn-lt"/>
              <a:cs typeface="+mn-lt"/>
            </a:endParaRPr>
          </a:p>
          <a:p>
            <a:r>
              <a:rPr lang="en-US" dirty="0">
                <a:ea typeface="+mn-lt"/>
                <a:cs typeface="+mn-lt"/>
                <a:hlinkClick r:id="rId4"/>
              </a:rPr>
              <a:t>EVAL-MELODY-8 Evaluation Board | Analog Devices</a:t>
            </a:r>
            <a:endParaRPr lang="en-US">
              <a:ea typeface="+mn-lt"/>
              <a:cs typeface="+mn-lt"/>
              <a:hlinkClick r:id="rId4"/>
            </a:endParaRPr>
          </a:p>
          <a:p>
            <a:r>
              <a:rPr lang="en-US" dirty="0">
                <a:ea typeface="+mn-lt"/>
                <a:cs typeface="+mn-lt"/>
                <a:hlinkClick r:id="rId5"/>
              </a:rPr>
              <a:t>SHARC Processors Software and Tools | Analog Devices</a:t>
            </a:r>
            <a:endParaRPr lang="en-US">
              <a:cs typeface="Calibri"/>
            </a:endParaRPr>
          </a:p>
          <a:p>
            <a:r>
              <a:rPr lang="en-US" dirty="0">
                <a:ea typeface="+mn-lt"/>
                <a:cs typeface="+mn-lt"/>
                <a:hlinkClick r:id="rId6"/>
              </a:rPr>
              <a:t>https://youtu.be/DX8qS3dbtmE?si=g4DUcTda0zJW6Gp9</a:t>
            </a:r>
            <a:endParaRPr lang="en-US">
              <a:ea typeface="+mn-lt"/>
              <a:cs typeface="+mn-lt"/>
            </a:endParaRPr>
          </a:p>
          <a:p>
            <a:endParaRPr lang="en-US" dirty="0">
              <a:ea typeface="+mn-lt"/>
              <a:cs typeface="+mn-lt"/>
            </a:endParaRPr>
          </a:p>
          <a:p>
            <a:endParaRPr lang="en-US" dirty="0">
              <a:cs typeface="Calibri"/>
            </a:endParaRPr>
          </a:p>
          <a:p>
            <a:endParaRPr lang="en-US" dirty="0">
              <a:cs typeface="Calibri"/>
            </a:endParaRPr>
          </a:p>
          <a:p>
            <a:endParaRPr lang="en-US" dirty="0">
              <a:cs typeface="Calibri"/>
            </a:endParaRPr>
          </a:p>
        </p:txBody>
      </p:sp>
      <p:sp>
        <p:nvSpPr>
          <p:cNvPr id="3" name="Slide Number Placeholder 2">
            <a:extLst>
              <a:ext uri="{FF2B5EF4-FFF2-40B4-BE49-F238E27FC236}">
                <a16:creationId xmlns:a16="http://schemas.microsoft.com/office/drawing/2014/main" id="{90AE2D20-7A38-29B8-6601-C1DA07D39DAD}"/>
              </a:ext>
            </a:extLst>
          </p:cNvPr>
          <p:cNvSpPr>
            <a:spLocks noGrp="1"/>
          </p:cNvSpPr>
          <p:nvPr>
            <p:ph type="sldNum" sz="quarter" idx="12"/>
          </p:nvPr>
        </p:nvSpPr>
        <p:spPr/>
        <p:txBody>
          <a:bodyPr/>
          <a:lstStyle/>
          <a:p>
            <a:fld id="{83735547-B499-4273-BF07-F756EAEC2F73}" type="slidenum">
              <a:rPr lang="en-IN" smtClean="0"/>
              <a:t>15</a:t>
            </a:fld>
            <a:endParaRPr lang="en-IN"/>
          </a:p>
        </p:txBody>
      </p:sp>
      <p:sp>
        <p:nvSpPr>
          <p:cNvPr id="5" name="TextBox 4">
            <a:extLst>
              <a:ext uri="{FF2B5EF4-FFF2-40B4-BE49-F238E27FC236}">
                <a16:creationId xmlns:a16="http://schemas.microsoft.com/office/drawing/2014/main" id="{01F62A3E-F10C-686A-671C-AC7A2D6D4F5B}"/>
              </a:ext>
            </a:extLst>
          </p:cNvPr>
          <p:cNvSpPr txBox="1"/>
          <p:nvPr/>
        </p:nvSpPr>
        <p:spPr>
          <a:xfrm>
            <a:off x="444030" y="519288"/>
            <a:ext cx="243275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Times New Roman"/>
              </a:rPr>
              <a:t>References</a:t>
            </a:r>
            <a:endParaRPr lang="en-US" dirty="0"/>
          </a:p>
        </p:txBody>
      </p:sp>
    </p:spTree>
    <p:extLst>
      <p:ext uri="{BB962C8B-B14F-4D97-AF65-F5344CB8AC3E}">
        <p14:creationId xmlns:p14="http://schemas.microsoft.com/office/powerpoint/2010/main" val="33739964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0C1B200-8FF5-B1B9-6B54-4CBFEA31D4A8}"/>
              </a:ext>
            </a:extLst>
          </p:cNvPr>
          <p:cNvSpPr>
            <a:spLocks noGrp="1"/>
          </p:cNvSpPr>
          <p:nvPr>
            <p:ph idx="1"/>
          </p:nvPr>
        </p:nvSpPr>
        <p:spPr/>
        <p:txBody>
          <a:bodyPr vert="horz" lIns="91440" tIns="45720" rIns="91440" bIns="45720" rtlCol="0" anchor="t">
            <a:normAutofit/>
          </a:bodyPr>
          <a:lstStyle/>
          <a:p>
            <a:pPr marL="342900" indent="-342900">
              <a:buAutoNum type="arabicPeriod"/>
            </a:pPr>
            <a:endParaRPr lang="en-US" sz="1600">
              <a:cs typeface="Calibri" panose="020F0502020204030204"/>
            </a:endParaRPr>
          </a:p>
          <a:p>
            <a:pPr marL="342900" indent="-342900">
              <a:buAutoNum type="arabicPeriod"/>
            </a:pPr>
            <a:r>
              <a:rPr lang="en-US" sz="1600" dirty="0">
                <a:cs typeface="Calibri" panose="020F0502020204030204"/>
              </a:rPr>
              <a:t>Prepare </a:t>
            </a:r>
            <a:r>
              <a:rPr lang="en-US" sz="1600" dirty="0" err="1">
                <a:cs typeface="Calibri" panose="020F0502020204030204"/>
              </a:rPr>
              <a:t>SigmaStudio</a:t>
            </a:r>
            <a:r>
              <a:rPr lang="en-US" sz="1600" dirty="0">
                <a:cs typeface="Calibri" panose="020F0502020204030204"/>
              </a:rPr>
              <a:t>+ Schematics with the following feature.</a:t>
            </a:r>
          </a:p>
          <a:p>
            <a:pPr marL="400050" lvl="1" indent="-171450">
              <a:buChar char="•"/>
            </a:pPr>
            <a:r>
              <a:rPr lang="en-US" dirty="0">
                <a:cs typeface="Calibri" panose="020F0502020204030204"/>
              </a:rPr>
              <a:t>8 channel input</a:t>
            </a:r>
          </a:p>
          <a:p>
            <a:pPr marL="400050" lvl="1" indent="-171450">
              <a:buChar char="•"/>
            </a:pPr>
            <a:r>
              <a:rPr lang="en-US" dirty="0">
                <a:cs typeface="Calibri" panose="020F0502020204030204"/>
              </a:rPr>
              <a:t>2 channel output (8 channels are mixed to create stereo effect). </a:t>
            </a:r>
          </a:p>
          <a:p>
            <a:pPr marL="400050" lvl="1" indent="-171450">
              <a:buChar char="•"/>
            </a:pPr>
            <a:r>
              <a:rPr lang="en-US" dirty="0">
                <a:cs typeface="Calibri" panose="020F0502020204030204"/>
              </a:rPr>
              <a:t>Include mute option for each channel. </a:t>
            </a:r>
          </a:p>
          <a:p>
            <a:pPr marL="400050" lvl="1" indent="-171450">
              <a:buChar char="•"/>
            </a:pPr>
            <a:r>
              <a:rPr lang="en-US" sz="1300" dirty="0">
                <a:cs typeface="Calibri" panose="020F0502020204030204"/>
              </a:rPr>
              <a:t>Include eight band equalizer to control the effect of stereo output channels (Band Freq : 200Hz, 2KHz, 5KHz, 8KHz, 10KHz, 12KHz, 14KHz &amp; 16KHz).</a:t>
            </a:r>
            <a:endParaRPr lang="en-US" sz="1300">
              <a:cs typeface="Calibri" panose="020F0502020204030204"/>
            </a:endParaRPr>
          </a:p>
          <a:p>
            <a:pPr marL="400050" lvl="1" indent="-171450">
              <a:buChar char="•"/>
            </a:pPr>
            <a:r>
              <a:rPr lang="en-US" dirty="0">
                <a:cs typeface="Calibri" panose="020F0502020204030204"/>
              </a:rPr>
              <a:t>Include White noise and route the noise signal into 2 channel output if required, using switchable option between noise and audio signal.</a:t>
            </a:r>
          </a:p>
          <a:p>
            <a:pPr marL="228600" lvl="1"/>
            <a:endParaRPr lang="en-US" dirty="0">
              <a:cs typeface="Calibri" panose="020F0502020204030204"/>
            </a:endParaRPr>
          </a:p>
          <a:p>
            <a:pPr marL="342900" indent="-342900">
              <a:buAutoNum type="arabicPeriod"/>
            </a:pPr>
            <a:r>
              <a:rPr lang="en-US" sz="1600" dirty="0">
                <a:cs typeface="Calibri" panose="020F0502020204030204"/>
              </a:rPr>
              <a:t>How does Flash Upgrade work?, based on your understanding list down step-by-step procedure with your own words.</a:t>
            </a:r>
            <a:endParaRPr lang="en-US" dirty="0">
              <a:cs typeface="Calibri"/>
            </a:endParaRPr>
          </a:p>
          <a:p>
            <a:pPr marL="342900" indent="-342900">
              <a:buAutoNum type="arabicPeriod"/>
            </a:pPr>
            <a:endParaRPr lang="en-US" sz="1600" dirty="0">
              <a:cs typeface="Calibri" panose="020F0502020204030204"/>
            </a:endParaRPr>
          </a:p>
          <a:p>
            <a:pPr marL="342900" indent="-342900">
              <a:buAutoNum type="arabicPeriod"/>
            </a:pPr>
            <a:endParaRPr lang="en-US" sz="1600" dirty="0">
              <a:cs typeface="Calibri" panose="020F0502020204030204"/>
            </a:endParaRPr>
          </a:p>
          <a:p>
            <a:pPr marL="342900" indent="-342900">
              <a:buAutoNum type="arabicPeriod"/>
            </a:pPr>
            <a:endParaRPr lang="en-US" sz="1600" dirty="0">
              <a:cs typeface="Calibri" panose="020F0502020204030204"/>
            </a:endParaRPr>
          </a:p>
          <a:p>
            <a:pPr marL="342900" indent="-342900">
              <a:buAutoNum type="arabicPeriod"/>
            </a:pPr>
            <a:endParaRPr lang="en-US" sz="1600" dirty="0">
              <a:cs typeface="Calibri" panose="020F0502020204030204"/>
            </a:endParaRPr>
          </a:p>
          <a:p>
            <a:pPr marL="342900" indent="-342900">
              <a:buAutoNum type="arabicPeriod"/>
            </a:pPr>
            <a:endParaRPr lang="en-US" sz="1600" dirty="0">
              <a:cs typeface="Calibri" panose="020F0502020204030204"/>
            </a:endParaRPr>
          </a:p>
          <a:p>
            <a:pPr marL="342900" indent="-342900">
              <a:buAutoNum type="arabicPeriod"/>
            </a:pPr>
            <a:endParaRPr lang="en-US" sz="1600" dirty="0">
              <a:cs typeface="Calibri" panose="020F0502020204030204"/>
            </a:endParaRPr>
          </a:p>
          <a:p>
            <a:pPr marL="228600" lvl="1"/>
            <a:endParaRPr lang="en-US" dirty="0">
              <a:cs typeface="Calibri" panose="020F0502020204030204"/>
            </a:endParaRPr>
          </a:p>
        </p:txBody>
      </p:sp>
      <p:sp>
        <p:nvSpPr>
          <p:cNvPr id="3" name="Slide Number Placeholder 2">
            <a:extLst>
              <a:ext uri="{FF2B5EF4-FFF2-40B4-BE49-F238E27FC236}">
                <a16:creationId xmlns:a16="http://schemas.microsoft.com/office/drawing/2014/main" id="{8241C029-A803-F254-F14D-C52E22ACA451}"/>
              </a:ext>
            </a:extLst>
          </p:cNvPr>
          <p:cNvSpPr>
            <a:spLocks noGrp="1"/>
          </p:cNvSpPr>
          <p:nvPr>
            <p:ph type="sldNum" sz="quarter" idx="12"/>
          </p:nvPr>
        </p:nvSpPr>
        <p:spPr/>
        <p:txBody>
          <a:bodyPr/>
          <a:lstStyle/>
          <a:p>
            <a:fld id="{83735547-B499-4273-BF07-F756EAEC2F73}" type="slidenum">
              <a:rPr lang="en-IN" smtClean="0"/>
              <a:t>16</a:t>
            </a:fld>
            <a:endParaRPr lang="en-IN"/>
          </a:p>
        </p:txBody>
      </p:sp>
      <p:sp>
        <p:nvSpPr>
          <p:cNvPr id="5" name="TextBox 4">
            <a:extLst>
              <a:ext uri="{FF2B5EF4-FFF2-40B4-BE49-F238E27FC236}">
                <a16:creationId xmlns:a16="http://schemas.microsoft.com/office/drawing/2014/main" id="{C84EDE43-A6C7-C5B2-729F-61331787F881}"/>
              </a:ext>
            </a:extLst>
          </p:cNvPr>
          <p:cNvSpPr txBox="1"/>
          <p:nvPr/>
        </p:nvSpPr>
        <p:spPr>
          <a:xfrm>
            <a:off x="444030" y="519288"/>
            <a:ext cx="503860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Times New Roman"/>
                <a:cs typeface="Times New Roman"/>
              </a:rPr>
              <a:t>Task and Activity</a:t>
            </a:r>
          </a:p>
        </p:txBody>
      </p:sp>
    </p:spTree>
    <p:extLst>
      <p:ext uri="{BB962C8B-B14F-4D97-AF65-F5344CB8AC3E}">
        <p14:creationId xmlns:p14="http://schemas.microsoft.com/office/powerpoint/2010/main" val="34007273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493111" y="5583428"/>
            <a:ext cx="3205779" cy="564257"/>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l">
              <a:lnSpc>
                <a:spcPts val="4374"/>
              </a:lnSpc>
            </a:pPr>
            <a:r>
              <a:rPr lang="en-US" sz="4050">
                <a:solidFill>
                  <a:srgbClr val="E97132"/>
                </a:solidFill>
                <a:latin typeface="Arimo"/>
                <a:ea typeface="Arimo"/>
                <a:cs typeface="Arimo"/>
                <a:sym typeface="Arimo"/>
              </a:rPr>
              <a:t>THANK YOU!</a:t>
            </a:r>
          </a:p>
        </p:txBody>
      </p:sp>
      <p:sp>
        <p:nvSpPr>
          <p:cNvPr id="3" name="Freeform 3"/>
          <p:cNvSpPr/>
          <p:nvPr/>
        </p:nvSpPr>
        <p:spPr>
          <a:xfrm>
            <a:off x="4617128" y="2485236"/>
            <a:ext cx="3467080" cy="1112219"/>
          </a:xfrm>
          <a:custGeom>
            <a:avLst/>
            <a:gdLst/>
            <a:ahLst/>
            <a:cxnLst/>
            <a:rect l="l" t="t" r="r" b="b"/>
            <a:pathLst>
              <a:path w="5200620" h="1668328">
                <a:moveTo>
                  <a:pt x="0" y="0"/>
                </a:moveTo>
                <a:lnTo>
                  <a:pt x="5200620" y="0"/>
                </a:lnTo>
                <a:lnTo>
                  <a:pt x="5200620" y="1668328"/>
                </a:lnTo>
                <a:lnTo>
                  <a:pt x="0" y="1668328"/>
                </a:lnTo>
                <a:lnTo>
                  <a:pt x="0" y="0"/>
                </a:lnTo>
                <a:close/>
              </a:path>
            </a:pathLst>
          </a:custGeom>
          <a:blipFill>
            <a:blip r:embed="rId2"/>
            <a:stretch>
              <a:fillRect/>
            </a:stretch>
          </a:blipFill>
        </p:spPr>
      </p:sp>
      <p:sp>
        <p:nvSpPr>
          <p:cNvPr id="4" name="Freeform 4"/>
          <p:cNvSpPr/>
          <p:nvPr/>
        </p:nvSpPr>
        <p:spPr>
          <a:xfrm>
            <a:off x="11144304" y="4221882"/>
            <a:ext cx="209496" cy="209496"/>
          </a:xfrm>
          <a:custGeom>
            <a:avLst/>
            <a:gdLst/>
            <a:ahLst/>
            <a:cxnLst/>
            <a:rect l="l" t="t" r="r" b="b"/>
            <a:pathLst>
              <a:path w="314244" h="314244">
                <a:moveTo>
                  <a:pt x="0" y="0"/>
                </a:moveTo>
                <a:lnTo>
                  <a:pt x="314244" y="0"/>
                </a:lnTo>
                <a:lnTo>
                  <a:pt x="314244" y="314244"/>
                </a:lnTo>
                <a:lnTo>
                  <a:pt x="0" y="31424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11144304" y="4561631"/>
            <a:ext cx="209496" cy="190451"/>
          </a:xfrm>
          <a:custGeom>
            <a:avLst/>
            <a:gdLst/>
            <a:ahLst/>
            <a:cxnLst/>
            <a:rect l="l" t="t" r="r" b="b"/>
            <a:pathLst>
              <a:path w="314244" h="285677">
                <a:moveTo>
                  <a:pt x="0" y="0"/>
                </a:moveTo>
                <a:lnTo>
                  <a:pt x="314244" y="0"/>
                </a:lnTo>
                <a:lnTo>
                  <a:pt x="314244" y="285677"/>
                </a:lnTo>
                <a:lnTo>
                  <a:pt x="0" y="28567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a:off x="11172873" y="4897087"/>
            <a:ext cx="152360" cy="209475"/>
          </a:xfrm>
          <a:custGeom>
            <a:avLst/>
            <a:gdLst/>
            <a:ahLst/>
            <a:cxnLst/>
            <a:rect l="l" t="t" r="r" b="b"/>
            <a:pathLst>
              <a:path w="228540" h="314213">
                <a:moveTo>
                  <a:pt x="0" y="0"/>
                </a:moveTo>
                <a:lnTo>
                  <a:pt x="228540" y="0"/>
                </a:lnTo>
                <a:lnTo>
                  <a:pt x="228540" y="314213"/>
                </a:lnTo>
                <a:lnTo>
                  <a:pt x="0" y="31421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7" name="TextBox 7"/>
          <p:cNvSpPr txBox="1"/>
          <p:nvPr/>
        </p:nvSpPr>
        <p:spPr>
          <a:xfrm>
            <a:off x="8084208" y="4129178"/>
            <a:ext cx="2909977" cy="954172"/>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r">
              <a:lnSpc>
                <a:spcPts val="2640"/>
              </a:lnSpc>
            </a:pPr>
            <a:r>
              <a:rPr lang="en-US" sz="1100" spc="-7">
                <a:solidFill>
                  <a:srgbClr val="000000"/>
                </a:solidFill>
                <a:latin typeface="TT Rounds Condensed Bold"/>
                <a:ea typeface="TT Rounds Condensed Bold"/>
                <a:cs typeface="TT Rounds Condensed Bold"/>
                <a:sym typeface="TT Rounds Condensed Bold"/>
              </a:rPr>
              <a:t>India, Germany, Japan, USA &amp; China</a:t>
            </a:r>
          </a:p>
          <a:p>
            <a:pPr algn="r">
              <a:lnSpc>
                <a:spcPts val="2640"/>
              </a:lnSpc>
            </a:pPr>
            <a:r>
              <a:rPr lang="en-US" sz="1100" spc="-7">
                <a:solidFill>
                  <a:srgbClr val="000000"/>
                </a:solidFill>
                <a:latin typeface="TT Rounds Condensed Bold"/>
                <a:ea typeface="TT Rounds Condensed Bold"/>
                <a:cs typeface="TT Rounds Condensed Bold"/>
                <a:sym typeface="TT Rounds Condensed Bold"/>
              </a:rPr>
              <a:t>+91 44 6666 9600</a:t>
            </a:r>
          </a:p>
          <a:p>
            <a:pPr algn="r">
              <a:lnSpc>
                <a:spcPts val="2640"/>
              </a:lnSpc>
            </a:pPr>
            <a:r>
              <a:rPr lang="en-US" sz="1100" u="sng" spc="-7">
                <a:solidFill>
                  <a:srgbClr val="000000"/>
                </a:solidFill>
                <a:latin typeface="TT Rounds Condensed Bold"/>
                <a:ea typeface="TT Rounds Condensed Bold"/>
                <a:cs typeface="TT Rounds Condensed Bold"/>
                <a:sym typeface="TT Rounds Condensed Bold"/>
              </a:rPr>
              <a:t>www.jasmin-infotech.com</a:t>
            </a:r>
          </a:p>
        </p:txBody>
      </p:sp>
      <p:sp>
        <p:nvSpPr>
          <p:cNvPr id="8" name="Freeform 8"/>
          <p:cNvSpPr/>
          <p:nvPr/>
        </p:nvSpPr>
        <p:spPr>
          <a:xfrm>
            <a:off x="0" y="0"/>
            <a:ext cx="5660041" cy="4561631"/>
          </a:xfrm>
          <a:custGeom>
            <a:avLst/>
            <a:gdLst/>
            <a:ahLst/>
            <a:cxnLst/>
            <a:rect l="l" t="t" r="r" b="b"/>
            <a:pathLst>
              <a:path w="8490062" h="6842446">
                <a:moveTo>
                  <a:pt x="0" y="0"/>
                </a:moveTo>
                <a:lnTo>
                  <a:pt x="8490062" y="0"/>
                </a:lnTo>
                <a:lnTo>
                  <a:pt x="8490062" y="6842446"/>
                </a:lnTo>
                <a:lnTo>
                  <a:pt x="0" y="6842446"/>
                </a:lnTo>
                <a:lnTo>
                  <a:pt x="0" y="0"/>
                </a:lnTo>
                <a:close/>
              </a:path>
            </a:pathLst>
          </a:custGeom>
          <a:blipFill>
            <a:blip r:embed="rId9"/>
            <a:stretch>
              <a:fillRect/>
            </a:stretch>
          </a:blipFill>
        </p:spPr>
      </p:sp>
      <p:grpSp>
        <p:nvGrpSpPr>
          <p:cNvPr id="9" name="Group 9"/>
          <p:cNvGrpSpPr/>
          <p:nvPr/>
        </p:nvGrpSpPr>
        <p:grpSpPr>
          <a:xfrm rot="5400000">
            <a:off x="-541630" y="4128384"/>
            <a:ext cx="1991960" cy="1056946"/>
            <a:chOff x="0" y="0"/>
            <a:chExt cx="3983920" cy="2113892"/>
          </a:xfrm>
        </p:grpSpPr>
        <p:sp>
          <p:nvSpPr>
            <p:cNvPr id="10" name="Freeform 10"/>
            <p:cNvSpPr/>
            <p:nvPr/>
          </p:nvSpPr>
          <p:spPr>
            <a:xfrm>
              <a:off x="19050" y="19050"/>
              <a:ext cx="3945763" cy="2075815"/>
            </a:xfrm>
            <a:custGeom>
              <a:avLst/>
              <a:gdLst/>
              <a:ahLst/>
              <a:cxnLst/>
              <a:rect l="l" t="t" r="r" b="b"/>
              <a:pathLst>
                <a:path w="3945763" h="2075815">
                  <a:moveTo>
                    <a:pt x="0" y="2075815"/>
                  </a:moveTo>
                  <a:lnTo>
                    <a:pt x="1972945" y="0"/>
                  </a:lnTo>
                  <a:lnTo>
                    <a:pt x="3945763" y="2075815"/>
                  </a:lnTo>
                  <a:close/>
                </a:path>
              </a:pathLst>
            </a:custGeom>
            <a:solidFill>
              <a:srgbClr val="E97132"/>
            </a:solidFill>
          </p:spPr>
        </p:sp>
        <p:sp>
          <p:nvSpPr>
            <p:cNvPr id="11" name="Freeform 11"/>
            <p:cNvSpPr/>
            <p:nvPr/>
          </p:nvSpPr>
          <p:spPr>
            <a:xfrm>
              <a:off x="-1524" y="0"/>
              <a:ext cx="3986911" cy="2113788"/>
            </a:xfrm>
            <a:custGeom>
              <a:avLst/>
              <a:gdLst/>
              <a:ahLst/>
              <a:cxnLst/>
              <a:rect l="l" t="t" r="r" b="b"/>
              <a:pathLst>
                <a:path w="3986911" h="2113788">
                  <a:moveTo>
                    <a:pt x="6731" y="2081657"/>
                  </a:moveTo>
                  <a:lnTo>
                    <a:pt x="1979676" y="5969"/>
                  </a:lnTo>
                  <a:cubicBezTo>
                    <a:pt x="1983232" y="2159"/>
                    <a:pt x="1988312" y="0"/>
                    <a:pt x="1993519" y="0"/>
                  </a:cubicBezTo>
                  <a:cubicBezTo>
                    <a:pt x="1998726" y="0"/>
                    <a:pt x="2003679" y="2159"/>
                    <a:pt x="2007362" y="5969"/>
                  </a:cubicBezTo>
                  <a:lnTo>
                    <a:pt x="3980180" y="2081657"/>
                  </a:lnTo>
                  <a:cubicBezTo>
                    <a:pt x="3985387" y="2087118"/>
                    <a:pt x="3986911" y="2095246"/>
                    <a:pt x="3983863" y="2102231"/>
                  </a:cubicBezTo>
                  <a:cubicBezTo>
                    <a:pt x="3980815" y="2109216"/>
                    <a:pt x="3973957" y="2113788"/>
                    <a:pt x="3966337" y="2113788"/>
                  </a:cubicBezTo>
                  <a:lnTo>
                    <a:pt x="20574" y="2113788"/>
                  </a:lnTo>
                  <a:cubicBezTo>
                    <a:pt x="12954" y="2113788"/>
                    <a:pt x="6096" y="2109216"/>
                    <a:pt x="3048" y="2102231"/>
                  </a:cubicBezTo>
                  <a:cubicBezTo>
                    <a:pt x="0" y="2095246"/>
                    <a:pt x="1524" y="2087118"/>
                    <a:pt x="6731" y="2081657"/>
                  </a:cubicBezTo>
                  <a:moveTo>
                    <a:pt x="34290" y="2107946"/>
                  </a:moveTo>
                  <a:lnTo>
                    <a:pt x="20574" y="2094865"/>
                  </a:lnTo>
                  <a:lnTo>
                    <a:pt x="20574" y="2075815"/>
                  </a:lnTo>
                  <a:lnTo>
                    <a:pt x="3966337" y="2075815"/>
                  </a:lnTo>
                  <a:lnTo>
                    <a:pt x="3966337" y="2094865"/>
                  </a:lnTo>
                  <a:lnTo>
                    <a:pt x="3952494" y="2107946"/>
                  </a:lnTo>
                  <a:lnTo>
                    <a:pt x="1979676" y="32131"/>
                  </a:lnTo>
                  <a:lnTo>
                    <a:pt x="1993519" y="19050"/>
                  </a:lnTo>
                  <a:lnTo>
                    <a:pt x="2007362" y="32131"/>
                  </a:lnTo>
                  <a:lnTo>
                    <a:pt x="34417" y="2107946"/>
                  </a:lnTo>
                  <a:close/>
                </a:path>
              </a:pathLst>
            </a:custGeom>
            <a:solidFill>
              <a:srgbClr val="E97132"/>
            </a:solidFill>
          </p:spPr>
        </p:sp>
      </p:grpSp>
      <p:sp>
        <p:nvSpPr>
          <p:cNvPr id="12" name="Freeform 12" descr="A picture containing text, font, logo, graphics  Description automatically generated"/>
          <p:cNvSpPr/>
          <p:nvPr/>
        </p:nvSpPr>
        <p:spPr>
          <a:xfrm>
            <a:off x="9469253" y="195459"/>
            <a:ext cx="1855980" cy="1498672"/>
          </a:xfrm>
          <a:custGeom>
            <a:avLst/>
            <a:gdLst/>
            <a:ahLst/>
            <a:cxnLst/>
            <a:rect l="l" t="t" r="r" b="b"/>
            <a:pathLst>
              <a:path w="2783970" h="2248008">
                <a:moveTo>
                  <a:pt x="0" y="0"/>
                </a:moveTo>
                <a:lnTo>
                  <a:pt x="2783970" y="0"/>
                </a:lnTo>
                <a:lnTo>
                  <a:pt x="2783970" y="2248009"/>
                </a:lnTo>
                <a:lnTo>
                  <a:pt x="0" y="2248009"/>
                </a:lnTo>
                <a:lnTo>
                  <a:pt x="0" y="0"/>
                </a:lnTo>
                <a:close/>
              </a:path>
            </a:pathLst>
          </a:custGeom>
          <a:blipFill>
            <a:blip r:embed="rId10"/>
            <a:stretch>
              <a:fillRect l="-19" r="-19"/>
            </a:stretch>
          </a:blipFill>
        </p:spPr>
      </p:sp>
    </p:spTree>
    <p:extLst>
      <p:ext uri="{BB962C8B-B14F-4D97-AF65-F5344CB8AC3E}">
        <p14:creationId xmlns:p14="http://schemas.microsoft.com/office/powerpoint/2010/main" val="64298625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T_1017_JI_PPT_InternalUse_Template" id="{B47D5DC5-F6BE-47A9-A848-42F88D8058FA}" vid="{4A31C64C-6422-46B5-B0E6-C4CA52FADB5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7CD33652BA1EC4AA3AB9DE1879285AC" ma:contentTypeVersion="5" ma:contentTypeDescription="Create a new document." ma:contentTypeScope="" ma:versionID="5bca5fe49313e4fe83c9eb59cedd1456">
  <xsd:schema xmlns:xsd="http://www.w3.org/2001/XMLSchema" xmlns:xs="http://www.w3.org/2001/XMLSchema" xmlns:p="http://schemas.microsoft.com/office/2006/metadata/properties" xmlns:ns2="060a8a9f-d048-4cae-94ae-42ad8fd36d05" xmlns:ns3="c683474e-3566-459e-a8fa-b9191d46e53e" targetNamespace="http://schemas.microsoft.com/office/2006/metadata/properties" ma:root="true" ma:fieldsID="9e621353ac25fe9b19fe1d83cda1a4ac" ns2:_="" ns3:_="">
    <xsd:import namespace="060a8a9f-d048-4cae-94ae-42ad8fd36d05"/>
    <xsd:import namespace="c683474e-3566-459e-a8fa-b9191d46e53e"/>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60a8a9f-d048-4cae-94ae-42ad8fd36d0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683474e-3566-459e-a8fa-b9191d46e53e"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03B76E6-81F0-4EF7-BC2D-CE77F0178ADB}">
  <ds:schemaRefs>
    <ds:schemaRef ds:uri="http://schemas.microsoft.com/sharepoint/v3/contenttype/forms"/>
  </ds:schemaRefs>
</ds:datastoreItem>
</file>

<file path=customXml/itemProps2.xml><?xml version="1.0" encoding="utf-8"?>
<ds:datastoreItem xmlns:ds="http://schemas.openxmlformats.org/officeDocument/2006/customXml" ds:itemID="{F3187D3E-E3C9-48EC-BAD4-E06D13CA9AE4}">
  <ds:schemaRefs>
    <ds:schemaRef ds:uri="060a8a9f-d048-4cae-94ae-42ad8fd36d05"/>
    <ds:schemaRef ds:uri="c683474e-3566-459e-a8fa-b9191d46e53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E745B0B0-FE97-4451-B830-7323F42E9F3C}">
  <ds:schemaRefs>
    <ds:schemaRef ds:uri="060a8a9f-d048-4cae-94ae-42ad8fd36d05"/>
    <ds:schemaRef ds:uri="c683474e-3566-459e-a8fa-b9191d46e53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17</Slides>
  <Notes>0</Notes>
  <HiddenSlides>0</HiddenSlides>
  <ScaleCrop>false</ScaleCrop>
  <HeadingPairs>
    <vt:vector size="4" baseType="variant">
      <vt:variant>
        <vt:lpstr>Theme</vt:lpstr>
      </vt:variant>
      <vt:variant>
        <vt:i4>2</vt:i4>
      </vt:variant>
      <vt:variant>
        <vt:lpstr>Slide Titles</vt:lpstr>
      </vt:variant>
      <vt:variant>
        <vt:i4>17</vt:i4>
      </vt:variant>
    </vt:vector>
  </HeadingPairs>
  <TitlesOfParts>
    <vt:vector size="19" baseType="lpstr">
      <vt:lpstr>1_Office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Padmini Thupalli Siva</dc:creator>
  <cp:revision>2030</cp:revision>
  <dcterms:created xsi:type="dcterms:W3CDTF">2023-06-09T06:24:09Z</dcterms:created>
  <dcterms:modified xsi:type="dcterms:W3CDTF">2024-10-23T14:27:06Z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0x01010077CD33652BA1EC4AA3AB9DE1879285AC</vt:lpwstr>
  </property>
</Properties>
</file>