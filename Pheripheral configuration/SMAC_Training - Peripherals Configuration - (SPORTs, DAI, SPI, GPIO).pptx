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8"/>
  </p:notesMasterIdLst>
  <p:sldIdLst>
    <p:sldId id="256" r:id="rId5"/>
    <p:sldId id="259" r:id="rId6"/>
    <p:sldId id="271" r:id="rId7"/>
    <p:sldId id="275" r:id="rId8"/>
    <p:sldId id="276" r:id="rId9"/>
    <p:sldId id="278" r:id="rId10"/>
    <p:sldId id="274" r:id="rId11"/>
    <p:sldId id="280" r:id="rId12"/>
    <p:sldId id="281" r:id="rId13"/>
    <p:sldId id="273" r:id="rId14"/>
    <p:sldId id="279" r:id="rId15"/>
    <p:sldId id="282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4FF162-B20D-0E9F-FF77-55307C7322A1}" name="Vishnuchandran.Ravi" initials="Vi" userId="S::vishnuchandran.ravi@jasmin-infotech.com::b7ca43b6-59a4-4780-8f6c-4c292c33d98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542E10-EB1E-CB3D-6A29-453C0E0A9FE2}" v="3" dt="2024-09-27T07:44:12.602"/>
    <p1510:client id="{6D3BCD66-D685-4062-4DFA-340D025934C5}" v="2" dt="2024-09-27T12:35:52.380"/>
    <p1510:client id="{73A7AE1C-77E7-9CE7-9A68-FE5D6D9332A6}" v="29" dt="2024-09-27T12:37:10.916"/>
    <p1510:client id="{7C1CFAF3-1A7C-5B8D-FC4A-15FA69AFE47A}" v="2" dt="2024-09-26T11:16:18.255"/>
    <p1510:client id="{7C7A5620-B8A0-F992-2486-65504BC10568}" v="1" dt="2024-09-26T09:45:00.615"/>
    <p1510:client id="{E76A8EFF-D49E-8A9A-CA4B-9B6DF5B0E91A}" v="4" dt="2024-09-26T12:10:54.5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Shirley Michael Raja" userId="S::chrisshirley.michaelraja@jasmin-infotech.com::f4454d00-66e5-4231-80de-4022093e58db" providerId="AD" clId="Web-{7C7A5620-B8A0-F992-2486-65504BC10568}"/>
    <pc:docChg chg="modSld">
      <pc:chgData name="Chris Shirley Michael Raja" userId="S::chrisshirley.michaelraja@jasmin-infotech.com::f4454d00-66e5-4231-80de-4022093e58db" providerId="AD" clId="Web-{7C7A5620-B8A0-F992-2486-65504BC10568}" dt="2024-09-26T09:45:00.615" v="0" actId="14100"/>
      <pc:docMkLst>
        <pc:docMk/>
      </pc:docMkLst>
      <pc:sldChg chg="modSp">
        <pc:chgData name="Chris Shirley Michael Raja" userId="S::chrisshirley.michaelraja@jasmin-infotech.com::f4454d00-66e5-4231-80de-4022093e58db" providerId="AD" clId="Web-{7C7A5620-B8A0-F992-2486-65504BC10568}" dt="2024-09-26T09:45:00.615" v="0" actId="14100"/>
        <pc:sldMkLst>
          <pc:docMk/>
          <pc:sldMk cId="3514093113" sldId="282"/>
        </pc:sldMkLst>
        <pc:spChg chg="mod">
          <ac:chgData name="Chris Shirley Michael Raja" userId="S::chrisshirley.michaelraja@jasmin-infotech.com::f4454d00-66e5-4231-80de-4022093e58db" providerId="AD" clId="Web-{7C7A5620-B8A0-F992-2486-65504BC10568}" dt="2024-09-26T09:45:00.615" v="0" actId="14100"/>
          <ac:spMkLst>
            <pc:docMk/>
            <pc:sldMk cId="3514093113" sldId="282"/>
            <ac:spMk id="6" creationId="{CA1B2A28-BF34-4A5E-B05C-DDD4D416CBDE}"/>
          </ac:spMkLst>
        </pc:spChg>
      </pc:sldChg>
    </pc:docChg>
  </pc:docChgLst>
  <pc:docChgLst>
    <pc:chgData name="Kishore Kumar Srinivasan" userId="S::kishorekumar.srinivasan@jasmin-infotech.com::5ab5e9e8-7c63-4f0e-add2-9f2958cc60d3" providerId="AD" clId="Web-{6D3BCD66-D685-4062-4DFA-340D025934C5}"/>
    <pc:docChg chg="modSld">
      <pc:chgData name="Kishore Kumar Srinivasan" userId="S::kishorekumar.srinivasan@jasmin-infotech.com::5ab5e9e8-7c63-4f0e-add2-9f2958cc60d3" providerId="AD" clId="Web-{6D3BCD66-D685-4062-4DFA-340D025934C5}" dt="2024-09-27T12:35:52.380" v="1" actId="20577"/>
      <pc:docMkLst>
        <pc:docMk/>
      </pc:docMkLst>
      <pc:sldChg chg="modSp">
        <pc:chgData name="Kishore Kumar Srinivasan" userId="S::kishorekumar.srinivasan@jasmin-infotech.com::5ab5e9e8-7c63-4f0e-add2-9f2958cc60d3" providerId="AD" clId="Web-{6D3BCD66-D685-4062-4DFA-340D025934C5}" dt="2024-09-27T12:35:52.380" v="1" actId="20577"/>
        <pc:sldMkLst>
          <pc:docMk/>
          <pc:sldMk cId="3514093113" sldId="282"/>
        </pc:sldMkLst>
        <pc:spChg chg="mod">
          <ac:chgData name="Kishore Kumar Srinivasan" userId="S::kishorekumar.srinivasan@jasmin-infotech.com::5ab5e9e8-7c63-4f0e-add2-9f2958cc60d3" providerId="AD" clId="Web-{6D3BCD66-D685-4062-4DFA-340D025934C5}" dt="2024-09-27T12:35:52.380" v="1" actId="20577"/>
          <ac:spMkLst>
            <pc:docMk/>
            <pc:sldMk cId="3514093113" sldId="282"/>
            <ac:spMk id="6" creationId="{CA1B2A28-BF34-4A5E-B05C-DDD4D416CBDE}"/>
          </ac:spMkLst>
        </pc:spChg>
      </pc:sldChg>
    </pc:docChg>
  </pc:docChgLst>
  <pc:docChgLst>
    <pc:chgData name="Madhavan Krishnamoorthy" userId="S::madhavan.krishnamoorthy@jasmin-infotech.com::541f657a-a32b-4ba9-a373-c0eaaa4cf6d9" providerId="AD" clId="Web-{6A542E10-EB1E-CB3D-6A29-453C0E0A9FE2}"/>
    <pc:docChg chg="modSld">
      <pc:chgData name="Madhavan Krishnamoorthy" userId="S::madhavan.krishnamoorthy@jasmin-infotech.com::541f657a-a32b-4ba9-a373-c0eaaa4cf6d9" providerId="AD" clId="Web-{6A542E10-EB1E-CB3D-6A29-453C0E0A9FE2}" dt="2024-09-27T07:44:12.602" v="2" actId="20577"/>
      <pc:docMkLst>
        <pc:docMk/>
      </pc:docMkLst>
      <pc:sldChg chg="modSp">
        <pc:chgData name="Madhavan Krishnamoorthy" userId="S::madhavan.krishnamoorthy@jasmin-infotech.com::541f657a-a32b-4ba9-a373-c0eaaa4cf6d9" providerId="AD" clId="Web-{6A542E10-EB1E-CB3D-6A29-453C0E0A9FE2}" dt="2024-09-27T07:44:12.602" v="2" actId="20577"/>
        <pc:sldMkLst>
          <pc:docMk/>
          <pc:sldMk cId="3514093113" sldId="282"/>
        </pc:sldMkLst>
        <pc:spChg chg="mod">
          <ac:chgData name="Madhavan Krishnamoorthy" userId="S::madhavan.krishnamoorthy@jasmin-infotech.com::541f657a-a32b-4ba9-a373-c0eaaa4cf6d9" providerId="AD" clId="Web-{6A542E10-EB1E-CB3D-6A29-453C0E0A9FE2}" dt="2024-09-27T07:44:12.602" v="2" actId="20577"/>
          <ac:spMkLst>
            <pc:docMk/>
            <pc:sldMk cId="3514093113" sldId="282"/>
            <ac:spMk id="6" creationId="{CA1B2A28-BF34-4A5E-B05C-DDD4D416CBDE}"/>
          </ac:spMkLst>
        </pc:spChg>
      </pc:sldChg>
    </pc:docChg>
  </pc:docChgLst>
  <pc:docChgLst>
    <pc:chgData name="Prudhvi Raj Prasad Naidu" userId="S::prudhviraj.prasadnaidu@jasmin-infotech.com::4be9f3d0-82eb-4bfe-a04d-9a775cf78a81" providerId="AD" clId="Web-{E76A8EFF-D49E-8A9A-CA4B-9B6DF5B0E91A}"/>
    <pc:docChg chg="modSld">
      <pc:chgData name="Prudhvi Raj Prasad Naidu" userId="S::prudhviraj.prasadnaidu@jasmin-infotech.com::4be9f3d0-82eb-4bfe-a04d-9a775cf78a81" providerId="AD" clId="Web-{E76A8EFF-D49E-8A9A-CA4B-9B6DF5B0E91A}" dt="2024-09-26T12:10:54.570" v="3" actId="1076"/>
      <pc:docMkLst>
        <pc:docMk/>
      </pc:docMkLst>
      <pc:sldChg chg="modSp">
        <pc:chgData name="Prudhvi Raj Prasad Naidu" userId="S::prudhviraj.prasadnaidu@jasmin-infotech.com::4be9f3d0-82eb-4bfe-a04d-9a775cf78a81" providerId="AD" clId="Web-{E76A8EFF-D49E-8A9A-CA4B-9B6DF5B0E91A}" dt="2024-09-26T12:10:54.570" v="3" actId="1076"/>
        <pc:sldMkLst>
          <pc:docMk/>
          <pc:sldMk cId="350699747" sldId="271"/>
        </pc:sldMkLst>
        <pc:spChg chg="mod">
          <ac:chgData name="Prudhvi Raj Prasad Naidu" userId="S::prudhviraj.prasadnaidu@jasmin-infotech.com::4be9f3d0-82eb-4bfe-a04d-9a775cf78a81" providerId="AD" clId="Web-{E76A8EFF-D49E-8A9A-CA4B-9B6DF5B0E91A}" dt="2024-09-26T12:10:54.570" v="3" actId="1076"/>
          <ac:spMkLst>
            <pc:docMk/>
            <pc:sldMk cId="350699747" sldId="271"/>
            <ac:spMk id="2" creationId="{D0009965-B4EC-6517-A37D-CF4D76E79A37}"/>
          </ac:spMkLst>
        </pc:spChg>
        <pc:spChg chg="mod">
          <ac:chgData name="Prudhvi Raj Prasad Naidu" userId="S::prudhviraj.prasadnaidu@jasmin-infotech.com::4be9f3d0-82eb-4bfe-a04d-9a775cf78a81" providerId="AD" clId="Web-{E76A8EFF-D49E-8A9A-CA4B-9B6DF5B0E91A}" dt="2024-09-26T11:41:29.187" v="1" actId="1076"/>
          <ac:spMkLst>
            <pc:docMk/>
            <pc:sldMk cId="350699747" sldId="271"/>
            <ac:spMk id="6" creationId="{CA1B2A28-BF34-4A5E-B05C-DDD4D416CBDE}"/>
          </ac:spMkLst>
        </pc:spChg>
      </pc:sldChg>
    </pc:docChg>
  </pc:docChgLst>
  <pc:docChgLst>
    <pc:chgData name="Praveen Sivashanmugam" userId="S::praveen.sivashanmugam@jasmin-infotech.com::6ca0626a-395e-4f8f-99cd-01d55de9e696" providerId="AD" clId="Web-{601E21A5-9794-A9DF-2C74-E3AC5A401B50}"/>
    <pc:docChg chg="delSld modSld">
      <pc:chgData name="Praveen Sivashanmugam" userId="S::praveen.sivashanmugam@jasmin-infotech.com::6ca0626a-395e-4f8f-99cd-01d55de9e696" providerId="AD" clId="Web-{601E21A5-9794-A9DF-2C74-E3AC5A401B50}" dt="2024-09-23T08:11:07.954" v="12"/>
      <pc:docMkLst>
        <pc:docMk/>
      </pc:docMkLst>
      <pc:sldChg chg="del">
        <pc:chgData name="Praveen Sivashanmugam" userId="S::praveen.sivashanmugam@jasmin-infotech.com::6ca0626a-395e-4f8f-99cd-01d55de9e696" providerId="AD" clId="Web-{601E21A5-9794-A9DF-2C74-E3AC5A401B50}" dt="2024-09-23T06:29:02.019" v="0"/>
        <pc:sldMkLst>
          <pc:docMk/>
          <pc:sldMk cId="1931370854" sldId="270"/>
        </pc:sldMkLst>
      </pc:sldChg>
      <pc:sldChg chg="addSp delSp modSp">
        <pc:chgData name="Praveen Sivashanmugam" userId="S::praveen.sivashanmugam@jasmin-infotech.com::6ca0626a-395e-4f8f-99cd-01d55de9e696" providerId="AD" clId="Web-{601E21A5-9794-A9DF-2C74-E3AC5A401B50}" dt="2024-09-23T08:11:07.954" v="12"/>
        <pc:sldMkLst>
          <pc:docMk/>
          <pc:sldMk cId="1196494152" sldId="281"/>
        </pc:sldMkLst>
        <pc:spChg chg="add del">
          <ac:chgData name="Praveen Sivashanmugam" userId="S::praveen.sivashanmugam@jasmin-infotech.com::6ca0626a-395e-4f8f-99cd-01d55de9e696" providerId="AD" clId="Web-{601E21A5-9794-A9DF-2C74-E3AC5A401B50}" dt="2024-09-23T08:11:07.954" v="12"/>
          <ac:spMkLst>
            <pc:docMk/>
            <pc:sldMk cId="1196494152" sldId="281"/>
            <ac:spMk id="6" creationId="{CA1B2A28-BF34-4A5E-B05C-DDD4D416CBDE}"/>
          </ac:spMkLst>
        </pc:spChg>
        <pc:picChg chg="add del mod ord">
          <ac:chgData name="Praveen Sivashanmugam" userId="S::praveen.sivashanmugam@jasmin-infotech.com::6ca0626a-395e-4f8f-99cd-01d55de9e696" providerId="AD" clId="Web-{601E21A5-9794-A9DF-2C74-E3AC5A401B50}" dt="2024-09-23T08:10:13.172" v="4"/>
          <ac:picMkLst>
            <pc:docMk/>
            <pc:sldMk cId="1196494152" sldId="281"/>
            <ac:picMk id="2" creationId="{942E3A0E-B58E-4C76-1795-7D19FA2707DE}"/>
          </ac:picMkLst>
        </pc:picChg>
        <pc:picChg chg="add del mod ord">
          <ac:chgData name="Praveen Sivashanmugam" userId="S::praveen.sivashanmugam@jasmin-infotech.com::6ca0626a-395e-4f8f-99cd-01d55de9e696" providerId="AD" clId="Web-{601E21A5-9794-A9DF-2C74-E3AC5A401B50}" dt="2024-09-23T08:11:07.954" v="12"/>
          <ac:picMkLst>
            <pc:docMk/>
            <pc:sldMk cId="1196494152" sldId="281"/>
            <ac:picMk id="3" creationId="{7B948BF9-A3B6-90D0-C935-0CC8A7BB4695}"/>
          </ac:picMkLst>
        </pc:picChg>
      </pc:sldChg>
    </pc:docChg>
  </pc:docChgLst>
  <pc:docChgLst>
    <pc:chgData name="Suruthi Venkatesan" userId="S::suruthi.venkatesan@jasmin-infotech.com::29f172ff-695f-4e63-8e5c-4d226867496b" providerId="AD" clId="Web-{7C1CFAF3-1A7C-5B8D-FC4A-15FA69AFE47A}"/>
    <pc:docChg chg="modSld">
      <pc:chgData name="Suruthi Venkatesan" userId="S::suruthi.venkatesan@jasmin-infotech.com::29f172ff-695f-4e63-8e5c-4d226867496b" providerId="AD" clId="Web-{7C1CFAF3-1A7C-5B8D-FC4A-15FA69AFE47A}" dt="2024-09-26T11:16:18.255" v="1" actId="1076"/>
      <pc:docMkLst>
        <pc:docMk/>
      </pc:docMkLst>
      <pc:sldChg chg="modSp">
        <pc:chgData name="Suruthi Venkatesan" userId="S::suruthi.venkatesan@jasmin-infotech.com::29f172ff-695f-4e63-8e5c-4d226867496b" providerId="AD" clId="Web-{7C1CFAF3-1A7C-5B8D-FC4A-15FA69AFE47A}" dt="2024-09-26T11:16:18.255" v="1" actId="1076"/>
        <pc:sldMkLst>
          <pc:docMk/>
          <pc:sldMk cId="3514093113" sldId="282"/>
        </pc:sldMkLst>
        <pc:spChg chg="mod">
          <ac:chgData name="Suruthi Venkatesan" userId="S::suruthi.venkatesan@jasmin-infotech.com::29f172ff-695f-4e63-8e5c-4d226867496b" providerId="AD" clId="Web-{7C1CFAF3-1A7C-5B8D-FC4A-15FA69AFE47A}" dt="2024-09-26T11:16:18.255" v="1" actId="1076"/>
          <ac:spMkLst>
            <pc:docMk/>
            <pc:sldMk cId="3514093113" sldId="282"/>
            <ac:spMk id="6" creationId="{CA1B2A28-BF34-4A5E-B05C-DDD4D416CBDE}"/>
          </ac:spMkLst>
        </pc:spChg>
      </pc:sldChg>
    </pc:docChg>
  </pc:docChgLst>
  <pc:docChgLst>
    <pc:chgData name="Chris Shirley Michael Raja" userId="S::chrisshirley.michaelraja@jasmin-infotech.com::f4454d00-66e5-4231-80de-4022093e58db" providerId="AD" clId="Web-{73A7AE1C-77E7-9CE7-9A68-FE5D6D9332A6}"/>
    <pc:docChg chg="modSld">
      <pc:chgData name="Chris Shirley Michael Raja" userId="S::chrisshirley.michaelraja@jasmin-infotech.com::f4454d00-66e5-4231-80de-4022093e58db" providerId="AD" clId="Web-{73A7AE1C-77E7-9CE7-9A68-FE5D6D9332A6}" dt="2024-09-27T12:37:10.916" v="22" actId="20577"/>
      <pc:docMkLst>
        <pc:docMk/>
      </pc:docMkLst>
      <pc:sldChg chg="modSp">
        <pc:chgData name="Chris Shirley Michael Raja" userId="S::chrisshirley.michaelraja@jasmin-infotech.com::f4454d00-66e5-4231-80de-4022093e58db" providerId="AD" clId="Web-{73A7AE1C-77E7-9CE7-9A68-FE5D6D9332A6}" dt="2024-09-27T11:55:50.602" v="17" actId="20577"/>
        <pc:sldMkLst>
          <pc:docMk/>
          <pc:sldMk cId="350699747" sldId="271"/>
        </pc:sldMkLst>
        <pc:spChg chg="mod">
          <ac:chgData name="Chris Shirley Michael Raja" userId="S::chrisshirley.michaelraja@jasmin-infotech.com::f4454d00-66e5-4231-80de-4022093e58db" providerId="AD" clId="Web-{73A7AE1C-77E7-9CE7-9A68-FE5D6D9332A6}" dt="2024-09-27T11:55:50.602" v="17" actId="20577"/>
          <ac:spMkLst>
            <pc:docMk/>
            <pc:sldMk cId="350699747" sldId="271"/>
            <ac:spMk id="3" creationId="{962F6AF9-94DA-23ED-7DBF-15BAA0300C6F}"/>
          </ac:spMkLst>
        </pc:spChg>
        <pc:spChg chg="mod">
          <ac:chgData name="Chris Shirley Michael Raja" userId="S::chrisshirley.michaelraja@jasmin-infotech.com::f4454d00-66e5-4231-80de-4022093e58db" providerId="AD" clId="Web-{73A7AE1C-77E7-9CE7-9A68-FE5D6D9332A6}" dt="2024-09-27T04:56:07.315" v="13" actId="20577"/>
          <ac:spMkLst>
            <pc:docMk/>
            <pc:sldMk cId="350699747" sldId="271"/>
            <ac:spMk id="6" creationId="{CA1B2A28-BF34-4A5E-B05C-DDD4D416CBDE}"/>
          </ac:spMkLst>
        </pc:spChg>
      </pc:sldChg>
      <pc:sldChg chg="modSp">
        <pc:chgData name="Chris Shirley Michael Raja" userId="S::chrisshirley.michaelraja@jasmin-infotech.com::f4454d00-66e5-4231-80de-4022093e58db" providerId="AD" clId="Web-{73A7AE1C-77E7-9CE7-9A68-FE5D6D9332A6}" dt="2024-09-27T12:37:10.916" v="22" actId="20577"/>
        <pc:sldMkLst>
          <pc:docMk/>
          <pc:sldMk cId="1666132775" sldId="279"/>
        </pc:sldMkLst>
        <pc:spChg chg="mod">
          <ac:chgData name="Chris Shirley Michael Raja" userId="S::chrisshirley.michaelraja@jasmin-infotech.com::f4454d00-66e5-4231-80de-4022093e58db" providerId="AD" clId="Web-{73A7AE1C-77E7-9CE7-9A68-FE5D6D9332A6}" dt="2024-09-27T12:37:10.916" v="22" actId="20577"/>
          <ac:spMkLst>
            <pc:docMk/>
            <pc:sldMk cId="1666132775" sldId="279"/>
            <ac:spMk id="6" creationId="{CA1B2A28-BF34-4A5E-B05C-DDD4D416CBD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D7CA18-3AEE-4B21-BD9C-4D7B77902BF0}" type="doc">
      <dgm:prSet loTypeId="urn:microsoft.com/office/officeart/2005/8/layout/hierarchy1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CE384D-2E27-405A-B544-1E62AB354279}">
      <dgm:prSet phldrT="[Text]" phldr="0"/>
      <dgm:spPr/>
      <dgm:t>
        <a:bodyPr/>
        <a:lstStyle/>
        <a:p>
          <a:pPr rtl="0"/>
          <a:r>
            <a:rPr lang="en-IN">
              <a:latin typeface="Times New Roman"/>
              <a:cs typeface="Times New Roman"/>
            </a:rPr>
            <a:t>DAI</a:t>
          </a:r>
          <a:endParaRPr lang="en-US"/>
        </a:p>
      </dgm:t>
    </dgm:pt>
    <dgm:pt modelId="{5CF9780F-41A2-4026-A5DF-49DB2003A1A7}" type="parTrans" cxnId="{4C7E720A-BAF3-4859-BE14-A97261612ECC}">
      <dgm:prSet/>
      <dgm:spPr/>
      <dgm:t>
        <a:bodyPr/>
        <a:lstStyle/>
        <a:p>
          <a:endParaRPr lang="en-US"/>
        </a:p>
      </dgm:t>
    </dgm:pt>
    <dgm:pt modelId="{97FE60B1-80E0-4F5F-9E1F-14ADE6639314}" type="sibTrans" cxnId="{4C7E720A-BAF3-4859-BE14-A97261612ECC}">
      <dgm:prSet/>
      <dgm:spPr/>
      <dgm:t>
        <a:bodyPr/>
        <a:lstStyle/>
        <a:p>
          <a:endParaRPr lang="en-US"/>
        </a:p>
      </dgm:t>
    </dgm:pt>
    <dgm:pt modelId="{6A57656C-F740-4DFA-A2A7-05A6C48C0EF1}">
      <dgm:prSet phldrT="[Text]" phldr="0"/>
      <dgm:spPr/>
      <dgm:t>
        <a:bodyPr/>
        <a:lstStyle/>
        <a:p>
          <a:pPr rtl="0"/>
          <a:r>
            <a:rPr lang="en-IN">
              <a:latin typeface="Times New Roman"/>
              <a:cs typeface="Times New Roman"/>
            </a:rPr>
            <a:t>SPORT</a:t>
          </a:r>
          <a:endParaRPr lang="en-US"/>
        </a:p>
      </dgm:t>
    </dgm:pt>
    <dgm:pt modelId="{18C750C3-69BD-4B1C-AB09-8A9674AB41F4}" type="parTrans" cxnId="{36D2D7AA-161C-4DAD-9F02-5D903F7844FE}">
      <dgm:prSet/>
      <dgm:spPr/>
      <dgm:t>
        <a:bodyPr/>
        <a:lstStyle/>
        <a:p>
          <a:endParaRPr lang="en-US"/>
        </a:p>
      </dgm:t>
    </dgm:pt>
    <dgm:pt modelId="{456043DA-55C3-4D4C-9164-3BFAD8490C87}" type="sibTrans" cxnId="{36D2D7AA-161C-4DAD-9F02-5D903F7844FE}">
      <dgm:prSet/>
      <dgm:spPr/>
      <dgm:t>
        <a:bodyPr/>
        <a:lstStyle/>
        <a:p>
          <a:endParaRPr lang="en-US"/>
        </a:p>
      </dgm:t>
    </dgm:pt>
    <dgm:pt modelId="{6E29EB85-3748-4897-BCD1-070E92CD3067}">
      <dgm:prSet phldrT="[Text]" phldr="0"/>
      <dgm:spPr/>
      <dgm:t>
        <a:bodyPr/>
        <a:lstStyle/>
        <a:p>
          <a:r>
            <a:rPr lang="en-US">
              <a:latin typeface="Bookman Old Style"/>
            </a:rPr>
            <a:t>MEMORY</a:t>
          </a:r>
        </a:p>
      </dgm:t>
    </dgm:pt>
    <dgm:pt modelId="{41F4B4B3-265F-47E5-B3B2-7F0702256A1E}" type="parTrans" cxnId="{129DD97B-B249-4038-915A-1224BC22794F}">
      <dgm:prSet/>
      <dgm:spPr/>
      <dgm:t>
        <a:bodyPr/>
        <a:lstStyle/>
        <a:p>
          <a:endParaRPr lang="en-US"/>
        </a:p>
      </dgm:t>
    </dgm:pt>
    <dgm:pt modelId="{6FFA6C37-6AA7-42C1-B296-BB4A0C45A04E}" type="sibTrans" cxnId="{129DD97B-B249-4038-915A-1224BC22794F}">
      <dgm:prSet/>
      <dgm:spPr/>
      <dgm:t>
        <a:bodyPr/>
        <a:lstStyle/>
        <a:p>
          <a:endParaRPr lang="en-US"/>
        </a:p>
      </dgm:t>
    </dgm:pt>
    <dgm:pt modelId="{22DEBE70-F915-4F76-9E3B-C8553BA0CF29}">
      <dgm:prSet phldrT="[Text]" phldr="0"/>
      <dgm:spPr/>
      <dgm:t>
        <a:bodyPr/>
        <a:lstStyle/>
        <a:p>
          <a:pPr rtl="0"/>
          <a:r>
            <a:rPr lang="en-IN">
              <a:latin typeface="Times New Roman"/>
              <a:cs typeface="Times New Roman"/>
            </a:rPr>
            <a:t>SPORT</a:t>
          </a:r>
          <a:endParaRPr lang="en-US"/>
        </a:p>
      </dgm:t>
    </dgm:pt>
    <dgm:pt modelId="{1D63EAAA-C8BC-49C4-AEB1-271A3952B5A7}" type="parTrans" cxnId="{31FCBF81-82A1-4A0C-894A-120AE400959F}">
      <dgm:prSet/>
      <dgm:spPr/>
      <dgm:t>
        <a:bodyPr/>
        <a:lstStyle/>
        <a:p>
          <a:endParaRPr lang="en-US"/>
        </a:p>
      </dgm:t>
    </dgm:pt>
    <dgm:pt modelId="{1DC1D2F1-D27A-421E-95C0-D2384CB14222}" type="sibTrans" cxnId="{31FCBF81-82A1-4A0C-894A-120AE400959F}">
      <dgm:prSet/>
      <dgm:spPr/>
      <dgm:t>
        <a:bodyPr/>
        <a:lstStyle/>
        <a:p>
          <a:endParaRPr lang="en-US"/>
        </a:p>
      </dgm:t>
    </dgm:pt>
    <dgm:pt modelId="{103C4699-DF46-4E87-B4F5-0F42314566ED}">
      <dgm:prSet phldr="0"/>
      <dgm:spPr/>
      <dgm:t>
        <a:bodyPr/>
        <a:lstStyle/>
        <a:p>
          <a:pPr rtl="0"/>
          <a:r>
            <a:rPr lang="en-US">
              <a:latin typeface="Century Gothic" panose="020B0502020202020204"/>
            </a:rPr>
            <a:t>DAI</a:t>
          </a:r>
          <a:endParaRPr lang="en-US"/>
        </a:p>
      </dgm:t>
    </dgm:pt>
    <dgm:pt modelId="{2B69EEB2-FDDD-4628-ADAC-9A26C8E5E246}" type="parTrans" cxnId="{5B57E066-2124-4C42-91D9-6C5D6341B472}">
      <dgm:prSet/>
      <dgm:spPr/>
      <dgm:t>
        <a:bodyPr/>
        <a:lstStyle/>
        <a:p>
          <a:endParaRPr lang="en-IN"/>
        </a:p>
      </dgm:t>
    </dgm:pt>
    <dgm:pt modelId="{D82995B2-ABBB-4453-B8F9-41151DC58E45}" type="sibTrans" cxnId="{5B57E066-2124-4C42-91D9-6C5D6341B472}">
      <dgm:prSet/>
      <dgm:spPr/>
      <dgm:t>
        <a:bodyPr/>
        <a:lstStyle/>
        <a:p>
          <a:endParaRPr lang="en-US"/>
        </a:p>
      </dgm:t>
    </dgm:pt>
    <dgm:pt modelId="{A5BC8FD7-F6EC-4FBD-8C13-FDD0671775AA}" type="pres">
      <dgm:prSet presAssocID="{B0D7CA18-3AEE-4B21-BD9C-4D7B77902BF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C8821E0-E706-411C-AAE0-71346F78E9AF}" type="pres">
      <dgm:prSet presAssocID="{4FCE384D-2E27-405A-B544-1E62AB354279}" presName="hierRoot1" presStyleCnt="0"/>
      <dgm:spPr/>
    </dgm:pt>
    <dgm:pt modelId="{E3F44D05-2785-42A6-915C-228F7BE992D6}" type="pres">
      <dgm:prSet presAssocID="{4FCE384D-2E27-405A-B544-1E62AB354279}" presName="composite" presStyleCnt="0"/>
      <dgm:spPr/>
    </dgm:pt>
    <dgm:pt modelId="{BE6CBEC5-1D10-4303-9DC7-3764884BDD6F}" type="pres">
      <dgm:prSet presAssocID="{4FCE384D-2E27-405A-B544-1E62AB354279}" presName="background" presStyleLbl="node0" presStyleIdx="0" presStyleCnt="5"/>
      <dgm:spPr/>
    </dgm:pt>
    <dgm:pt modelId="{D926942B-63E9-4D75-8555-875F4A76C563}" type="pres">
      <dgm:prSet presAssocID="{4FCE384D-2E27-405A-B544-1E62AB354279}" presName="text" presStyleLbl="fgAcc0" presStyleIdx="0" presStyleCnt="5">
        <dgm:presLayoutVars>
          <dgm:chPref val="3"/>
        </dgm:presLayoutVars>
      </dgm:prSet>
      <dgm:spPr/>
    </dgm:pt>
    <dgm:pt modelId="{42C797E7-AE44-4A33-96AB-7E48E69C450D}" type="pres">
      <dgm:prSet presAssocID="{4FCE384D-2E27-405A-B544-1E62AB354279}" presName="hierChild2" presStyleCnt="0"/>
      <dgm:spPr/>
    </dgm:pt>
    <dgm:pt modelId="{F3EADEE6-BCEC-4997-8D60-8DF780AACCF2}" type="pres">
      <dgm:prSet presAssocID="{6A57656C-F740-4DFA-A2A7-05A6C48C0EF1}" presName="hierRoot1" presStyleCnt="0"/>
      <dgm:spPr/>
    </dgm:pt>
    <dgm:pt modelId="{6E04CCA0-98BE-424E-97D8-E8D2AEE25CDF}" type="pres">
      <dgm:prSet presAssocID="{6A57656C-F740-4DFA-A2A7-05A6C48C0EF1}" presName="composite" presStyleCnt="0"/>
      <dgm:spPr/>
    </dgm:pt>
    <dgm:pt modelId="{4DD70845-3765-4FFE-952C-25EEAA644A46}" type="pres">
      <dgm:prSet presAssocID="{6A57656C-F740-4DFA-A2A7-05A6C48C0EF1}" presName="background" presStyleLbl="node0" presStyleIdx="1" presStyleCnt="5"/>
      <dgm:spPr/>
    </dgm:pt>
    <dgm:pt modelId="{B5D58960-D89C-44A9-8F5F-BB4AC7402393}" type="pres">
      <dgm:prSet presAssocID="{6A57656C-F740-4DFA-A2A7-05A6C48C0EF1}" presName="text" presStyleLbl="fgAcc0" presStyleIdx="1" presStyleCnt="5">
        <dgm:presLayoutVars>
          <dgm:chPref val="3"/>
        </dgm:presLayoutVars>
      </dgm:prSet>
      <dgm:spPr/>
    </dgm:pt>
    <dgm:pt modelId="{EC37F1F2-13E7-4749-A9D0-8FB3AC42E355}" type="pres">
      <dgm:prSet presAssocID="{6A57656C-F740-4DFA-A2A7-05A6C48C0EF1}" presName="hierChild2" presStyleCnt="0"/>
      <dgm:spPr/>
    </dgm:pt>
    <dgm:pt modelId="{115195A2-98EF-4C53-8A31-F167CA6D70C5}" type="pres">
      <dgm:prSet presAssocID="{6E29EB85-3748-4897-BCD1-070E92CD3067}" presName="hierRoot1" presStyleCnt="0"/>
      <dgm:spPr/>
    </dgm:pt>
    <dgm:pt modelId="{5CA65929-66EB-481F-831D-2685A5CFD779}" type="pres">
      <dgm:prSet presAssocID="{6E29EB85-3748-4897-BCD1-070E92CD3067}" presName="composite" presStyleCnt="0"/>
      <dgm:spPr/>
    </dgm:pt>
    <dgm:pt modelId="{D0C4C723-E694-4306-B218-7DDE721C7A38}" type="pres">
      <dgm:prSet presAssocID="{6E29EB85-3748-4897-BCD1-070E92CD3067}" presName="background" presStyleLbl="node0" presStyleIdx="2" presStyleCnt="5"/>
      <dgm:spPr/>
    </dgm:pt>
    <dgm:pt modelId="{0356FE00-CC97-4601-AAE1-5E385020B434}" type="pres">
      <dgm:prSet presAssocID="{6E29EB85-3748-4897-BCD1-070E92CD3067}" presName="text" presStyleLbl="fgAcc0" presStyleIdx="2" presStyleCnt="5">
        <dgm:presLayoutVars>
          <dgm:chPref val="3"/>
        </dgm:presLayoutVars>
      </dgm:prSet>
      <dgm:spPr/>
    </dgm:pt>
    <dgm:pt modelId="{E12CE408-ACDC-447C-B1FB-4512B109BBA0}" type="pres">
      <dgm:prSet presAssocID="{6E29EB85-3748-4897-BCD1-070E92CD3067}" presName="hierChild2" presStyleCnt="0"/>
      <dgm:spPr/>
    </dgm:pt>
    <dgm:pt modelId="{2505521A-AA38-45C3-859F-C2012E515764}" type="pres">
      <dgm:prSet presAssocID="{22DEBE70-F915-4F76-9E3B-C8553BA0CF29}" presName="hierRoot1" presStyleCnt="0"/>
      <dgm:spPr/>
    </dgm:pt>
    <dgm:pt modelId="{297E8290-B401-493D-A082-DC5F5F3F028F}" type="pres">
      <dgm:prSet presAssocID="{22DEBE70-F915-4F76-9E3B-C8553BA0CF29}" presName="composite" presStyleCnt="0"/>
      <dgm:spPr/>
    </dgm:pt>
    <dgm:pt modelId="{CE282F61-39F4-4AC8-856F-7B71859DD4CF}" type="pres">
      <dgm:prSet presAssocID="{22DEBE70-F915-4F76-9E3B-C8553BA0CF29}" presName="background" presStyleLbl="node0" presStyleIdx="3" presStyleCnt="5"/>
      <dgm:spPr/>
    </dgm:pt>
    <dgm:pt modelId="{F7B3E899-3B3D-4D41-B85C-7C626C0378D9}" type="pres">
      <dgm:prSet presAssocID="{22DEBE70-F915-4F76-9E3B-C8553BA0CF29}" presName="text" presStyleLbl="fgAcc0" presStyleIdx="3" presStyleCnt="5">
        <dgm:presLayoutVars>
          <dgm:chPref val="3"/>
        </dgm:presLayoutVars>
      </dgm:prSet>
      <dgm:spPr/>
    </dgm:pt>
    <dgm:pt modelId="{DF3E1B0B-8570-46C6-93AB-2FB4F88F0F5A}" type="pres">
      <dgm:prSet presAssocID="{22DEBE70-F915-4F76-9E3B-C8553BA0CF29}" presName="hierChild2" presStyleCnt="0"/>
      <dgm:spPr/>
    </dgm:pt>
    <dgm:pt modelId="{0EA726CD-3D17-46B1-AC73-01A98B01D715}" type="pres">
      <dgm:prSet presAssocID="{103C4699-DF46-4E87-B4F5-0F42314566ED}" presName="hierRoot1" presStyleCnt="0"/>
      <dgm:spPr/>
    </dgm:pt>
    <dgm:pt modelId="{B82D9E72-7256-4809-AAF1-9CEFECBF90B8}" type="pres">
      <dgm:prSet presAssocID="{103C4699-DF46-4E87-B4F5-0F42314566ED}" presName="composite" presStyleCnt="0"/>
      <dgm:spPr/>
    </dgm:pt>
    <dgm:pt modelId="{7DC4A0BA-38F4-41BE-A368-CD7844510BBA}" type="pres">
      <dgm:prSet presAssocID="{103C4699-DF46-4E87-B4F5-0F42314566ED}" presName="background" presStyleLbl="node0" presStyleIdx="4" presStyleCnt="5"/>
      <dgm:spPr/>
    </dgm:pt>
    <dgm:pt modelId="{3193C4CE-69B5-41F5-8A6D-5E347F906059}" type="pres">
      <dgm:prSet presAssocID="{103C4699-DF46-4E87-B4F5-0F42314566ED}" presName="text" presStyleLbl="fgAcc0" presStyleIdx="4" presStyleCnt="5">
        <dgm:presLayoutVars>
          <dgm:chPref val="3"/>
        </dgm:presLayoutVars>
      </dgm:prSet>
      <dgm:spPr/>
    </dgm:pt>
    <dgm:pt modelId="{5AB6AD08-F114-4E8B-B154-225C401C0308}" type="pres">
      <dgm:prSet presAssocID="{103C4699-DF46-4E87-B4F5-0F42314566ED}" presName="hierChild2" presStyleCnt="0"/>
      <dgm:spPr/>
    </dgm:pt>
  </dgm:ptLst>
  <dgm:cxnLst>
    <dgm:cxn modelId="{4C7E720A-BAF3-4859-BE14-A97261612ECC}" srcId="{B0D7CA18-3AEE-4B21-BD9C-4D7B77902BF0}" destId="{4FCE384D-2E27-405A-B544-1E62AB354279}" srcOrd="0" destOrd="0" parTransId="{5CF9780F-41A2-4026-A5DF-49DB2003A1A7}" sibTransId="{97FE60B1-80E0-4F5F-9E1F-14ADE6639314}"/>
    <dgm:cxn modelId="{C616665D-5286-4264-AD20-270314E92065}" type="presOf" srcId="{103C4699-DF46-4E87-B4F5-0F42314566ED}" destId="{3193C4CE-69B5-41F5-8A6D-5E347F906059}" srcOrd="0" destOrd="0" presId="urn:microsoft.com/office/officeart/2005/8/layout/hierarchy1"/>
    <dgm:cxn modelId="{5B57E066-2124-4C42-91D9-6C5D6341B472}" srcId="{B0D7CA18-3AEE-4B21-BD9C-4D7B77902BF0}" destId="{103C4699-DF46-4E87-B4F5-0F42314566ED}" srcOrd="4" destOrd="0" parTransId="{2B69EEB2-FDDD-4628-ADAC-9A26C8E5E246}" sibTransId="{D82995B2-ABBB-4453-B8F9-41151DC58E45}"/>
    <dgm:cxn modelId="{024C936A-7A2B-463C-94FB-2A4AFC6E010C}" type="presOf" srcId="{B0D7CA18-3AEE-4B21-BD9C-4D7B77902BF0}" destId="{A5BC8FD7-F6EC-4FBD-8C13-FDD0671775AA}" srcOrd="0" destOrd="0" presId="urn:microsoft.com/office/officeart/2005/8/layout/hierarchy1"/>
    <dgm:cxn modelId="{76CCD451-6D68-40F1-A7CC-F9E3E0AAB2E2}" type="presOf" srcId="{6A57656C-F740-4DFA-A2A7-05A6C48C0EF1}" destId="{B5D58960-D89C-44A9-8F5F-BB4AC7402393}" srcOrd="0" destOrd="0" presId="urn:microsoft.com/office/officeart/2005/8/layout/hierarchy1"/>
    <dgm:cxn modelId="{129DD97B-B249-4038-915A-1224BC22794F}" srcId="{B0D7CA18-3AEE-4B21-BD9C-4D7B77902BF0}" destId="{6E29EB85-3748-4897-BCD1-070E92CD3067}" srcOrd="2" destOrd="0" parTransId="{41F4B4B3-265F-47E5-B3B2-7F0702256A1E}" sibTransId="{6FFA6C37-6AA7-42C1-B296-BB4A0C45A04E}"/>
    <dgm:cxn modelId="{31FCBF81-82A1-4A0C-894A-120AE400959F}" srcId="{B0D7CA18-3AEE-4B21-BD9C-4D7B77902BF0}" destId="{22DEBE70-F915-4F76-9E3B-C8553BA0CF29}" srcOrd="3" destOrd="0" parTransId="{1D63EAAA-C8BC-49C4-AEB1-271A3952B5A7}" sibTransId="{1DC1D2F1-D27A-421E-95C0-D2384CB14222}"/>
    <dgm:cxn modelId="{19E91990-C58B-4569-8154-294C5E89B359}" type="presOf" srcId="{22DEBE70-F915-4F76-9E3B-C8553BA0CF29}" destId="{F7B3E899-3B3D-4D41-B85C-7C626C0378D9}" srcOrd="0" destOrd="0" presId="urn:microsoft.com/office/officeart/2005/8/layout/hierarchy1"/>
    <dgm:cxn modelId="{36D2D7AA-161C-4DAD-9F02-5D903F7844FE}" srcId="{B0D7CA18-3AEE-4B21-BD9C-4D7B77902BF0}" destId="{6A57656C-F740-4DFA-A2A7-05A6C48C0EF1}" srcOrd="1" destOrd="0" parTransId="{18C750C3-69BD-4B1C-AB09-8A9674AB41F4}" sibTransId="{456043DA-55C3-4D4C-9164-3BFAD8490C87}"/>
    <dgm:cxn modelId="{F764C2BE-83F5-4A3F-B888-7B0E9906B8CC}" type="presOf" srcId="{4FCE384D-2E27-405A-B544-1E62AB354279}" destId="{D926942B-63E9-4D75-8555-875F4A76C563}" srcOrd="0" destOrd="0" presId="urn:microsoft.com/office/officeart/2005/8/layout/hierarchy1"/>
    <dgm:cxn modelId="{F1D2B2CE-A4A9-427E-81E7-E76C8E6922A0}" type="presOf" srcId="{6E29EB85-3748-4897-BCD1-070E92CD3067}" destId="{0356FE00-CC97-4601-AAE1-5E385020B434}" srcOrd="0" destOrd="0" presId="urn:microsoft.com/office/officeart/2005/8/layout/hierarchy1"/>
    <dgm:cxn modelId="{3B07738C-B663-46C6-8091-5C87BEB09B73}" type="presParOf" srcId="{A5BC8FD7-F6EC-4FBD-8C13-FDD0671775AA}" destId="{2C8821E0-E706-411C-AAE0-71346F78E9AF}" srcOrd="0" destOrd="0" presId="urn:microsoft.com/office/officeart/2005/8/layout/hierarchy1"/>
    <dgm:cxn modelId="{61D8A4AE-113F-42D2-9B03-B87351304D14}" type="presParOf" srcId="{2C8821E0-E706-411C-AAE0-71346F78E9AF}" destId="{E3F44D05-2785-42A6-915C-228F7BE992D6}" srcOrd="0" destOrd="0" presId="urn:microsoft.com/office/officeart/2005/8/layout/hierarchy1"/>
    <dgm:cxn modelId="{D02543C2-6DFF-42D6-BD4B-9F7463F11A23}" type="presParOf" srcId="{E3F44D05-2785-42A6-915C-228F7BE992D6}" destId="{BE6CBEC5-1D10-4303-9DC7-3764884BDD6F}" srcOrd="0" destOrd="0" presId="urn:microsoft.com/office/officeart/2005/8/layout/hierarchy1"/>
    <dgm:cxn modelId="{D7F124D3-DCB8-438B-8976-FA90BF7F20FB}" type="presParOf" srcId="{E3F44D05-2785-42A6-915C-228F7BE992D6}" destId="{D926942B-63E9-4D75-8555-875F4A76C563}" srcOrd="1" destOrd="0" presId="urn:microsoft.com/office/officeart/2005/8/layout/hierarchy1"/>
    <dgm:cxn modelId="{F92C44C5-A4C8-4B04-8380-CA810CEC4391}" type="presParOf" srcId="{2C8821E0-E706-411C-AAE0-71346F78E9AF}" destId="{42C797E7-AE44-4A33-96AB-7E48E69C450D}" srcOrd="1" destOrd="0" presId="urn:microsoft.com/office/officeart/2005/8/layout/hierarchy1"/>
    <dgm:cxn modelId="{FE3BAA29-4573-44C1-8443-433E82D6AE9A}" type="presParOf" srcId="{A5BC8FD7-F6EC-4FBD-8C13-FDD0671775AA}" destId="{F3EADEE6-BCEC-4997-8D60-8DF780AACCF2}" srcOrd="1" destOrd="0" presId="urn:microsoft.com/office/officeart/2005/8/layout/hierarchy1"/>
    <dgm:cxn modelId="{C732F0D6-0B73-4661-A142-90DC97128D7E}" type="presParOf" srcId="{F3EADEE6-BCEC-4997-8D60-8DF780AACCF2}" destId="{6E04CCA0-98BE-424E-97D8-E8D2AEE25CDF}" srcOrd="0" destOrd="0" presId="urn:microsoft.com/office/officeart/2005/8/layout/hierarchy1"/>
    <dgm:cxn modelId="{8E7D37A1-9F58-44AB-84F2-1BC2D5273C71}" type="presParOf" srcId="{6E04CCA0-98BE-424E-97D8-E8D2AEE25CDF}" destId="{4DD70845-3765-4FFE-952C-25EEAA644A46}" srcOrd="0" destOrd="0" presId="urn:microsoft.com/office/officeart/2005/8/layout/hierarchy1"/>
    <dgm:cxn modelId="{BFEDA9B0-635D-40C5-A84F-E0FC75F6503F}" type="presParOf" srcId="{6E04CCA0-98BE-424E-97D8-E8D2AEE25CDF}" destId="{B5D58960-D89C-44A9-8F5F-BB4AC7402393}" srcOrd="1" destOrd="0" presId="urn:microsoft.com/office/officeart/2005/8/layout/hierarchy1"/>
    <dgm:cxn modelId="{3113D6E0-F84D-44C9-96E8-289E6153F366}" type="presParOf" srcId="{F3EADEE6-BCEC-4997-8D60-8DF780AACCF2}" destId="{EC37F1F2-13E7-4749-A9D0-8FB3AC42E355}" srcOrd="1" destOrd="0" presId="urn:microsoft.com/office/officeart/2005/8/layout/hierarchy1"/>
    <dgm:cxn modelId="{F78678C3-A2DD-43C1-865E-DF161941241C}" type="presParOf" srcId="{A5BC8FD7-F6EC-4FBD-8C13-FDD0671775AA}" destId="{115195A2-98EF-4C53-8A31-F167CA6D70C5}" srcOrd="2" destOrd="0" presId="urn:microsoft.com/office/officeart/2005/8/layout/hierarchy1"/>
    <dgm:cxn modelId="{CFF0BD9F-462E-49D6-A427-F50992649A66}" type="presParOf" srcId="{115195A2-98EF-4C53-8A31-F167CA6D70C5}" destId="{5CA65929-66EB-481F-831D-2685A5CFD779}" srcOrd="0" destOrd="0" presId="urn:microsoft.com/office/officeart/2005/8/layout/hierarchy1"/>
    <dgm:cxn modelId="{B6A120CD-4918-4486-AB5B-B0DC7EE550EF}" type="presParOf" srcId="{5CA65929-66EB-481F-831D-2685A5CFD779}" destId="{D0C4C723-E694-4306-B218-7DDE721C7A38}" srcOrd="0" destOrd="0" presId="urn:microsoft.com/office/officeart/2005/8/layout/hierarchy1"/>
    <dgm:cxn modelId="{F02721BF-43DA-4EC7-A0E2-59D022179FDB}" type="presParOf" srcId="{5CA65929-66EB-481F-831D-2685A5CFD779}" destId="{0356FE00-CC97-4601-AAE1-5E385020B434}" srcOrd="1" destOrd="0" presId="urn:microsoft.com/office/officeart/2005/8/layout/hierarchy1"/>
    <dgm:cxn modelId="{E37F61CE-622C-4F22-AC3F-7B28FCF016DA}" type="presParOf" srcId="{115195A2-98EF-4C53-8A31-F167CA6D70C5}" destId="{E12CE408-ACDC-447C-B1FB-4512B109BBA0}" srcOrd="1" destOrd="0" presId="urn:microsoft.com/office/officeart/2005/8/layout/hierarchy1"/>
    <dgm:cxn modelId="{77001A62-7D40-4AE2-8201-C03E435FA536}" type="presParOf" srcId="{A5BC8FD7-F6EC-4FBD-8C13-FDD0671775AA}" destId="{2505521A-AA38-45C3-859F-C2012E515764}" srcOrd="3" destOrd="0" presId="urn:microsoft.com/office/officeart/2005/8/layout/hierarchy1"/>
    <dgm:cxn modelId="{807B67D4-2635-496F-A1BE-CE216C03926D}" type="presParOf" srcId="{2505521A-AA38-45C3-859F-C2012E515764}" destId="{297E8290-B401-493D-A082-DC5F5F3F028F}" srcOrd="0" destOrd="0" presId="urn:microsoft.com/office/officeart/2005/8/layout/hierarchy1"/>
    <dgm:cxn modelId="{6476710B-BE2B-4E6B-9012-6448282DAD4B}" type="presParOf" srcId="{297E8290-B401-493D-A082-DC5F5F3F028F}" destId="{CE282F61-39F4-4AC8-856F-7B71859DD4CF}" srcOrd="0" destOrd="0" presId="urn:microsoft.com/office/officeart/2005/8/layout/hierarchy1"/>
    <dgm:cxn modelId="{CE4EBD6E-94E2-49F2-9CAE-D9348EA76EB4}" type="presParOf" srcId="{297E8290-B401-493D-A082-DC5F5F3F028F}" destId="{F7B3E899-3B3D-4D41-B85C-7C626C0378D9}" srcOrd="1" destOrd="0" presId="urn:microsoft.com/office/officeart/2005/8/layout/hierarchy1"/>
    <dgm:cxn modelId="{8552C522-DF55-459F-98B0-E72F98EEC012}" type="presParOf" srcId="{2505521A-AA38-45C3-859F-C2012E515764}" destId="{DF3E1B0B-8570-46C6-93AB-2FB4F88F0F5A}" srcOrd="1" destOrd="0" presId="urn:microsoft.com/office/officeart/2005/8/layout/hierarchy1"/>
    <dgm:cxn modelId="{5D29EB80-D423-463F-A9A8-136F000F075B}" type="presParOf" srcId="{A5BC8FD7-F6EC-4FBD-8C13-FDD0671775AA}" destId="{0EA726CD-3D17-46B1-AC73-01A98B01D715}" srcOrd="4" destOrd="0" presId="urn:microsoft.com/office/officeart/2005/8/layout/hierarchy1"/>
    <dgm:cxn modelId="{B862F72D-2DAE-4655-A498-437319BD630E}" type="presParOf" srcId="{0EA726CD-3D17-46B1-AC73-01A98B01D715}" destId="{B82D9E72-7256-4809-AAF1-9CEFECBF90B8}" srcOrd="0" destOrd="0" presId="urn:microsoft.com/office/officeart/2005/8/layout/hierarchy1"/>
    <dgm:cxn modelId="{7D8B08A8-A3D4-4EAF-A0A7-EEC711F16242}" type="presParOf" srcId="{B82D9E72-7256-4809-AAF1-9CEFECBF90B8}" destId="{7DC4A0BA-38F4-41BE-A368-CD7844510BBA}" srcOrd="0" destOrd="0" presId="urn:microsoft.com/office/officeart/2005/8/layout/hierarchy1"/>
    <dgm:cxn modelId="{85A52C67-E96B-4993-A636-3BF99BD9BCD1}" type="presParOf" srcId="{B82D9E72-7256-4809-AAF1-9CEFECBF90B8}" destId="{3193C4CE-69B5-41F5-8A6D-5E347F906059}" srcOrd="1" destOrd="0" presId="urn:microsoft.com/office/officeart/2005/8/layout/hierarchy1"/>
    <dgm:cxn modelId="{5207493A-5C0A-4D72-AD95-03C6840F19E0}" type="presParOf" srcId="{0EA726CD-3D17-46B1-AC73-01A98B01D715}" destId="{5AB6AD08-F114-4E8B-B154-225C401C030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6CBEC5-1D10-4303-9DC7-3764884BDD6F}">
      <dsp:nvSpPr>
        <dsp:cNvPr id="0" name=""/>
        <dsp:cNvSpPr/>
      </dsp:nvSpPr>
      <dsp:spPr>
        <a:xfrm>
          <a:off x="2535" y="813487"/>
          <a:ext cx="1235321" cy="7844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926942B-63E9-4D75-8555-875F4A76C563}">
      <dsp:nvSpPr>
        <dsp:cNvPr id="0" name=""/>
        <dsp:cNvSpPr/>
      </dsp:nvSpPr>
      <dsp:spPr>
        <a:xfrm>
          <a:off x="139793" y="943882"/>
          <a:ext cx="1235321" cy="7844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>
              <a:latin typeface="Times New Roman"/>
              <a:cs typeface="Times New Roman"/>
            </a:rPr>
            <a:t>DAI</a:t>
          </a:r>
          <a:endParaRPr lang="en-US" sz="1700" kern="1200"/>
        </a:p>
      </dsp:txBody>
      <dsp:txXfrm>
        <a:off x="162768" y="966857"/>
        <a:ext cx="1189371" cy="738479"/>
      </dsp:txXfrm>
    </dsp:sp>
    <dsp:sp modelId="{4DD70845-3765-4FFE-952C-25EEAA644A46}">
      <dsp:nvSpPr>
        <dsp:cNvPr id="0" name=""/>
        <dsp:cNvSpPr/>
      </dsp:nvSpPr>
      <dsp:spPr>
        <a:xfrm>
          <a:off x="1512373" y="813487"/>
          <a:ext cx="1235321" cy="7844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5D58960-D89C-44A9-8F5F-BB4AC7402393}">
      <dsp:nvSpPr>
        <dsp:cNvPr id="0" name=""/>
        <dsp:cNvSpPr/>
      </dsp:nvSpPr>
      <dsp:spPr>
        <a:xfrm>
          <a:off x="1649631" y="943882"/>
          <a:ext cx="1235321" cy="7844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>
              <a:latin typeface="Times New Roman"/>
              <a:cs typeface="Times New Roman"/>
            </a:rPr>
            <a:t>SPORT</a:t>
          </a:r>
          <a:endParaRPr lang="en-US" sz="1700" kern="1200"/>
        </a:p>
      </dsp:txBody>
      <dsp:txXfrm>
        <a:off x="1672606" y="966857"/>
        <a:ext cx="1189371" cy="738479"/>
      </dsp:txXfrm>
    </dsp:sp>
    <dsp:sp modelId="{D0C4C723-E694-4306-B218-7DDE721C7A38}">
      <dsp:nvSpPr>
        <dsp:cNvPr id="0" name=""/>
        <dsp:cNvSpPr/>
      </dsp:nvSpPr>
      <dsp:spPr>
        <a:xfrm>
          <a:off x="3022211" y="813487"/>
          <a:ext cx="1235321" cy="7844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356FE00-CC97-4601-AAE1-5E385020B434}">
      <dsp:nvSpPr>
        <dsp:cNvPr id="0" name=""/>
        <dsp:cNvSpPr/>
      </dsp:nvSpPr>
      <dsp:spPr>
        <a:xfrm>
          <a:off x="3159469" y="943882"/>
          <a:ext cx="1235321" cy="7844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Bookman Old Style"/>
            </a:rPr>
            <a:t>MEMORY</a:t>
          </a:r>
        </a:p>
      </dsp:txBody>
      <dsp:txXfrm>
        <a:off x="3182444" y="966857"/>
        <a:ext cx="1189371" cy="738479"/>
      </dsp:txXfrm>
    </dsp:sp>
    <dsp:sp modelId="{CE282F61-39F4-4AC8-856F-7B71859DD4CF}">
      <dsp:nvSpPr>
        <dsp:cNvPr id="0" name=""/>
        <dsp:cNvSpPr/>
      </dsp:nvSpPr>
      <dsp:spPr>
        <a:xfrm>
          <a:off x="4532048" y="813487"/>
          <a:ext cx="1235321" cy="7844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7B3E899-3B3D-4D41-B85C-7C626C0378D9}">
      <dsp:nvSpPr>
        <dsp:cNvPr id="0" name=""/>
        <dsp:cNvSpPr/>
      </dsp:nvSpPr>
      <dsp:spPr>
        <a:xfrm>
          <a:off x="4669306" y="943882"/>
          <a:ext cx="1235321" cy="7844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>
              <a:latin typeface="Times New Roman"/>
              <a:cs typeface="Times New Roman"/>
            </a:rPr>
            <a:t>SPORT</a:t>
          </a:r>
          <a:endParaRPr lang="en-US" sz="1700" kern="1200"/>
        </a:p>
      </dsp:txBody>
      <dsp:txXfrm>
        <a:off x="4692281" y="966857"/>
        <a:ext cx="1189371" cy="738479"/>
      </dsp:txXfrm>
    </dsp:sp>
    <dsp:sp modelId="{7DC4A0BA-38F4-41BE-A368-CD7844510BBA}">
      <dsp:nvSpPr>
        <dsp:cNvPr id="0" name=""/>
        <dsp:cNvSpPr/>
      </dsp:nvSpPr>
      <dsp:spPr>
        <a:xfrm>
          <a:off x="6041886" y="813487"/>
          <a:ext cx="1235321" cy="78442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193C4CE-69B5-41F5-8A6D-5E347F906059}">
      <dsp:nvSpPr>
        <dsp:cNvPr id="0" name=""/>
        <dsp:cNvSpPr/>
      </dsp:nvSpPr>
      <dsp:spPr>
        <a:xfrm>
          <a:off x="6179144" y="943882"/>
          <a:ext cx="1235321" cy="7844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Century Gothic" panose="020B0502020202020204"/>
            </a:rPr>
            <a:t>DAI</a:t>
          </a:r>
          <a:endParaRPr lang="en-US" sz="1700" kern="1200"/>
        </a:p>
      </dsp:txBody>
      <dsp:txXfrm>
        <a:off x="6202119" y="966857"/>
        <a:ext cx="1189371" cy="7384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6F84F-415A-4DAA-9779-B90E19A84FF0}" type="datetimeFigureOut">
              <a:rPr lang="en-IN" smtClean="0"/>
              <a:t>27-09-2024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4E07B7-A532-4025-953D-57EC5826E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452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6">
            <a:extLst>
              <a:ext uri="{FF2B5EF4-FFF2-40B4-BE49-F238E27FC236}">
                <a16:creationId xmlns:a16="http://schemas.microsoft.com/office/drawing/2014/main" id="{4124788B-26D4-40D5-ADB7-E3EFDD03A2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37897" y="6411954"/>
            <a:ext cx="1676400" cy="2539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50" b="0" u="sng">
                <a:solidFill>
                  <a:srgbClr val="000099"/>
                </a:solidFill>
                <a:latin typeface="+mn-lt"/>
              </a:rPr>
              <a:t>www.jasmin-infotech.com</a:t>
            </a:r>
            <a:endParaRPr lang="en-US" sz="1400" b="0" i="1">
              <a:solidFill>
                <a:srgbClr val="C14916"/>
              </a:solidFill>
              <a:latin typeface="+mn-lt"/>
            </a:endParaRPr>
          </a:p>
        </p:txBody>
      </p:sp>
      <p:sp>
        <p:nvSpPr>
          <p:cNvPr id="11" name="Slide Number Placeholder 12">
            <a:extLst>
              <a:ext uri="{FF2B5EF4-FFF2-40B4-BE49-F238E27FC236}">
                <a16:creationId xmlns:a16="http://schemas.microsoft.com/office/drawing/2014/main" id="{31D66A2A-A548-48C9-922B-D62471CE8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138D3F-CC47-0FF9-D4CB-EC6B2E5ACB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25129" y="2298963"/>
            <a:ext cx="3741742" cy="12003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E40779-73A9-914E-2480-9A29EBF05473}"/>
              </a:ext>
            </a:extLst>
          </p:cNvPr>
          <p:cNvSpPr txBox="1"/>
          <p:nvPr userDrawn="1"/>
        </p:nvSpPr>
        <p:spPr>
          <a:xfrm>
            <a:off x="4963435" y="3499292"/>
            <a:ext cx="2425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>
                <a:solidFill>
                  <a:srgbClr val="000000"/>
                </a:solidFill>
                <a:effectLst/>
              </a:rPr>
              <a:t>Helping you innovate</a:t>
            </a:r>
            <a:endParaRPr lang="en-IN" sz="2000" b="1" i="1"/>
          </a:p>
        </p:txBody>
      </p:sp>
      <p:pic>
        <p:nvPicPr>
          <p:cNvPr id="4" name="Picture 3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FE7E01E8-D30E-15CC-EEBD-2C36403598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054" y="247217"/>
            <a:ext cx="2197891" cy="177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286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268088"/>
            <a:ext cx="11335108" cy="508826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BB4F4F2C-6052-4C5E-8666-50B26C343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026290-33FD-442D-B8F4-AA106F7AFECA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D7D019D-615E-477C-9081-4003E46BBA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B8B8F03-C00E-48FD-AE30-ACE3CA0240CF}"/>
              </a:ext>
            </a:extLst>
          </p:cNvPr>
          <p:cNvSpPr txBox="1"/>
          <p:nvPr userDrawn="1"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 panose="020B0502020202020204" pitchFamily="34" charset="0"/>
              </a:rPr>
              <a:t>Document history</a:t>
            </a:r>
            <a:endParaRPr lang="en-IN" sz="280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546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D500-044D-4F8A-9311-1D19A1E0D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719262"/>
          </a:xfrm>
        </p:spPr>
        <p:txBody>
          <a:bodyPr anchor="b">
            <a:normAutofit/>
          </a:bodyPr>
          <a:lstStyle>
            <a:lvl1pPr>
              <a:defRPr sz="280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8A540-5472-4C45-9471-5968D6BC4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839370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470DE521-D3F7-4AC9-95DC-EFEFD3DE85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4B1DF27C-CA9A-40E8-A56A-2B7A4035C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 I Shared under NDA</a:t>
            </a:r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B7E32C-6A60-4344-8FB2-6251996B6247}"/>
              </a:ext>
            </a:extLst>
          </p:cNvPr>
          <p:cNvCxnSpPr>
            <a:cxnSpLocks/>
          </p:cNvCxnSpPr>
          <p:nvPr userDrawn="1"/>
        </p:nvCxnSpPr>
        <p:spPr>
          <a:xfrm>
            <a:off x="838200" y="3455687"/>
            <a:ext cx="11353800" cy="0"/>
          </a:xfrm>
          <a:prstGeom prst="line">
            <a:avLst/>
          </a:prstGeom>
          <a:ln w="3810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9106E4-29D0-496D-9A43-CB891643C286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A42DA796-DA88-4A79-99C5-26352F67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906B2E-F395-462F-BCAA-5B24E2A416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404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218996"/>
            <a:ext cx="11335108" cy="513735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6C6A39-B8E4-4532-96D5-5915685A7FB5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3EE4CF6D-F48F-4791-83CA-3DB99D72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C2C37E-1BD9-4EA1-880A-134343D0CA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56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6" y="1310522"/>
            <a:ext cx="5647424" cy="504582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49C9CF-5B99-4CA1-BA59-9B7CCDC6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33A8E9-BBE7-4DE2-90F0-B2F1E9E74246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A85F8C5-0F17-4B54-966D-E64505CB7F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671208-5BEA-40D8-A25A-CD1E84DC4EE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310522"/>
            <a:ext cx="5647424" cy="504582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379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5B1BB6A-62CB-411F-8E6F-CE29E323FDD6}"/>
              </a:ext>
            </a:extLst>
          </p:cNvPr>
          <p:cNvSpPr txBox="1">
            <a:spLocks/>
          </p:cNvSpPr>
          <p:nvPr userDrawn="1"/>
        </p:nvSpPr>
        <p:spPr>
          <a:xfrm>
            <a:off x="4917287" y="5337469"/>
            <a:ext cx="6094602" cy="885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50">
                <a:solidFill>
                  <a:schemeClr val="accent2"/>
                </a:solidFill>
              </a:rPr>
              <a:t>THANK YOU!</a:t>
            </a:r>
            <a:endParaRPr lang="en-IN" sz="4050">
              <a:solidFill>
                <a:schemeClr val="accent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780C04-86F0-48AA-880D-9780441582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7128" y="2485236"/>
            <a:ext cx="3467080" cy="1112219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F3AA549-D622-4A21-9ECE-DB969E0703AF}"/>
              </a:ext>
            </a:extLst>
          </p:cNvPr>
          <p:cNvSpPr/>
          <p:nvPr userDrawn="1"/>
        </p:nvSpPr>
        <p:spPr>
          <a:xfrm>
            <a:off x="11144304" y="4221882"/>
            <a:ext cx="209496" cy="209496"/>
          </a:xfrm>
          <a:custGeom>
            <a:avLst/>
            <a:gdLst>
              <a:gd name="connsiteX0" fmla="*/ 101580 w 279328"/>
              <a:gd name="connsiteY0" fmla="*/ 209496 h 279328"/>
              <a:gd name="connsiteX1" fmla="*/ 107916 w 279328"/>
              <a:gd name="connsiteY1" fmla="*/ 215846 h 279328"/>
              <a:gd name="connsiteX2" fmla="*/ 106067 w 279328"/>
              <a:gd name="connsiteY2" fmla="*/ 220333 h 279328"/>
              <a:gd name="connsiteX3" fmla="*/ 87018 w 279328"/>
              <a:gd name="connsiteY3" fmla="*/ 239382 h 279328"/>
              <a:gd name="connsiteX4" fmla="*/ 82531 w 279328"/>
              <a:gd name="connsiteY4" fmla="*/ 241244 h 279328"/>
              <a:gd name="connsiteX5" fmla="*/ 76182 w 279328"/>
              <a:gd name="connsiteY5" fmla="*/ 234894 h 279328"/>
              <a:gd name="connsiteX6" fmla="*/ 78044 w 279328"/>
              <a:gd name="connsiteY6" fmla="*/ 230407 h 279328"/>
              <a:gd name="connsiteX7" fmla="*/ 97079 w 279328"/>
              <a:gd name="connsiteY7" fmla="*/ 211358 h 279328"/>
              <a:gd name="connsiteX8" fmla="*/ 101580 w 279328"/>
              <a:gd name="connsiteY8" fmla="*/ 209496 h 279328"/>
              <a:gd name="connsiteX9" fmla="*/ 95230 w 279328"/>
              <a:gd name="connsiteY9" fmla="*/ 177748 h 279328"/>
              <a:gd name="connsiteX10" fmla="*/ 101580 w 279328"/>
              <a:gd name="connsiteY10" fmla="*/ 184111 h 279328"/>
              <a:gd name="connsiteX11" fmla="*/ 99718 w 279328"/>
              <a:gd name="connsiteY11" fmla="*/ 188585 h 279328"/>
              <a:gd name="connsiteX12" fmla="*/ 36235 w 279328"/>
              <a:gd name="connsiteY12" fmla="*/ 252081 h 279328"/>
              <a:gd name="connsiteX13" fmla="*/ 31748 w 279328"/>
              <a:gd name="connsiteY13" fmla="*/ 253930 h 279328"/>
              <a:gd name="connsiteX14" fmla="*/ 25398 w 279328"/>
              <a:gd name="connsiteY14" fmla="*/ 247580 h 279328"/>
              <a:gd name="connsiteX15" fmla="*/ 27247 w 279328"/>
              <a:gd name="connsiteY15" fmla="*/ 243093 h 279328"/>
              <a:gd name="connsiteX16" fmla="*/ 90743 w 279328"/>
              <a:gd name="connsiteY16" fmla="*/ 179611 h 279328"/>
              <a:gd name="connsiteX17" fmla="*/ 95230 w 279328"/>
              <a:gd name="connsiteY17" fmla="*/ 177748 h 279328"/>
              <a:gd name="connsiteX18" fmla="*/ 63483 w 279328"/>
              <a:gd name="connsiteY18" fmla="*/ 171412 h 279328"/>
              <a:gd name="connsiteX19" fmla="*/ 69833 w 279328"/>
              <a:gd name="connsiteY19" fmla="*/ 177748 h 279328"/>
              <a:gd name="connsiteX20" fmla="*/ 67971 w 279328"/>
              <a:gd name="connsiteY20" fmla="*/ 182249 h 279328"/>
              <a:gd name="connsiteX21" fmla="*/ 61621 w 279328"/>
              <a:gd name="connsiteY21" fmla="*/ 188585 h 279328"/>
              <a:gd name="connsiteX22" fmla="*/ 57134 w 279328"/>
              <a:gd name="connsiteY22" fmla="*/ 190448 h 279328"/>
              <a:gd name="connsiteX23" fmla="*/ 50784 w 279328"/>
              <a:gd name="connsiteY23" fmla="*/ 184111 h 279328"/>
              <a:gd name="connsiteX24" fmla="*/ 52647 w 279328"/>
              <a:gd name="connsiteY24" fmla="*/ 179611 h 279328"/>
              <a:gd name="connsiteX25" fmla="*/ 58996 w 279328"/>
              <a:gd name="connsiteY25" fmla="*/ 173261 h 279328"/>
              <a:gd name="connsiteX26" fmla="*/ 63483 w 279328"/>
              <a:gd name="connsiteY26" fmla="*/ 171412 h 279328"/>
              <a:gd name="connsiteX27" fmla="*/ 254176 w 279328"/>
              <a:gd name="connsiteY27" fmla="*/ 34140 h 279328"/>
              <a:gd name="connsiteX28" fmla="*/ 121728 w 279328"/>
              <a:gd name="connsiteY28" fmla="*/ 166588 h 279328"/>
              <a:gd name="connsiteX29" fmla="*/ 158816 w 279328"/>
              <a:gd name="connsiteY29" fmla="*/ 256646 h 279328"/>
              <a:gd name="connsiteX30" fmla="*/ 254176 w 279328"/>
              <a:gd name="connsiteY30" fmla="*/ 34140 h 279328"/>
              <a:gd name="connsiteX31" fmla="*/ 245188 w 279328"/>
              <a:gd name="connsiteY31" fmla="*/ 25153 h 279328"/>
              <a:gd name="connsiteX32" fmla="*/ 22695 w 279328"/>
              <a:gd name="connsiteY32" fmla="*/ 120525 h 279328"/>
              <a:gd name="connsiteX33" fmla="*/ 112753 w 279328"/>
              <a:gd name="connsiteY33" fmla="*/ 157601 h 279328"/>
              <a:gd name="connsiteX34" fmla="*/ 272978 w 279328"/>
              <a:gd name="connsiteY34" fmla="*/ 0 h 279328"/>
              <a:gd name="connsiteX35" fmla="*/ 279328 w 279328"/>
              <a:gd name="connsiteY35" fmla="*/ 6350 h 279328"/>
              <a:gd name="connsiteX36" fmla="*/ 278643 w 279328"/>
              <a:gd name="connsiteY36" fmla="*/ 9039 h 279328"/>
              <a:gd name="connsiteX37" fmla="*/ 278720 w 279328"/>
              <a:gd name="connsiteY37" fmla="*/ 9078 h 279328"/>
              <a:gd name="connsiteX38" fmla="*/ 164558 w 279328"/>
              <a:gd name="connsiteY38" fmla="*/ 275423 h 279328"/>
              <a:gd name="connsiteX39" fmla="*/ 164532 w 279328"/>
              <a:gd name="connsiteY39" fmla="*/ 275487 h 279328"/>
              <a:gd name="connsiteX40" fmla="*/ 164441 w 279328"/>
              <a:gd name="connsiteY40" fmla="*/ 275707 h 279328"/>
              <a:gd name="connsiteX41" fmla="*/ 164403 w 279328"/>
              <a:gd name="connsiteY41" fmla="*/ 275694 h 279328"/>
              <a:gd name="connsiteX42" fmla="*/ 158713 w 279328"/>
              <a:gd name="connsiteY42" fmla="*/ 279328 h 279328"/>
              <a:gd name="connsiteX43" fmla="*/ 152712 w 279328"/>
              <a:gd name="connsiteY43" fmla="*/ 274737 h 279328"/>
              <a:gd name="connsiteX44" fmla="*/ 152609 w 279328"/>
              <a:gd name="connsiteY44" fmla="*/ 274776 h 279328"/>
              <a:gd name="connsiteX45" fmla="*/ 109429 w 279328"/>
              <a:gd name="connsiteY45" fmla="*/ 169899 h 279328"/>
              <a:gd name="connsiteX46" fmla="*/ 4565 w 279328"/>
              <a:gd name="connsiteY46" fmla="*/ 126719 h 279328"/>
              <a:gd name="connsiteX47" fmla="*/ 4591 w 279328"/>
              <a:gd name="connsiteY47" fmla="*/ 126616 h 279328"/>
              <a:gd name="connsiteX48" fmla="*/ 0 w 279328"/>
              <a:gd name="connsiteY48" fmla="*/ 120615 h 279328"/>
              <a:gd name="connsiteX49" fmla="*/ 3634 w 279328"/>
              <a:gd name="connsiteY49" fmla="*/ 114925 h 279328"/>
              <a:gd name="connsiteX50" fmla="*/ 3621 w 279328"/>
              <a:gd name="connsiteY50" fmla="*/ 114900 h 279328"/>
              <a:gd name="connsiteX51" fmla="*/ 3841 w 279328"/>
              <a:gd name="connsiteY51" fmla="*/ 114796 h 279328"/>
              <a:gd name="connsiteX52" fmla="*/ 3905 w 279328"/>
              <a:gd name="connsiteY52" fmla="*/ 114770 h 279328"/>
              <a:gd name="connsiteX53" fmla="*/ 270250 w 279328"/>
              <a:gd name="connsiteY53" fmla="*/ 621 h 279328"/>
              <a:gd name="connsiteX54" fmla="*/ 270276 w 279328"/>
              <a:gd name="connsiteY54" fmla="*/ 673 h 279328"/>
              <a:gd name="connsiteX55" fmla="*/ 272978 w 279328"/>
              <a:gd name="connsiteY55" fmla="*/ 0 h 279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79328" h="279328">
                <a:moveTo>
                  <a:pt x="101580" y="209496"/>
                </a:moveTo>
                <a:cubicBezTo>
                  <a:pt x="105084" y="209496"/>
                  <a:pt x="107916" y="212341"/>
                  <a:pt x="107916" y="215846"/>
                </a:cubicBezTo>
                <a:cubicBezTo>
                  <a:pt x="107916" y="217604"/>
                  <a:pt x="107218" y="219195"/>
                  <a:pt x="106067" y="220333"/>
                </a:cubicBezTo>
                <a:lnTo>
                  <a:pt x="87018" y="239382"/>
                </a:lnTo>
                <a:cubicBezTo>
                  <a:pt x="85867" y="240533"/>
                  <a:pt x="84277" y="241244"/>
                  <a:pt x="82531" y="241244"/>
                </a:cubicBezTo>
                <a:cubicBezTo>
                  <a:pt x="79027" y="241244"/>
                  <a:pt x="76182" y="238399"/>
                  <a:pt x="76182" y="234894"/>
                </a:cubicBezTo>
                <a:cubicBezTo>
                  <a:pt x="76182" y="233148"/>
                  <a:pt x="76893" y="231545"/>
                  <a:pt x="78044" y="230407"/>
                </a:cubicBezTo>
                <a:lnTo>
                  <a:pt x="97079" y="211358"/>
                </a:lnTo>
                <a:cubicBezTo>
                  <a:pt x="98230" y="210207"/>
                  <a:pt x="99821" y="209496"/>
                  <a:pt x="101580" y="209496"/>
                </a:cubicBezTo>
                <a:close/>
                <a:moveTo>
                  <a:pt x="95230" y="177748"/>
                </a:moveTo>
                <a:cubicBezTo>
                  <a:pt x="98735" y="177748"/>
                  <a:pt x="101580" y="180606"/>
                  <a:pt x="101580" y="184111"/>
                </a:cubicBezTo>
                <a:cubicBezTo>
                  <a:pt x="101580" y="185857"/>
                  <a:pt x="100868" y="187447"/>
                  <a:pt x="99718" y="188585"/>
                </a:cubicBezTo>
                <a:lnTo>
                  <a:pt x="36235" y="252081"/>
                </a:lnTo>
                <a:cubicBezTo>
                  <a:pt x="35084" y="253232"/>
                  <a:pt x="33493" y="253930"/>
                  <a:pt x="31748" y="253930"/>
                </a:cubicBezTo>
                <a:cubicBezTo>
                  <a:pt x="28243" y="253930"/>
                  <a:pt x="25398" y="251098"/>
                  <a:pt x="25398" y="247580"/>
                </a:cubicBezTo>
                <a:cubicBezTo>
                  <a:pt x="25398" y="245848"/>
                  <a:pt x="26109" y="244257"/>
                  <a:pt x="27247" y="243093"/>
                </a:cubicBezTo>
                <a:lnTo>
                  <a:pt x="90743" y="179611"/>
                </a:lnTo>
                <a:cubicBezTo>
                  <a:pt x="91881" y="178473"/>
                  <a:pt x="93471" y="177748"/>
                  <a:pt x="95230" y="177748"/>
                </a:cubicBezTo>
                <a:close/>
                <a:moveTo>
                  <a:pt x="63483" y="171412"/>
                </a:moveTo>
                <a:cubicBezTo>
                  <a:pt x="66988" y="171412"/>
                  <a:pt x="69833" y="174257"/>
                  <a:pt x="69833" y="177748"/>
                </a:cubicBezTo>
                <a:cubicBezTo>
                  <a:pt x="69833" y="179507"/>
                  <a:pt x="69122" y="181098"/>
                  <a:pt x="67971" y="182249"/>
                </a:cubicBezTo>
                <a:lnTo>
                  <a:pt x="61621" y="188585"/>
                </a:lnTo>
                <a:cubicBezTo>
                  <a:pt x="60470" y="189749"/>
                  <a:pt x="58893" y="190448"/>
                  <a:pt x="57134" y="190448"/>
                </a:cubicBezTo>
                <a:cubicBezTo>
                  <a:pt x="53629" y="190448"/>
                  <a:pt x="50784" y="187603"/>
                  <a:pt x="50784" y="184111"/>
                </a:cubicBezTo>
                <a:cubicBezTo>
                  <a:pt x="50784" y="182352"/>
                  <a:pt x="51496" y="180774"/>
                  <a:pt x="52647" y="179611"/>
                </a:cubicBezTo>
                <a:lnTo>
                  <a:pt x="58996" y="173261"/>
                </a:lnTo>
                <a:cubicBezTo>
                  <a:pt x="60147" y="172123"/>
                  <a:pt x="61738" y="171412"/>
                  <a:pt x="63483" y="171412"/>
                </a:cubicBezTo>
                <a:close/>
                <a:moveTo>
                  <a:pt x="254176" y="34140"/>
                </a:moveTo>
                <a:lnTo>
                  <a:pt x="121728" y="166588"/>
                </a:lnTo>
                <a:lnTo>
                  <a:pt x="158816" y="256646"/>
                </a:lnTo>
                <a:cubicBezTo>
                  <a:pt x="158816" y="256646"/>
                  <a:pt x="254176" y="34140"/>
                  <a:pt x="254176" y="34140"/>
                </a:cubicBezTo>
                <a:close/>
                <a:moveTo>
                  <a:pt x="245188" y="25153"/>
                </a:moveTo>
                <a:lnTo>
                  <a:pt x="22695" y="120525"/>
                </a:lnTo>
                <a:cubicBezTo>
                  <a:pt x="22695" y="120525"/>
                  <a:pt x="112753" y="157601"/>
                  <a:pt x="112753" y="157601"/>
                </a:cubicBezTo>
                <a:close/>
                <a:moveTo>
                  <a:pt x="272978" y="0"/>
                </a:moveTo>
                <a:cubicBezTo>
                  <a:pt x="276483" y="0"/>
                  <a:pt x="279328" y="2845"/>
                  <a:pt x="279328" y="6350"/>
                </a:cubicBezTo>
                <a:cubicBezTo>
                  <a:pt x="279328" y="7332"/>
                  <a:pt x="279043" y="8225"/>
                  <a:pt x="278643" y="9039"/>
                </a:cubicBezTo>
                <a:lnTo>
                  <a:pt x="278720" y="9078"/>
                </a:lnTo>
                <a:lnTo>
                  <a:pt x="164558" y="275423"/>
                </a:lnTo>
                <a:cubicBezTo>
                  <a:pt x="164558" y="275449"/>
                  <a:pt x="164545" y="275462"/>
                  <a:pt x="164532" y="275487"/>
                </a:cubicBezTo>
                <a:lnTo>
                  <a:pt x="164441" y="275707"/>
                </a:lnTo>
                <a:lnTo>
                  <a:pt x="164403" y="275694"/>
                </a:lnTo>
                <a:cubicBezTo>
                  <a:pt x="163381" y="277828"/>
                  <a:pt x="161234" y="279328"/>
                  <a:pt x="158713" y="279328"/>
                </a:cubicBezTo>
                <a:cubicBezTo>
                  <a:pt x="155829" y="279328"/>
                  <a:pt x="153488" y="277375"/>
                  <a:pt x="152712" y="274737"/>
                </a:cubicBezTo>
                <a:lnTo>
                  <a:pt x="152609" y="274776"/>
                </a:lnTo>
                <a:lnTo>
                  <a:pt x="109429" y="169899"/>
                </a:lnTo>
                <a:lnTo>
                  <a:pt x="4565" y="126719"/>
                </a:lnTo>
                <a:lnTo>
                  <a:pt x="4591" y="126616"/>
                </a:lnTo>
                <a:cubicBezTo>
                  <a:pt x="1953" y="125840"/>
                  <a:pt x="0" y="123499"/>
                  <a:pt x="0" y="120615"/>
                </a:cubicBezTo>
                <a:cubicBezTo>
                  <a:pt x="0" y="118094"/>
                  <a:pt x="1500" y="115960"/>
                  <a:pt x="3634" y="114925"/>
                </a:cubicBezTo>
                <a:lnTo>
                  <a:pt x="3621" y="114900"/>
                </a:lnTo>
                <a:lnTo>
                  <a:pt x="3841" y="114796"/>
                </a:lnTo>
                <a:cubicBezTo>
                  <a:pt x="3867" y="114783"/>
                  <a:pt x="3892" y="114770"/>
                  <a:pt x="3905" y="114770"/>
                </a:cubicBezTo>
                <a:lnTo>
                  <a:pt x="270250" y="621"/>
                </a:lnTo>
                <a:lnTo>
                  <a:pt x="270276" y="673"/>
                </a:lnTo>
                <a:cubicBezTo>
                  <a:pt x="271103" y="259"/>
                  <a:pt x="272009" y="0"/>
                  <a:pt x="272978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92232A-8606-49DF-8121-568064219514}"/>
              </a:ext>
            </a:extLst>
          </p:cNvPr>
          <p:cNvSpPr/>
          <p:nvPr userDrawn="1"/>
        </p:nvSpPr>
        <p:spPr>
          <a:xfrm>
            <a:off x="11144304" y="4561631"/>
            <a:ext cx="209496" cy="190451"/>
          </a:xfrm>
          <a:custGeom>
            <a:avLst/>
            <a:gdLst>
              <a:gd name="connsiteX0" fmla="*/ 101580 w 279328"/>
              <a:gd name="connsiteY0" fmla="*/ 76181 h 253935"/>
              <a:gd name="connsiteX1" fmla="*/ 12699 w 279328"/>
              <a:gd name="connsiteY1" fmla="*/ 149187 h 253935"/>
              <a:gd name="connsiteX2" fmla="*/ 39300 w 279328"/>
              <a:gd name="connsiteY2" fmla="*/ 201126 h 253935"/>
              <a:gd name="connsiteX3" fmla="*/ 43516 w 279328"/>
              <a:gd name="connsiteY3" fmla="*/ 214469 h 253935"/>
              <a:gd name="connsiteX4" fmla="*/ 38239 w 279328"/>
              <a:gd name="connsiteY4" fmla="*/ 232950 h 253935"/>
              <a:gd name="connsiteX5" fmla="*/ 71423 w 279328"/>
              <a:gd name="connsiteY5" fmla="*/ 220183 h 253935"/>
              <a:gd name="connsiteX6" fmla="*/ 75988 w 279328"/>
              <a:gd name="connsiteY6" fmla="*/ 219348 h 253935"/>
              <a:gd name="connsiteX7" fmla="*/ 78703 w 279328"/>
              <a:gd name="connsiteY7" fmla="*/ 219642 h 253935"/>
              <a:gd name="connsiteX8" fmla="*/ 101580 w 279328"/>
              <a:gd name="connsiteY8" fmla="*/ 222193 h 253935"/>
              <a:gd name="connsiteX9" fmla="*/ 190447 w 279328"/>
              <a:gd name="connsiteY9" fmla="*/ 149187 h 253935"/>
              <a:gd name="connsiteX10" fmla="*/ 101580 w 279328"/>
              <a:gd name="connsiteY10" fmla="*/ 76181 h 253935"/>
              <a:gd name="connsiteX11" fmla="*/ 101580 w 279328"/>
              <a:gd name="connsiteY11" fmla="*/ 63484 h 253935"/>
              <a:gd name="connsiteX12" fmla="*/ 203146 w 279328"/>
              <a:gd name="connsiteY12" fmla="*/ 149187 h 253935"/>
              <a:gd name="connsiteX13" fmla="*/ 101580 w 279328"/>
              <a:gd name="connsiteY13" fmla="*/ 234890 h 253935"/>
              <a:gd name="connsiteX14" fmla="*/ 75988 w 279328"/>
              <a:gd name="connsiteY14" fmla="*/ 232045 h 253935"/>
              <a:gd name="connsiteX15" fmla="*/ 19049 w 279328"/>
              <a:gd name="connsiteY15" fmla="*/ 253935 h 253935"/>
              <a:gd name="connsiteX16" fmla="*/ 31321 w 279328"/>
              <a:gd name="connsiteY16" fmla="*/ 210990 h 253935"/>
              <a:gd name="connsiteX17" fmla="*/ 0 w 279328"/>
              <a:gd name="connsiteY17" fmla="*/ 149187 h 253935"/>
              <a:gd name="connsiteX18" fmla="*/ 101580 w 279328"/>
              <a:gd name="connsiteY18" fmla="*/ 63484 h 253935"/>
              <a:gd name="connsiteX19" fmla="*/ 177748 w 279328"/>
              <a:gd name="connsiteY19" fmla="*/ 0 h 253935"/>
              <a:gd name="connsiteX20" fmla="*/ 279328 w 279328"/>
              <a:gd name="connsiteY20" fmla="*/ 85703 h 253935"/>
              <a:gd name="connsiteX21" fmla="*/ 248007 w 279328"/>
              <a:gd name="connsiteY21" fmla="*/ 147506 h 253935"/>
              <a:gd name="connsiteX22" fmla="*/ 260279 w 279328"/>
              <a:gd name="connsiteY22" fmla="*/ 190451 h 253935"/>
              <a:gd name="connsiteX23" fmla="*/ 212225 w 279328"/>
              <a:gd name="connsiteY23" fmla="*/ 171971 h 253935"/>
              <a:gd name="connsiteX24" fmla="*/ 214837 w 279328"/>
              <a:gd name="connsiteY24" fmla="*/ 159368 h 253935"/>
              <a:gd name="connsiteX25" fmla="*/ 241089 w 279328"/>
              <a:gd name="connsiteY25" fmla="*/ 169466 h 253935"/>
              <a:gd name="connsiteX26" fmla="*/ 235799 w 279328"/>
              <a:gd name="connsiteY26" fmla="*/ 150986 h 253935"/>
              <a:gd name="connsiteX27" fmla="*/ 240028 w 279328"/>
              <a:gd name="connsiteY27" fmla="*/ 137631 h 253935"/>
              <a:gd name="connsiteX28" fmla="*/ 266629 w 279328"/>
              <a:gd name="connsiteY28" fmla="*/ 85703 h 253935"/>
              <a:gd name="connsiteX29" fmla="*/ 177748 w 279328"/>
              <a:gd name="connsiteY29" fmla="*/ 12697 h 253935"/>
              <a:gd name="connsiteX30" fmla="*/ 99679 w 279328"/>
              <a:gd name="connsiteY30" fmla="*/ 50858 h 253935"/>
              <a:gd name="connsiteX31" fmla="*/ 84380 w 279328"/>
              <a:gd name="connsiteY31" fmla="*/ 51986 h 253935"/>
              <a:gd name="connsiteX32" fmla="*/ 177748 w 279328"/>
              <a:gd name="connsiteY32" fmla="*/ 0 h 25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79328" h="253935">
                <a:moveTo>
                  <a:pt x="101580" y="76181"/>
                </a:moveTo>
                <a:cubicBezTo>
                  <a:pt x="52568" y="76181"/>
                  <a:pt x="12699" y="108934"/>
                  <a:pt x="12699" y="149187"/>
                </a:cubicBezTo>
                <a:cubicBezTo>
                  <a:pt x="12699" y="168796"/>
                  <a:pt x="22139" y="187230"/>
                  <a:pt x="39300" y="201126"/>
                </a:cubicBezTo>
                <a:cubicBezTo>
                  <a:pt x="43257" y="204324"/>
                  <a:pt x="44925" y="209579"/>
                  <a:pt x="43516" y="214469"/>
                </a:cubicBezTo>
                <a:lnTo>
                  <a:pt x="38239" y="232950"/>
                </a:lnTo>
                <a:lnTo>
                  <a:pt x="71423" y="220183"/>
                </a:lnTo>
                <a:cubicBezTo>
                  <a:pt x="72884" y="219630"/>
                  <a:pt x="74436" y="219348"/>
                  <a:pt x="75988" y="219348"/>
                </a:cubicBezTo>
                <a:cubicBezTo>
                  <a:pt x="76893" y="219348"/>
                  <a:pt x="77811" y="219442"/>
                  <a:pt x="78703" y="219642"/>
                </a:cubicBezTo>
                <a:cubicBezTo>
                  <a:pt x="86437" y="221335"/>
                  <a:pt x="94131" y="222193"/>
                  <a:pt x="101580" y="222193"/>
                </a:cubicBezTo>
                <a:cubicBezTo>
                  <a:pt x="150578" y="222193"/>
                  <a:pt x="190447" y="189440"/>
                  <a:pt x="190447" y="149187"/>
                </a:cubicBezTo>
                <a:cubicBezTo>
                  <a:pt x="190447" y="108934"/>
                  <a:pt x="150578" y="76181"/>
                  <a:pt x="101580" y="76181"/>
                </a:cubicBezTo>
                <a:close/>
                <a:moveTo>
                  <a:pt x="101580" y="63484"/>
                </a:moveTo>
                <a:cubicBezTo>
                  <a:pt x="157665" y="63484"/>
                  <a:pt x="203146" y="101856"/>
                  <a:pt x="203146" y="149187"/>
                </a:cubicBezTo>
                <a:cubicBezTo>
                  <a:pt x="203146" y="196518"/>
                  <a:pt x="157665" y="234890"/>
                  <a:pt x="101580" y="234890"/>
                </a:cubicBezTo>
                <a:cubicBezTo>
                  <a:pt x="92708" y="234890"/>
                  <a:pt x="84173" y="233844"/>
                  <a:pt x="75988" y="232045"/>
                </a:cubicBezTo>
                <a:lnTo>
                  <a:pt x="19049" y="253935"/>
                </a:lnTo>
                <a:lnTo>
                  <a:pt x="31321" y="210990"/>
                </a:lnTo>
                <a:cubicBezTo>
                  <a:pt x="12052" y="195389"/>
                  <a:pt x="0" y="173499"/>
                  <a:pt x="0" y="149187"/>
                </a:cubicBezTo>
                <a:cubicBezTo>
                  <a:pt x="0" y="101856"/>
                  <a:pt x="45481" y="63484"/>
                  <a:pt x="101580" y="63484"/>
                </a:cubicBezTo>
                <a:close/>
                <a:moveTo>
                  <a:pt x="177748" y="0"/>
                </a:moveTo>
                <a:cubicBezTo>
                  <a:pt x="233860" y="0"/>
                  <a:pt x="279328" y="38373"/>
                  <a:pt x="279328" y="85703"/>
                </a:cubicBezTo>
                <a:cubicBezTo>
                  <a:pt x="279328" y="110015"/>
                  <a:pt x="267288" y="131905"/>
                  <a:pt x="248007" y="147506"/>
                </a:cubicBezTo>
                <a:lnTo>
                  <a:pt x="260279" y="190451"/>
                </a:lnTo>
                <a:lnTo>
                  <a:pt x="212225" y="171971"/>
                </a:lnTo>
                <a:cubicBezTo>
                  <a:pt x="213376" y="167856"/>
                  <a:pt x="214320" y="163671"/>
                  <a:pt x="214837" y="159368"/>
                </a:cubicBezTo>
                <a:lnTo>
                  <a:pt x="241089" y="169466"/>
                </a:lnTo>
                <a:lnTo>
                  <a:pt x="235799" y="150986"/>
                </a:lnTo>
                <a:cubicBezTo>
                  <a:pt x="234403" y="146107"/>
                  <a:pt x="236071" y="140840"/>
                  <a:pt x="240028" y="137631"/>
                </a:cubicBezTo>
                <a:cubicBezTo>
                  <a:pt x="257189" y="123746"/>
                  <a:pt x="266629" y="105313"/>
                  <a:pt x="266629" y="85703"/>
                </a:cubicBezTo>
                <a:cubicBezTo>
                  <a:pt x="266629" y="45450"/>
                  <a:pt x="226760" y="12697"/>
                  <a:pt x="177748" y="12697"/>
                </a:cubicBezTo>
                <a:cubicBezTo>
                  <a:pt x="144100" y="12697"/>
                  <a:pt x="114770" y="28145"/>
                  <a:pt x="99679" y="50858"/>
                </a:cubicBezTo>
                <a:cubicBezTo>
                  <a:pt x="94480" y="50928"/>
                  <a:pt x="89385" y="51340"/>
                  <a:pt x="84380" y="51986"/>
                </a:cubicBezTo>
                <a:cubicBezTo>
                  <a:pt x="99899" y="21408"/>
                  <a:pt x="135862" y="0"/>
                  <a:pt x="177748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3832688-8F75-4834-9C99-E323FBD456F8}"/>
              </a:ext>
            </a:extLst>
          </p:cNvPr>
          <p:cNvSpPr/>
          <p:nvPr userDrawn="1"/>
        </p:nvSpPr>
        <p:spPr>
          <a:xfrm>
            <a:off x="11172873" y="4897086"/>
            <a:ext cx="152360" cy="209475"/>
          </a:xfrm>
          <a:custGeom>
            <a:avLst/>
            <a:gdLst>
              <a:gd name="connsiteX0" fmla="*/ 199640 w 203146"/>
              <a:gd name="connsiteY0" fmla="*/ 631 h 279300"/>
              <a:gd name="connsiteX1" fmla="*/ 202474 w 203146"/>
              <a:gd name="connsiteY1" fmla="*/ 9154 h 279300"/>
              <a:gd name="connsiteX2" fmla="*/ 169535 w 203146"/>
              <a:gd name="connsiteY2" fmla="*/ 41601 h 279300"/>
              <a:gd name="connsiteX3" fmla="*/ 117778 w 203146"/>
              <a:gd name="connsiteY3" fmla="*/ 37398 h 279300"/>
              <a:gd name="connsiteX4" fmla="*/ 88305 w 203146"/>
              <a:gd name="connsiteY4" fmla="*/ 34972 h 279300"/>
              <a:gd name="connsiteX5" fmla="*/ 76950 w 203146"/>
              <a:gd name="connsiteY5" fmla="*/ 51123 h 279300"/>
              <a:gd name="connsiteX6" fmla="*/ 139665 w 203146"/>
              <a:gd name="connsiteY6" fmla="*/ 120583 h 279300"/>
              <a:gd name="connsiteX7" fmla="*/ 139665 w 203146"/>
              <a:gd name="connsiteY7" fmla="*/ 209464 h 279300"/>
              <a:gd name="connsiteX8" fmla="*/ 69837 w 203146"/>
              <a:gd name="connsiteY8" fmla="*/ 279300 h 279300"/>
              <a:gd name="connsiteX9" fmla="*/ 0 w 203146"/>
              <a:gd name="connsiteY9" fmla="*/ 209464 h 279300"/>
              <a:gd name="connsiteX10" fmla="*/ 0 w 203146"/>
              <a:gd name="connsiteY10" fmla="*/ 120583 h 279300"/>
              <a:gd name="connsiteX11" fmla="*/ 64028 w 203146"/>
              <a:gd name="connsiteY11" fmla="*/ 51059 h 279300"/>
              <a:gd name="connsiteX12" fmla="*/ 81636 w 203146"/>
              <a:gd name="connsiteY12" fmla="*/ 24165 h 279300"/>
              <a:gd name="connsiteX13" fmla="*/ 123455 w 203146"/>
              <a:gd name="connsiteY13" fmla="*/ 26033 h 279300"/>
              <a:gd name="connsiteX14" fmla="*/ 191120 w 203146"/>
              <a:gd name="connsiteY14" fmla="*/ 3485 h 279300"/>
              <a:gd name="connsiteX15" fmla="*/ 199640 w 203146"/>
              <a:gd name="connsiteY15" fmla="*/ 631 h 279300"/>
              <a:gd name="connsiteX16" fmla="*/ 63480 w 203146"/>
              <a:gd name="connsiteY16" fmla="*/ 63824 h 279300"/>
              <a:gd name="connsiteX17" fmla="*/ 12696 w 203146"/>
              <a:gd name="connsiteY17" fmla="*/ 120583 h 279300"/>
              <a:gd name="connsiteX18" fmla="*/ 12696 w 203146"/>
              <a:gd name="connsiteY18" fmla="*/ 126940 h 279300"/>
              <a:gd name="connsiteX19" fmla="*/ 63480 w 203146"/>
              <a:gd name="connsiteY19" fmla="*/ 126940 h 279300"/>
              <a:gd name="connsiteX20" fmla="*/ 63480 w 203146"/>
              <a:gd name="connsiteY20" fmla="*/ 63824 h 279300"/>
              <a:gd name="connsiteX21" fmla="*/ 76185 w 203146"/>
              <a:gd name="connsiteY21" fmla="*/ 63824 h 279300"/>
              <a:gd name="connsiteX22" fmla="*/ 76185 w 203146"/>
              <a:gd name="connsiteY22" fmla="*/ 126940 h 279300"/>
              <a:gd name="connsiteX23" fmla="*/ 126969 w 203146"/>
              <a:gd name="connsiteY23" fmla="*/ 126940 h 279300"/>
              <a:gd name="connsiteX24" fmla="*/ 126969 w 203146"/>
              <a:gd name="connsiteY24" fmla="*/ 120583 h 279300"/>
              <a:gd name="connsiteX25" fmla="*/ 76185 w 203146"/>
              <a:gd name="connsiteY25" fmla="*/ 63824 h 279300"/>
              <a:gd name="connsiteX26" fmla="*/ 12696 w 203146"/>
              <a:gd name="connsiteY26" fmla="*/ 139628 h 279300"/>
              <a:gd name="connsiteX27" fmla="*/ 12696 w 203146"/>
              <a:gd name="connsiteY27" fmla="*/ 209464 h 279300"/>
              <a:gd name="connsiteX28" fmla="*/ 69837 w 203146"/>
              <a:gd name="connsiteY28" fmla="*/ 266599 h 279300"/>
              <a:gd name="connsiteX29" fmla="*/ 126969 w 203146"/>
              <a:gd name="connsiteY29" fmla="*/ 209464 h 279300"/>
              <a:gd name="connsiteX30" fmla="*/ 126969 w 203146"/>
              <a:gd name="connsiteY30" fmla="*/ 139628 h 279300"/>
              <a:gd name="connsiteX31" fmla="*/ 12696 w 203146"/>
              <a:gd name="connsiteY31" fmla="*/ 139628 h 27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03146" h="279300">
                <a:moveTo>
                  <a:pt x="199640" y="631"/>
                </a:moveTo>
                <a:cubicBezTo>
                  <a:pt x="202777" y="2214"/>
                  <a:pt x="204042" y="6015"/>
                  <a:pt x="202474" y="9154"/>
                </a:cubicBezTo>
                <a:cubicBezTo>
                  <a:pt x="195068" y="23970"/>
                  <a:pt x="184451" y="35802"/>
                  <a:pt x="169535" y="41601"/>
                </a:cubicBezTo>
                <a:cubicBezTo>
                  <a:pt x="157349" y="46349"/>
                  <a:pt x="141904" y="49450"/>
                  <a:pt x="117778" y="37398"/>
                </a:cubicBezTo>
                <a:cubicBezTo>
                  <a:pt x="103400" y="30210"/>
                  <a:pt x="97374" y="29367"/>
                  <a:pt x="88305" y="34972"/>
                </a:cubicBezTo>
                <a:cubicBezTo>
                  <a:pt x="82089" y="38812"/>
                  <a:pt x="78415" y="45143"/>
                  <a:pt x="76950" y="51123"/>
                </a:cubicBezTo>
                <a:cubicBezTo>
                  <a:pt x="112176" y="54691"/>
                  <a:pt x="139665" y="84426"/>
                  <a:pt x="139665" y="120583"/>
                </a:cubicBezTo>
                <a:lnTo>
                  <a:pt x="139665" y="209464"/>
                </a:lnTo>
                <a:cubicBezTo>
                  <a:pt x="139665" y="248034"/>
                  <a:pt x="108398" y="279300"/>
                  <a:pt x="69837" y="279300"/>
                </a:cubicBezTo>
                <a:cubicBezTo>
                  <a:pt x="31268" y="279300"/>
                  <a:pt x="0" y="248034"/>
                  <a:pt x="0" y="209464"/>
                </a:cubicBezTo>
                <a:lnTo>
                  <a:pt x="0" y="120583"/>
                </a:lnTo>
                <a:cubicBezTo>
                  <a:pt x="0" y="83985"/>
                  <a:pt x="28188" y="54004"/>
                  <a:pt x="64028" y="51059"/>
                </a:cubicBezTo>
                <a:cubicBezTo>
                  <a:pt x="65832" y="40083"/>
                  <a:pt x="72312" y="29938"/>
                  <a:pt x="81636" y="24165"/>
                </a:cubicBezTo>
                <a:cubicBezTo>
                  <a:pt x="90714" y="18573"/>
                  <a:pt x="103844" y="14966"/>
                  <a:pt x="123455" y="26033"/>
                </a:cubicBezTo>
                <a:cubicBezTo>
                  <a:pt x="157906" y="45467"/>
                  <a:pt x="176865" y="25228"/>
                  <a:pt x="191120" y="3485"/>
                </a:cubicBezTo>
                <a:cubicBezTo>
                  <a:pt x="193047" y="540"/>
                  <a:pt x="196495" y="-926"/>
                  <a:pt x="199640" y="631"/>
                </a:cubicBezTo>
                <a:close/>
                <a:moveTo>
                  <a:pt x="63480" y="63824"/>
                </a:moveTo>
                <a:cubicBezTo>
                  <a:pt x="34914" y="66990"/>
                  <a:pt x="12696" y="91185"/>
                  <a:pt x="12696" y="120583"/>
                </a:cubicBezTo>
                <a:lnTo>
                  <a:pt x="12696" y="126940"/>
                </a:lnTo>
                <a:lnTo>
                  <a:pt x="63480" y="126940"/>
                </a:lnTo>
                <a:lnTo>
                  <a:pt x="63480" y="63824"/>
                </a:lnTo>
                <a:close/>
                <a:moveTo>
                  <a:pt x="76185" y="63824"/>
                </a:moveTo>
                <a:lnTo>
                  <a:pt x="76185" y="126940"/>
                </a:lnTo>
                <a:lnTo>
                  <a:pt x="126969" y="126940"/>
                </a:lnTo>
                <a:lnTo>
                  <a:pt x="126969" y="120583"/>
                </a:lnTo>
                <a:cubicBezTo>
                  <a:pt x="126969" y="91185"/>
                  <a:pt x="104751" y="66990"/>
                  <a:pt x="76185" y="63824"/>
                </a:cubicBezTo>
                <a:close/>
                <a:moveTo>
                  <a:pt x="12696" y="139628"/>
                </a:moveTo>
                <a:lnTo>
                  <a:pt x="12696" y="209464"/>
                </a:lnTo>
                <a:cubicBezTo>
                  <a:pt x="12696" y="241029"/>
                  <a:pt x="38277" y="266599"/>
                  <a:pt x="69837" y="266599"/>
                </a:cubicBezTo>
                <a:cubicBezTo>
                  <a:pt x="101388" y="266599"/>
                  <a:pt x="126969" y="241029"/>
                  <a:pt x="126969" y="209464"/>
                </a:cubicBezTo>
                <a:cubicBezTo>
                  <a:pt x="126969" y="209464"/>
                  <a:pt x="126969" y="139628"/>
                  <a:pt x="126969" y="139628"/>
                </a:cubicBezTo>
                <a:lnTo>
                  <a:pt x="12696" y="139628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B91B1E4-0B05-471B-8CB4-A52807CD6972}"/>
              </a:ext>
            </a:extLst>
          </p:cNvPr>
          <p:cNvSpPr txBox="1">
            <a:spLocks/>
          </p:cNvSpPr>
          <p:nvPr userDrawn="1"/>
        </p:nvSpPr>
        <p:spPr>
          <a:xfrm>
            <a:off x="8010472" y="4069033"/>
            <a:ext cx="3001417" cy="1037528"/>
          </a:xfrm>
          <a:prstGeom prst="rect">
            <a:avLst/>
          </a:prstGeom>
        </p:spPr>
        <p:txBody>
          <a:bodyPr vert="horz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India, Germany, Japan, USA &amp; China</a:t>
            </a:r>
          </a:p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+91 44 6666 9600</a:t>
            </a:r>
          </a:p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 u="sng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www.jasmin-infotech.com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A081058F-3133-4197-B807-FC6CB78CE2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5660041" cy="456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3E6B2BDD-7865-4F6F-B5D7-A4B5A52B7464}"/>
              </a:ext>
            </a:extLst>
          </p:cNvPr>
          <p:cNvSpPr/>
          <p:nvPr userDrawn="1"/>
        </p:nvSpPr>
        <p:spPr>
          <a:xfrm rot="5400000">
            <a:off x="-467508" y="4483021"/>
            <a:ext cx="1972910" cy="1037896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F8BB3D50-38BC-132C-82A7-E5447A2A645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9253" y="195459"/>
            <a:ext cx="1855980" cy="149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994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A1D1BC-3BF8-4FCC-BF21-07D616F2B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11023-BBB9-4E1B-95EF-F874370A7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AD75D-4AC3-4D94-8260-13C2633BD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22C2E77A-5381-4121-9A7B-139FB8F4E5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05000" y="6650257"/>
            <a:ext cx="23622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7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CONFIDENTIAL : JI Internal Use Only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E25A6030-3380-4898-819C-D2BD1C7374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650257"/>
            <a:ext cx="20574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7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©2023 Jasmin Infotech</a:t>
            </a:r>
            <a:r>
              <a:rPr lang="en-US" sz="7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Private Limited</a:t>
            </a:r>
            <a:endParaRPr lang="en-US" sz="700" b="1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95BBBE-8BDA-46C2-B17F-5F1D256C0269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04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91" r:id="rId2"/>
    <p:sldLayoutId id="2147483678" r:id="rId3"/>
    <p:sldLayoutId id="2147483692" r:id="rId4"/>
    <p:sldLayoutId id="2147483674" r:id="rId5"/>
    <p:sldLayoutId id="2147483690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E74804-7A65-49B5-A06B-DEC0F477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</a:t>
            </a:fld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91F374-12C3-45EB-99A5-33CBA53EFC64}"/>
              </a:ext>
            </a:extLst>
          </p:cNvPr>
          <p:cNvSpPr/>
          <p:nvPr/>
        </p:nvSpPr>
        <p:spPr>
          <a:xfrm>
            <a:off x="2450245" y="4086318"/>
            <a:ext cx="749894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1" u="sng">
                <a:solidFill>
                  <a:srgbClr val="000076"/>
                </a:solidFill>
              </a:rPr>
              <a:t>Peripherals Configuration – SPORT, DAI, SPI &amp; GPIO </a:t>
            </a:r>
          </a:p>
          <a:p>
            <a:pPr algn="ctr"/>
            <a:r>
              <a:rPr lang="en-US" sz="1800" b="1" i="1" u="none">
                <a:solidFill>
                  <a:srgbClr val="000076"/>
                </a:solidFill>
              </a:rPr>
              <a:t>26 Sept 2024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3D3B8-9029-4A7B-ACA9-BEA75934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latin typeface="Century Gothic"/>
              </a:rPr>
              <a:t>Serial PORT</a:t>
            </a:r>
            <a:endParaRPr lang="en-IN" sz="3200">
              <a:latin typeface="Century Gothic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B3E47-781D-46C3-8324-11EA2CE1A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Subheading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A4567-AEC1-489D-AD7E-646AF5EFB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09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1B2A28-BF34-4A5E-B05C-DDD4D416C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218996"/>
            <a:ext cx="11335108" cy="4713011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Digital Audio Interfaces (</a:t>
            </a:r>
            <a:r>
              <a:rPr lang="en-US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DAIn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 are comprised of groups of identical peripherals and their respective Signal Routing Units (</a:t>
            </a:r>
            <a:r>
              <a:rPr lang="en-US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SRUn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SRU connects inputs and outputs of the DAI peripherals with each other and to the external pins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/>
              <a:buChar char="Ø"/>
            </a:pPr>
            <a:r>
              <a:rPr 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DAI pins are of two types:-</a:t>
            </a:r>
          </a:p>
          <a:p>
            <a:pPr marL="0" indent="0">
              <a:buNone/>
            </a:pPr>
            <a:endParaRPr 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/>
              <a:buChar char="Ø"/>
            </a:pPr>
            <a:endParaRPr 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There are 28 pins for DAI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14 pins for DAI0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14 pins for DAI1</a:t>
            </a:r>
            <a:endParaRPr lang="en-I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GB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 enable DAI pins we will use Control Registers called PADSO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43161-D0CA-4EAF-A37F-24E3C759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47CB4-D667-4E09-A362-2DCEBD874E1A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 panose="020B0502020202020204" pitchFamily="34" charset="0"/>
              </a:rPr>
              <a:t>DAI</a:t>
            </a:r>
            <a:r>
              <a:rPr lang="en-US" sz="2800">
                <a:latin typeface="Century Gothic" panose="020B0502020202020204" pitchFamily="34" charset="0"/>
              </a:rPr>
              <a:t> – </a:t>
            </a:r>
            <a:r>
              <a:rPr lang="en-US" sz="2400">
                <a:latin typeface="Century Gothic" panose="020B0502020202020204" pitchFamily="34" charset="0"/>
              </a:rPr>
              <a:t>Digital Audio Interface</a:t>
            </a:r>
            <a:endParaRPr lang="en-IN" sz="2800"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009965-B4EC-6517-A37D-CF4D76E79A37}"/>
              </a:ext>
            </a:extLst>
          </p:cNvPr>
          <p:cNvSpPr txBox="1"/>
          <p:nvPr/>
        </p:nvSpPr>
        <p:spPr>
          <a:xfrm>
            <a:off x="754932" y="3133940"/>
            <a:ext cx="35131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>
                <a:cs typeface="Arial"/>
              </a:rPr>
              <a:t>DAI0</a:t>
            </a:r>
            <a:endParaRPr lang="en-US">
              <a:cs typeface="Arial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>
                <a:cs typeface="Arial"/>
              </a:rPr>
              <a:t>DAI1</a:t>
            </a:r>
            <a:endParaRPr lang="en-IN"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F6AF9-94DA-23ED-7DBF-15BAA0300C6F}"/>
              </a:ext>
            </a:extLst>
          </p:cNvPr>
          <p:cNvSpPr txBox="1"/>
          <p:nvPr/>
        </p:nvSpPr>
        <p:spPr>
          <a:xfrm>
            <a:off x="754932" y="5831537"/>
            <a:ext cx="34880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GB">
                <a:cs typeface="Arial"/>
              </a:rPr>
              <a:t>Preg_PADSO_DAI0_IE</a:t>
            </a:r>
            <a:endParaRPr lang="en-US">
              <a:cs typeface="Arial"/>
            </a:endParaRPr>
          </a:p>
          <a:p>
            <a:pPr marL="342900" indent="-342900">
              <a:buAutoNum type="arabicPeriod"/>
            </a:pPr>
            <a:r>
              <a:rPr lang="en-GB">
                <a:cs typeface="Arial"/>
              </a:rPr>
              <a:t>Preg_PADSO_DAI1_IE</a:t>
            </a: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699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1B2A28-BF34-4A5E-B05C-DDD4D416C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218996"/>
            <a:ext cx="11335108" cy="2858482"/>
          </a:xfrm>
        </p:spPr>
        <p:txBody>
          <a:bodyPr/>
          <a:lstStyle/>
          <a:p>
            <a:pPr marL="342900" indent="-342900">
              <a:buFont typeface="Wingdings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Sport can receive or transmit serial data</a:t>
            </a:r>
          </a:p>
          <a:p>
            <a:pPr marL="342900" indent="-342900">
              <a:buFont typeface="Wingdings"/>
              <a:buChar char="Ø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Each sport can be split into two half as A and B.</a:t>
            </a:r>
          </a:p>
          <a:p>
            <a:pPr marL="342900" indent="-342900">
              <a:buFont typeface="Wingdings"/>
              <a:buChar char="Ø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Sports can be grouped as 0A ,0B to 7A ,7B.</a:t>
            </a:r>
          </a:p>
          <a:p>
            <a:pPr marL="342900" indent="-342900">
              <a:buFont typeface="Wingdings"/>
              <a:buChar char="Ø"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Every sport has a serial BCLK and LRCLK.</a:t>
            </a:r>
          </a:p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43161-D0CA-4EAF-A37F-24E3C759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47CB4-D667-4E09-A362-2DCEBD874E1A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 panose="020B0502020202020204" pitchFamily="34" charset="0"/>
              </a:rPr>
              <a:t>SPORT</a:t>
            </a:r>
            <a:r>
              <a:rPr lang="en-US" sz="2800">
                <a:latin typeface="Century Gothic" panose="020B0502020202020204" pitchFamily="34" charset="0"/>
              </a:rPr>
              <a:t> – </a:t>
            </a:r>
            <a:r>
              <a:rPr lang="en-US" sz="2400">
                <a:latin typeface="Century Gothic" panose="020B0502020202020204" pitchFamily="34" charset="0"/>
              </a:rPr>
              <a:t>Serial Port </a:t>
            </a:r>
            <a:endParaRPr lang="en-IN" sz="2800">
              <a:latin typeface="Century Gothic" panose="020B0502020202020204" pitchFamily="34" charset="0"/>
            </a:endParaRPr>
          </a:p>
        </p:txBody>
      </p:sp>
      <p:pic>
        <p:nvPicPr>
          <p:cNvPr id="2" name="Picture 1" descr="Table">
            <a:extLst>
              <a:ext uri="{FF2B5EF4-FFF2-40B4-BE49-F238E27FC236}">
                <a16:creationId xmlns:a16="http://schemas.microsoft.com/office/drawing/2014/main" id="{9EDC8A34-7C05-30CE-5DAB-A3E856E75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417" y="1534023"/>
            <a:ext cx="3440805" cy="3789954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46FCFDA-5E1F-6649-B965-BC346041DA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4548477"/>
              </p:ext>
            </p:extLst>
          </p:nvPr>
        </p:nvGraphicFramePr>
        <p:xfrm>
          <a:off x="448575" y="3787672"/>
          <a:ext cx="7417002" cy="254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7863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1B2A28-BF34-4A5E-B05C-DDD4D416C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SPORT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is a key feature in the ADSP-SC594 processor. It provides a high-speed, full-duplex, serial communication interface commonly used for connecting codecs, DSPs, and other serial devices, particularly in audio systems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To configure SPORT, you'll need to work with registers such as: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SPORT Control Registers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For enabling/disabling the interface, setting data word length, and specifying clocking options.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SPORT Channel Registers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Define the number of channels, TDM modes, and synchronization settings.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Transmit/Receive Buffers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Memory-mapped registers used to send and receive data over the SPORT interface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43161-D0CA-4EAF-A37F-24E3C759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47CB4-D667-4E09-A362-2DCEBD874E1A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 panose="020B0502020202020204" pitchFamily="34" charset="0"/>
              </a:rPr>
              <a:t>SPORT</a:t>
            </a:r>
            <a:r>
              <a:rPr lang="en-US" sz="2800">
                <a:latin typeface="Century Gothic" panose="020B0502020202020204" pitchFamily="34" charset="0"/>
              </a:rPr>
              <a:t> – </a:t>
            </a:r>
            <a:r>
              <a:rPr lang="en-US" sz="2400">
                <a:latin typeface="Century Gothic" panose="020B0502020202020204" pitchFamily="34" charset="0"/>
              </a:rPr>
              <a:t>Configuration</a:t>
            </a:r>
            <a:endParaRPr lang="en-IN" sz="280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041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1B2A28-BF34-4A5E-B05C-DDD4D416C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Precision Clock Generator (PCG)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flexible means of generating and routing clock signals within the processor. It is commonly used to provide clocking to peripherals like SPORT.</a:t>
            </a:r>
          </a:p>
          <a:p>
            <a:pPr marL="0" indent="0"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Precision Dividers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Allows precise clock generation.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Clock and Frame Sync Generation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Provides these signals for peripherals such as SPORT and others.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Internal and External Clocking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Can generate clocks from internal sources or accept external clock inputs.</a:t>
            </a:r>
          </a:p>
          <a:p>
            <a:pPr marL="0" indent="0">
              <a:buNone/>
            </a:pP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PCG can be configured via the 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PCG control registers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to set up the required clock rate, frame sync, and routing options for connected peripherals like SPORT.</a:t>
            </a:r>
          </a:p>
          <a:p>
            <a:endParaRPr lang="en-I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43161-D0CA-4EAF-A37F-24E3C759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6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47CB4-D667-4E09-A362-2DCEBD874E1A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 panose="020B0502020202020204" pitchFamily="34" charset="0"/>
              </a:rPr>
              <a:t>PCG (</a:t>
            </a:r>
            <a:r>
              <a:rPr lang="en-IN" sz="2800">
                <a:solidFill>
                  <a:srgbClr val="010086"/>
                </a:solidFill>
                <a:latin typeface="Century Gothic" panose="020B0502020202020204" pitchFamily="34" charset="0"/>
              </a:rPr>
              <a:t>Precision Clock Generators)</a:t>
            </a:r>
            <a:endParaRPr lang="en-IN" sz="280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951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3D3B8-9029-4A7B-ACA9-BEA75934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latin typeface="Century Gothic"/>
              </a:rPr>
              <a:t>SPI - Serial Peripheral Interface</a:t>
            </a:r>
            <a:endParaRPr lang="en-IN" sz="3200">
              <a:latin typeface="Century Gothic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B3E47-781D-46C3-8324-11EA2CE1A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Subheading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A4567-AEC1-489D-AD7E-646AF5EFB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882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1B2A28-BF34-4A5E-B05C-DDD4D416C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en-US" sz="1800">
                <a:latin typeface="Times New Roman" pitchFamily="18" charset="0"/>
                <a:cs typeface="Times New Roman" pitchFamily="18" charset="0"/>
              </a:rPr>
              <a:t>SPI is a synchronous serial communication interface used for short distance communication.</a:t>
            </a:r>
          </a:p>
          <a:p>
            <a:pPr algn="just">
              <a:buFont typeface="Wingdings" pitchFamily="2" charset="2"/>
              <a:buChar char="Ø"/>
            </a:pPr>
            <a:endParaRPr lang="en-US" sz="180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1800">
                <a:latin typeface="Times New Roman" pitchFamily="18" charset="0"/>
                <a:cs typeface="Times New Roman" pitchFamily="18" charset="0"/>
              </a:rPr>
              <a:t>It uses separate clock and data lines along with a select line.</a:t>
            </a:r>
          </a:p>
          <a:p>
            <a:pPr algn="just">
              <a:buFont typeface="Wingdings" pitchFamily="2" charset="2"/>
              <a:buChar char="Ø"/>
            </a:pPr>
            <a:endParaRPr lang="en-US" sz="180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1800">
                <a:latin typeface="Times New Roman" pitchFamily="18" charset="0"/>
                <a:cs typeface="Times New Roman" pitchFamily="18" charset="0"/>
              </a:rPr>
              <a:t>During a data transfer the master always sends 8 to 16 bits of data to the slave, and the slave always sends a byte of data to the master.</a:t>
            </a:r>
          </a:p>
          <a:p>
            <a:pPr algn="just"/>
            <a:endParaRPr lang="en-US" sz="180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1800">
                <a:latin typeface="Times New Roman" pitchFamily="18" charset="0"/>
                <a:cs typeface="Times New Roman" pitchFamily="18" charset="0"/>
              </a:rPr>
              <a:t>The data can be transferred without interruption and many number of bits can be sent or received in a continuous stream.</a:t>
            </a:r>
          </a:p>
          <a:p>
            <a:pPr algn="just">
              <a:buFont typeface="Wingdings" pitchFamily="2" charset="2"/>
              <a:buChar char="Ø"/>
            </a:pPr>
            <a:endParaRPr lang="en-US" sz="180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1800">
                <a:latin typeface="Times New Roman" pitchFamily="18" charset="0"/>
                <a:cs typeface="Times New Roman" pitchFamily="18" charset="0"/>
              </a:rPr>
              <a:t>It is a one master and multi slave communication.</a:t>
            </a:r>
          </a:p>
          <a:p>
            <a:pPr algn="just">
              <a:buFont typeface="Wingdings" pitchFamily="2" charset="2"/>
              <a:buChar char="Ø"/>
            </a:pPr>
            <a:endParaRPr lang="en-US" sz="180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1800">
                <a:latin typeface="Times New Roman" pitchFamily="18" charset="0"/>
                <a:cs typeface="Times New Roman" pitchFamily="18" charset="0"/>
              </a:rPr>
              <a:t>SPI devices communicate in full duplex mode.</a:t>
            </a:r>
          </a:p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43161-D0CA-4EAF-A37F-24E3C759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8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47CB4-D667-4E09-A362-2DCEBD874E1A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 panose="020B0502020202020204" pitchFamily="34" charset="0"/>
              </a:rPr>
              <a:t>SPI</a:t>
            </a:r>
            <a:r>
              <a:rPr lang="en-US" sz="2800">
                <a:latin typeface="Century Gothic" panose="020B0502020202020204" pitchFamily="34" charset="0"/>
              </a:rPr>
              <a:t> – </a:t>
            </a:r>
            <a:r>
              <a:rPr lang="en-US" sz="2400">
                <a:latin typeface="Century Gothic" panose="020B0502020202020204" pitchFamily="34" charset="0"/>
              </a:rPr>
              <a:t>Introduction</a:t>
            </a:r>
            <a:endParaRPr lang="en-IN" sz="280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811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1B2A28-BF34-4A5E-B05C-DDD4D416C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en-US" sz="1800">
                <a:latin typeface="Times New Roman" pitchFamily="18" charset="0"/>
                <a:cs typeface="Times New Roman" pitchFamily="18" charset="0"/>
              </a:rPr>
              <a:t>The SPI using two shift registers to form an inter-chip circular buffer.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>
                <a:latin typeface="Times New Roman" pitchFamily="18" charset="0"/>
                <a:cs typeface="Times New Roman" pitchFamily="18" charset="0"/>
              </a:rPr>
              <a:t>To begin a communication, the master first configures the Clock, using a frequency less than or equal to the maximum frequency the slave device supports.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>
                <a:latin typeface="Times New Roman" pitchFamily="18" charset="0"/>
                <a:cs typeface="Times New Roman" pitchFamily="18" charset="0"/>
              </a:rPr>
              <a:t>Such frequencies are commonly in the range of 1-70 </a:t>
            </a:r>
            <a:r>
              <a:rPr lang="en-US" sz="1800" err="1">
                <a:latin typeface="Times New Roman" pitchFamily="18" charset="0"/>
                <a:cs typeface="Times New Roman" pitchFamily="18" charset="0"/>
              </a:rPr>
              <a:t>MHz.</a:t>
            </a:r>
            <a:endParaRPr lang="en-US" sz="180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1800">
                <a:latin typeface="Times New Roman" pitchFamily="18" charset="0"/>
                <a:cs typeface="Times New Roman" pitchFamily="18" charset="0"/>
              </a:rPr>
              <a:t>The master then pulls the slave select SSEL low for the desired chip.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>
                <a:latin typeface="Times New Roman" pitchFamily="18" charset="0"/>
                <a:cs typeface="Times New Roman" pitchFamily="18" charset="0"/>
              </a:rPr>
              <a:t>During each SPI clock cycle, a full duplex data transmission occurs.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>
                <a:latin typeface="Times New Roman" pitchFamily="18" charset="0"/>
                <a:cs typeface="Times New Roman" pitchFamily="18" charset="0"/>
              </a:rPr>
              <a:t>The master sends a bit on the MOSI  line; the slave reads it from that same line.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>
                <a:latin typeface="Times New Roman" pitchFamily="18" charset="0"/>
                <a:cs typeface="Times New Roman" pitchFamily="18" charset="0"/>
              </a:rPr>
              <a:t>The slave sends a bit on the MISO line; the master reads it from that same line.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>
                <a:latin typeface="Times New Roman" pitchFamily="18" charset="0"/>
                <a:cs typeface="Times New Roman" pitchFamily="18" charset="0"/>
              </a:rPr>
              <a:t>Transmissions normally involve two shift registers of some given word size, such as eight bits, one in the master and one in the slave they are connected in a  ring.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>
                <a:latin typeface="Times New Roman" pitchFamily="18" charset="0"/>
                <a:cs typeface="Times New Roman" pitchFamily="18" charset="0"/>
              </a:rPr>
              <a:t>After that register has been shifted out, the master and slave have exchanged values.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1800">
                <a:latin typeface="Times New Roman" pitchFamily="18" charset="0"/>
                <a:cs typeface="Times New Roman" pitchFamily="18" charset="0"/>
              </a:rPr>
              <a:t>If there are more data to exchange, the shift registers are loaded with new data and the process repeats.</a:t>
            </a:r>
          </a:p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43161-D0CA-4EAF-A37F-24E3C759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9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47CB4-D667-4E09-A362-2DCEBD874E1A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 panose="020B0502020202020204" pitchFamily="34" charset="0"/>
              </a:rPr>
              <a:t>SPI</a:t>
            </a:r>
            <a:r>
              <a:rPr lang="en-US" sz="2800">
                <a:latin typeface="Century Gothic" panose="020B0502020202020204" pitchFamily="34" charset="0"/>
              </a:rPr>
              <a:t> – </a:t>
            </a:r>
            <a:r>
              <a:rPr lang="en-US" sz="2400">
                <a:latin typeface="Century Gothic" panose="020B0502020202020204" pitchFamily="34" charset="0"/>
              </a:rPr>
              <a:t>How Its work?</a:t>
            </a:r>
            <a:endParaRPr lang="en-IN" sz="2800">
              <a:latin typeface="Century Gothic" panose="020B0502020202020204" pitchFamily="34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659483" y="2110154"/>
            <a:ext cx="3124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96494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3D3B8-9029-4A7B-ACA9-BEA75934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latin typeface="Century Gothic"/>
              </a:rPr>
              <a:t>GPIO (General Purpose Input Output)</a:t>
            </a:r>
            <a:endParaRPr lang="en-IN" sz="3200">
              <a:latin typeface="Century Gothic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B3E47-781D-46C3-8324-11EA2CE1A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Subheading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A4567-AEC1-489D-AD7E-646AF5EFB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003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1B2A28-BF34-4A5E-B05C-DDD4D416C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/>
                <a:cs typeface="Times New Roman"/>
              </a:rPr>
              <a:t>Generic Pin of an Microprocessor / Microcontroller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/>
                <a:cs typeface="Times New Roman"/>
              </a:rPr>
              <a:t>Can be Configured as either input or output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/>
                <a:cs typeface="Times New Roman"/>
              </a:rPr>
              <a:t>Operation can be Enabled / Disabled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/>
                <a:cs typeface="Times New Roman"/>
              </a:rPr>
              <a:t>Operating Levels: 1. High  2. Low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/>
                <a:cs typeface="Times New Roman"/>
              </a:rPr>
              <a:t>Output pins was writable and also can be readable.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/>
                <a:cs typeface="Times New Roman"/>
              </a:rPr>
              <a:t>Input pins are readable and writing over input pin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/>
                <a:cs typeface="Times New Roman"/>
              </a:rPr>
              <a:t>Pins configured as input also can be operate as interrupt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/>
                <a:cs typeface="Times New Roman"/>
              </a:rPr>
              <a:t>No Predefined operation / purpose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43161-D0CA-4EAF-A37F-24E3C759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11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47CB4-D667-4E09-A362-2DCEBD874E1A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 panose="020B0502020202020204" pitchFamily="34" charset="0"/>
              </a:rPr>
              <a:t>GPIO</a:t>
            </a:r>
            <a:r>
              <a:rPr lang="en-US" sz="2800">
                <a:latin typeface="Century Gothic" panose="020B0502020202020204" pitchFamily="34" charset="0"/>
              </a:rPr>
              <a:t> – </a:t>
            </a:r>
            <a:r>
              <a:rPr lang="en-US" sz="2400">
                <a:latin typeface="Century Gothic" panose="020B0502020202020204" pitchFamily="34" charset="0"/>
              </a:rPr>
              <a:t>Introduction</a:t>
            </a:r>
            <a:endParaRPr lang="en-IN" sz="280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132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1B2A28-BF34-4A5E-B05C-DDD4D416C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218996"/>
            <a:ext cx="11335108" cy="53206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>
                <a:latin typeface="Times New Roman"/>
                <a:cs typeface="Times New Roman"/>
              </a:rPr>
              <a:t>Try to Configure I2S Input and TDM8 Output for SPORT and DMA Handling.</a:t>
            </a:r>
          </a:p>
          <a:p>
            <a:pPr marL="0" indent="0">
              <a:buNone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>
                <a:latin typeface="Times New Roman"/>
                <a:cs typeface="Times New Roman"/>
              </a:rPr>
              <a:t>Write a Code to Set and Reset the GPIO Pin and Use GPIO pin to use as flag.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>
                <a:latin typeface="Times New Roman"/>
                <a:cs typeface="Times New Roman"/>
              </a:rPr>
              <a:t>Write Code to configure SPI to copy Master Buffer to Slave buffer (</a:t>
            </a:r>
            <a:r>
              <a:rPr lang="en-US" sz="1600" err="1">
                <a:latin typeface="Times New Roman"/>
                <a:cs typeface="Times New Roman"/>
              </a:rPr>
              <a:t>i.e</a:t>
            </a:r>
            <a:r>
              <a:rPr lang="en-US" sz="1600">
                <a:latin typeface="Times New Roman"/>
                <a:cs typeface="Times New Roman"/>
              </a:rPr>
              <a:t>, Copy source to Destination buffer)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43161-D0CA-4EAF-A37F-24E3C759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12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47CB4-D667-4E09-A362-2DCEBD874E1A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 panose="020B0502020202020204" pitchFamily="34" charset="0"/>
              </a:rPr>
              <a:t>Assessment for Afternoon</a:t>
            </a:r>
            <a:endParaRPr lang="en-IN" sz="280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093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41FD01-C0A5-41E2-8477-6E48932A110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97489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T_1017_JI_PPT_InternalUse_Template" id="{B47D5DC5-F6BE-47A9-A848-42F88D8058FA}" vid="{4A31C64C-6422-46B5-B0E6-C4CA52FAD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CD33652BA1EC4AA3AB9DE1879285AC" ma:contentTypeVersion="5" ma:contentTypeDescription="Create a new document." ma:contentTypeScope="" ma:versionID="5bca5fe49313e4fe83c9eb59cedd1456">
  <xsd:schema xmlns:xsd="http://www.w3.org/2001/XMLSchema" xmlns:xs="http://www.w3.org/2001/XMLSchema" xmlns:p="http://schemas.microsoft.com/office/2006/metadata/properties" xmlns:ns2="060a8a9f-d048-4cae-94ae-42ad8fd36d05" xmlns:ns3="c683474e-3566-459e-a8fa-b9191d46e53e" targetNamespace="http://schemas.microsoft.com/office/2006/metadata/properties" ma:root="true" ma:fieldsID="9e621353ac25fe9b19fe1d83cda1a4ac" ns2:_="" ns3:_="">
    <xsd:import namespace="060a8a9f-d048-4cae-94ae-42ad8fd36d05"/>
    <xsd:import namespace="c683474e-3566-459e-a8fa-b9191d46e5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0a8a9f-d048-4cae-94ae-42ad8fd36d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83474e-3566-459e-a8fa-b9191d46e53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187D3E-E3C9-48EC-BAD4-E06D13CA9AE4}">
  <ds:schemaRefs>
    <ds:schemaRef ds:uri="57aa52b6-b85e-408e-a3c3-28bdc26b35a0"/>
    <ds:schemaRef ds:uri="e933229d-620e-44f3-8d4c-aad19ceeb56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745B0B0-FE97-4451-B830-7323F42E9F3C}">
  <ds:schemaRefs>
    <ds:schemaRef ds:uri="060a8a9f-d048-4cae-94ae-42ad8fd36d05"/>
    <ds:schemaRef ds:uri="c683474e-3566-459e-a8fa-b9191d46e53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03B76E6-81F0-4EF7-BC2D-CE77F0178A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Peripherals Configuration - (SPORTs, DAI, SPI, GPIO)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1_Office Theme</vt:lpstr>
      <vt:lpstr>PowerPoint Presentation</vt:lpstr>
      <vt:lpstr>Serial PORT</vt:lpstr>
      <vt:lpstr>PowerPoint Presentation</vt:lpstr>
      <vt:lpstr>PowerPoint Presentation</vt:lpstr>
      <vt:lpstr>PowerPoint Presentation</vt:lpstr>
      <vt:lpstr>PowerPoint Presentation</vt:lpstr>
      <vt:lpstr>SPI - Serial Peripheral Interface</vt:lpstr>
      <vt:lpstr>PowerPoint Presentation</vt:lpstr>
      <vt:lpstr>PowerPoint Presentation</vt:lpstr>
      <vt:lpstr>GPIO (General Purpose Input Output)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Praveen Sivashanmugam</dc:creator>
  <cp:revision>16</cp:revision>
  <dcterms:created xsi:type="dcterms:W3CDTF">2024-09-19T07:26:49Z</dcterms:created>
  <dcterms:modified xsi:type="dcterms:W3CDTF">2024-09-27T12:38:39Z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0x01010077CD33652BA1EC4AA3AB9DE1879285AC</vt:lpwstr>
  </property>
</Properties>
</file>