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4"/>
    <p:sldMasterId id="2147483687" r:id="rId5"/>
    <p:sldMasterId id="2147483713" r:id="rId6"/>
    <p:sldMasterId id="2147483727" r:id="rId7"/>
  </p:sldMasterIdLst>
  <p:notesMasterIdLst>
    <p:notesMasterId r:id="rId38"/>
  </p:notesMasterIdLst>
  <p:handoutMasterIdLst>
    <p:handoutMasterId r:id="rId39"/>
  </p:handoutMasterIdLst>
  <p:sldIdLst>
    <p:sldId id="256" r:id="rId8"/>
    <p:sldId id="259" r:id="rId9"/>
    <p:sldId id="258" r:id="rId10"/>
    <p:sldId id="284" r:id="rId11"/>
    <p:sldId id="299" r:id="rId12"/>
    <p:sldId id="290" r:id="rId13"/>
    <p:sldId id="262" r:id="rId14"/>
    <p:sldId id="286" r:id="rId15"/>
    <p:sldId id="283" r:id="rId16"/>
    <p:sldId id="287" r:id="rId17"/>
    <p:sldId id="267" r:id="rId18"/>
    <p:sldId id="281" r:id="rId19"/>
    <p:sldId id="268" r:id="rId20"/>
    <p:sldId id="266" r:id="rId21"/>
    <p:sldId id="301" r:id="rId22"/>
    <p:sldId id="269" r:id="rId23"/>
    <p:sldId id="270" r:id="rId24"/>
    <p:sldId id="271" r:id="rId25"/>
    <p:sldId id="280" r:id="rId26"/>
    <p:sldId id="292" r:id="rId27"/>
    <p:sldId id="285" r:id="rId28"/>
    <p:sldId id="288" r:id="rId29"/>
    <p:sldId id="279" r:id="rId30"/>
    <p:sldId id="277" r:id="rId31"/>
    <p:sldId id="289" r:id="rId32"/>
    <p:sldId id="274" r:id="rId33"/>
    <p:sldId id="264" r:id="rId34"/>
    <p:sldId id="265" r:id="rId35"/>
    <p:sldId id="261" r:id="rId36"/>
    <p:sldId id="30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4CBC88-509E-4FC1-427F-9DBD06E380E2}" v="2" dt="2025-08-06T10:42:05.072"/>
    <p1510:client id="{E0B6BA65-D5A6-F7B0-8389-C08E7E8B40EC}" v="1" dt="2025-08-06T06:56:02.982"/>
    <p1510:client id="{FDE64F94-08F8-24B3-E188-AA68F2493C99}" v="48" dt="2025-08-06T11:04:23.2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D4E4AD-4824-A237-8554-DCDB63D7C1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8EBFE75-82DF-FD5F-C734-5917A23D9E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518CF6-DA79-46C5-8F0A-E1CE0F4779FE}" type="datetimeFigureOut">
              <a:rPr lang="en-IN" smtClean="0"/>
              <a:t>18-08-2025</a:t>
            </a:fld>
            <a:endParaRPr lang="en-IN"/>
          </a:p>
        </p:txBody>
      </p:sp>
      <p:sp>
        <p:nvSpPr>
          <p:cNvPr id="4" name="Footer Placeholder 3">
            <a:extLst>
              <a:ext uri="{FF2B5EF4-FFF2-40B4-BE49-F238E27FC236}">
                <a16:creationId xmlns:a16="http://schemas.microsoft.com/office/drawing/2014/main" id="{BB442B0C-1DB3-5AB3-D58E-CF851AD10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9E95C8B-01DF-76C2-E602-F5836AC43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58FFB6-7B10-423C-B2D3-BD34E98AF2D1}" type="slidenum">
              <a:rPr lang="en-IN" smtClean="0"/>
              <a:t>‹#›</a:t>
            </a:fld>
            <a:endParaRPr lang="en-IN"/>
          </a:p>
        </p:txBody>
      </p:sp>
    </p:spTree>
    <p:extLst>
      <p:ext uri="{BB962C8B-B14F-4D97-AF65-F5344CB8AC3E}">
        <p14:creationId xmlns:p14="http://schemas.microsoft.com/office/powerpoint/2010/main" val="29752007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6"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buNone/>
            </a:pPr>
            <a:r>
              <a:rPr lang="en-IN" sz="4400" b="0" strike="noStrike" spc="-1">
                <a:latin typeface="Arial"/>
              </a:rPr>
              <a:t>Click to move the slide</a:t>
            </a:r>
          </a:p>
        </p:txBody>
      </p:sp>
      <p:sp>
        <p:nvSpPr>
          <p:cNvPr id="22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IN" sz="2000" b="0" strike="noStrike" spc="-1">
                <a:latin typeface="Arial"/>
              </a:rPr>
              <a:t>Click to edit the notes format</a:t>
            </a:r>
          </a:p>
        </p:txBody>
      </p:sp>
      <p:sp>
        <p:nvSpPr>
          <p:cNvPr id="22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IN" sz="1400" b="0" strike="noStrike" spc="-1">
                <a:latin typeface="Times New Roman"/>
              </a:rPr>
              <a:t>&lt;header&gt;</a:t>
            </a:r>
          </a:p>
        </p:txBody>
      </p:sp>
      <p:sp>
        <p:nvSpPr>
          <p:cNvPr id="229" name="PlaceHolder 4"/>
          <p:cNvSpPr>
            <a:spLocks noGrp="1"/>
          </p:cNvSpPr>
          <p:nvPr>
            <p:ph type="dt"/>
          </p:nvPr>
        </p:nvSpPr>
        <p:spPr>
          <a:xfrm>
            <a:off x="4278960" y="0"/>
            <a:ext cx="3280680" cy="534240"/>
          </a:xfrm>
          <a:prstGeom prst="rect">
            <a:avLst/>
          </a:prstGeom>
          <a:noFill/>
          <a:ln w="0">
            <a:noFill/>
          </a:ln>
        </p:spPr>
        <p:txBody>
          <a:bodyPr lIns="0" tIns="0" rIns="0" bIns="0" anchor="t">
            <a:noAutofit/>
          </a:bodyPr>
          <a:lstStyle/>
          <a:p>
            <a:pPr algn="r">
              <a:buNone/>
            </a:pPr>
            <a:r>
              <a:rPr lang="en-IN" sz="1400" b="0" strike="noStrike" spc="-1">
                <a:latin typeface="Times New Roman"/>
              </a:rPr>
              <a:t>&lt;date/time&gt;</a:t>
            </a:r>
          </a:p>
        </p:txBody>
      </p:sp>
      <p:sp>
        <p:nvSpPr>
          <p:cNvPr id="230" name="PlaceHolder 5"/>
          <p:cNvSpPr>
            <a:spLocks noGrp="1"/>
          </p:cNvSpPr>
          <p:nvPr>
            <p:ph type="ftr"/>
          </p:nvPr>
        </p:nvSpPr>
        <p:spPr>
          <a:xfrm>
            <a:off x="0" y="10157400"/>
            <a:ext cx="3280680" cy="534240"/>
          </a:xfrm>
          <a:prstGeom prst="rect">
            <a:avLst/>
          </a:prstGeom>
          <a:noFill/>
          <a:ln w="0">
            <a:noFill/>
          </a:ln>
        </p:spPr>
        <p:txBody>
          <a:bodyPr lIns="0" tIns="0" rIns="0" bIns="0" anchor="b">
            <a:noAutofit/>
          </a:bodyPr>
          <a:lstStyle/>
          <a:p>
            <a:r>
              <a:rPr lang="en-IN" sz="1400" b="0" strike="noStrike" spc="-1">
                <a:latin typeface="Times New Roman"/>
              </a:rPr>
              <a:t>&lt;footer&gt;</a:t>
            </a:r>
          </a:p>
        </p:txBody>
      </p:sp>
      <p:sp>
        <p:nvSpPr>
          <p:cNvPr id="231" name="PlaceHolder 6"/>
          <p:cNvSpPr>
            <a:spLocks noGrp="1"/>
          </p:cNvSpPr>
          <p:nvPr>
            <p:ph type="sldNum"/>
          </p:nvPr>
        </p:nvSpPr>
        <p:spPr>
          <a:xfrm>
            <a:off x="4278960" y="10157400"/>
            <a:ext cx="3280680" cy="534240"/>
          </a:xfrm>
          <a:prstGeom prst="rect">
            <a:avLst/>
          </a:prstGeom>
          <a:noFill/>
          <a:ln w="0">
            <a:noFill/>
          </a:ln>
        </p:spPr>
        <p:txBody>
          <a:bodyPr lIns="0" tIns="0" rIns="0" bIns="0" anchor="b">
            <a:noAutofit/>
          </a:bodyPr>
          <a:lstStyle/>
          <a:p>
            <a:pPr algn="r">
              <a:buNone/>
            </a:pPr>
            <a:fld id="{132ADDA8-4534-4EAB-AC89-1C7F157F74C7}" type="slidenum">
              <a:rPr lang="en-IN" sz="1400" b="0" strike="noStrike" spc="-1">
                <a:latin typeface="Times New Roman"/>
              </a:rPr>
              <a:t>‹#›</a:t>
            </a:fld>
            <a:endParaRPr lang="en-IN" sz="1400" b="0" strike="noStrike" spc="-1">
              <a:latin typeface="Times New Roman"/>
            </a:endParaRPr>
          </a:p>
        </p:txBody>
      </p:sp>
    </p:spTree>
    <p:extLst>
      <p:ext uri="{BB962C8B-B14F-4D97-AF65-F5344CB8AC3E}">
        <p14:creationId xmlns:p14="http://schemas.microsoft.com/office/powerpoint/2010/main" val="2472747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PlaceHolder 1"/>
          <p:cNvSpPr>
            <a:spLocks noGrp="1" noRot="1" noChangeAspect="1"/>
          </p:cNvSpPr>
          <p:nvPr>
            <p:ph type="sldImg"/>
          </p:nvPr>
        </p:nvSpPr>
        <p:spPr>
          <a:xfrm>
            <a:off x="685800" y="1143000"/>
            <a:ext cx="5484813" cy="3084513"/>
          </a:xfrm>
          <a:prstGeom prst="rect">
            <a:avLst/>
          </a:prstGeom>
          <a:ln w="0">
            <a:noFill/>
          </a:ln>
        </p:spPr>
      </p:sp>
      <p:sp>
        <p:nvSpPr>
          <p:cNvPr id="382"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a:lnSpc>
                <a:spcPct val="100000"/>
              </a:lnSpc>
              <a:buNone/>
              <a:tabLst>
                <a:tab pos="0" algn="l"/>
              </a:tabLst>
            </a:pPr>
            <a:endParaRPr lang="en-IN" sz="2000" b="0" strike="noStrike" spc="-1">
              <a:latin typeface="Arial"/>
            </a:endParaRPr>
          </a:p>
        </p:txBody>
      </p:sp>
      <p:sp>
        <p:nvSpPr>
          <p:cNvPr id="383"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1288C99C-073D-4C28-9EF2-D45281A48F22}" type="slidenum">
              <a:rPr lang="en-IN" sz="1200" b="0" strike="noStrike" spc="-1">
                <a:solidFill>
                  <a:srgbClr val="000000"/>
                </a:solidFill>
                <a:latin typeface="+mn-lt"/>
                <a:ea typeface="+mn-ea"/>
              </a:rPr>
              <a:t>2</a:t>
            </a:fld>
            <a:endParaRPr lang="en-IN" sz="1200" b="0" strike="noStrike" spc="-1">
              <a:latin typeface="Times New Roman"/>
            </a:endParaRPr>
          </a:p>
        </p:txBody>
      </p:sp>
    </p:spTree>
    <p:extLst>
      <p:ext uri="{BB962C8B-B14F-4D97-AF65-F5344CB8AC3E}">
        <p14:creationId xmlns:p14="http://schemas.microsoft.com/office/powerpoint/2010/main" val="3767881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noRot="1" noChangeAspect="1"/>
          </p:cNvSpPr>
          <p:nvPr>
            <p:ph type="sldImg"/>
          </p:nvPr>
        </p:nvSpPr>
        <p:spPr>
          <a:xfrm>
            <a:off x="685800" y="1143000"/>
            <a:ext cx="5484813" cy="3084513"/>
          </a:xfrm>
          <a:prstGeom prst="rect">
            <a:avLst/>
          </a:prstGeom>
          <a:ln w="0">
            <a:noFill/>
          </a:ln>
        </p:spPr>
      </p:sp>
      <p:sp>
        <p:nvSpPr>
          <p:cNvPr id="379"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2000" b="0" strike="noStrike" spc="-1">
              <a:latin typeface="Arial"/>
            </a:endParaRPr>
          </a:p>
        </p:txBody>
      </p:sp>
      <p:sp>
        <p:nvSpPr>
          <p:cNvPr id="380"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BB5218EE-A16D-4B2F-947F-E3A2C90FAEE3}" type="slidenum">
              <a:rPr lang="en-IN" sz="1200" b="0" strike="noStrike" spc="-1">
                <a:solidFill>
                  <a:srgbClr val="000000"/>
                </a:solidFill>
                <a:latin typeface="+mn-lt"/>
                <a:ea typeface="+mn-ea"/>
              </a:rPr>
              <a:t>3</a:t>
            </a:fld>
            <a:endParaRPr lang="en-IN" sz="1200" b="0" strike="noStrike" spc="-1">
              <a:latin typeface="Times New Roman"/>
            </a:endParaRPr>
          </a:p>
        </p:txBody>
      </p:sp>
    </p:spTree>
    <p:extLst>
      <p:ext uri="{BB962C8B-B14F-4D97-AF65-F5344CB8AC3E}">
        <p14:creationId xmlns:p14="http://schemas.microsoft.com/office/powerpoint/2010/main" val="473361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4813" cy="3084513"/>
          </a:xfrm>
          <a:prstGeom prst="rect">
            <a:avLst/>
          </a:prstGeom>
          <a:ln w="0">
            <a:noFill/>
          </a:ln>
        </p:spPr>
      </p:sp>
      <p:sp>
        <p:nvSpPr>
          <p:cNvPr id="385" name="PlaceHolder 2"/>
          <p:cNvSpPr>
            <a:spLocks noGrp="1"/>
          </p:cNvSpPr>
          <p:nvPr>
            <p:ph type="body"/>
          </p:nvPr>
        </p:nvSpPr>
        <p:spPr>
          <a:xfrm>
            <a:off x="635400" y="-1867320"/>
            <a:ext cx="5484240" cy="15582600"/>
          </a:xfrm>
          <a:prstGeom prst="rect">
            <a:avLst/>
          </a:prstGeom>
          <a:noFill/>
          <a:ln w="0">
            <a:noFill/>
          </a:ln>
        </p:spPr>
        <p:txBody>
          <a:bodyPr lIns="0" tIns="0" rIns="0" bIns="0" numCol="1" spcCol="0" anchor="t">
            <a:noAutofit/>
          </a:bodyPr>
          <a:lstStyle/>
          <a:p>
            <a:pPr marL="12600" indent="-216000">
              <a:lnSpc>
                <a:spcPct val="100000"/>
              </a:lnSpc>
              <a:buNone/>
              <a:tabLst>
                <a:tab pos="0" algn="l"/>
              </a:tabLst>
            </a:pPr>
            <a:endParaRPr lang="en-IN" sz="2000" b="0" strike="noStrike" spc="-1">
              <a:latin typeface="Arial"/>
            </a:endParaRPr>
          </a:p>
        </p:txBody>
      </p:sp>
      <p:sp>
        <p:nvSpPr>
          <p:cNvPr id="386"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687C19E2-B3C6-476A-AAB7-33318FF64474}" type="slidenum">
              <a:rPr lang="en-IN" sz="1200" b="0" strike="noStrike" spc="-1">
                <a:solidFill>
                  <a:srgbClr val="000000"/>
                </a:solidFill>
                <a:latin typeface="+mn-lt"/>
                <a:ea typeface="+mn-ea"/>
              </a:rPr>
              <a:t>4</a:t>
            </a:fld>
            <a:endParaRPr lang="en-IN" sz="1200" b="0" strike="noStrike" spc="-1">
              <a:latin typeface="Times New Roman"/>
            </a:endParaRPr>
          </a:p>
        </p:txBody>
      </p:sp>
    </p:spTree>
    <p:extLst>
      <p:ext uri="{BB962C8B-B14F-4D97-AF65-F5344CB8AC3E}">
        <p14:creationId xmlns:p14="http://schemas.microsoft.com/office/powerpoint/2010/main" val="1900815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2CE0-C498-DF03-15A2-81DF7661B4AB}"/>
            </a:ext>
          </a:extLst>
        </p:cNvPr>
        <p:cNvGrpSpPr/>
        <p:nvPr/>
      </p:nvGrpSpPr>
      <p:grpSpPr>
        <a:xfrm>
          <a:off x="0" y="0"/>
          <a:ext cx="0" cy="0"/>
          <a:chOff x="0" y="0"/>
          <a:chExt cx="0" cy="0"/>
        </a:xfrm>
      </p:grpSpPr>
      <p:sp>
        <p:nvSpPr>
          <p:cNvPr id="378" name="PlaceHolder 1">
            <a:extLst>
              <a:ext uri="{FF2B5EF4-FFF2-40B4-BE49-F238E27FC236}">
                <a16:creationId xmlns:a16="http://schemas.microsoft.com/office/drawing/2014/main" id="{326D8758-B7B0-FF29-EB16-69F837F803A9}"/>
              </a:ext>
            </a:extLst>
          </p:cNvPr>
          <p:cNvSpPr>
            <a:spLocks noGrp="1" noRot="1" noChangeAspect="1"/>
          </p:cNvSpPr>
          <p:nvPr>
            <p:ph type="sldImg"/>
          </p:nvPr>
        </p:nvSpPr>
        <p:spPr>
          <a:xfrm>
            <a:off x="685800" y="1143000"/>
            <a:ext cx="5484813" cy="3084513"/>
          </a:xfrm>
          <a:prstGeom prst="rect">
            <a:avLst/>
          </a:prstGeom>
          <a:ln w="0">
            <a:noFill/>
          </a:ln>
        </p:spPr>
      </p:sp>
      <p:sp>
        <p:nvSpPr>
          <p:cNvPr id="379" name="PlaceHolder 2">
            <a:extLst>
              <a:ext uri="{FF2B5EF4-FFF2-40B4-BE49-F238E27FC236}">
                <a16:creationId xmlns:a16="http://schemas.microsoft.com/office/drawing/2014/main" id="{2CF9CFAD-A171-A195-35A0-961EC2442F06}"/>
              </a:ext>
            </a:extLst>
          </p:cNvPr>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2000" b="0" strike="noStrike" spc="-1">
              <a:latin typeface="Arial"/>
            </a:endParaRPr>
          </a:p>
        </p:txBody>
      </p:sp>
      <p:sp>
        <p:nvSpPr>
          <p:cNvPr id="380" name="PlaceHolder 3">
            <a:extLst>
              <a:ext uri="{FF2B5EF4-FFF2-40B4-BE49-F238E27FC236}">
                <a16:creationId xmlns:a16="http://schemas.microsoft.com/office/drawing/2014/main" id="{E1007309-DDC8-3D35-42A8-94FE43E38821}"/>
              </a:ext>
            </a:extLst>
          </p:cNvPr>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BB5218EE-A16D-4B2F-947F-E3A2C90FAEE3}" type="slidenum">
              <a:rPr lang="en-IN" sz="1200" b="0" strike="noStrike" spc="-1">
                <a:solidFill>
                  <a:srgbClr val="000000"/>
                </a:solidFill>
                <a:latin typeface="+mn-lt"/>
                <a:ea typeface="+mn-ea"/>
              </a:rPr>
              <a:t>5</a:t>
            </a:fld>
            <a:endParaRPr lang="en-IN" sz="1200" b="0" strike="noStrike" spc="-1">
              <a:latin typeface="Times New Roman"/>
            </a:endParaRPr>
          </a:p>
        </p:txBody>
      </p:sp>
    </p:spTree>
    <p:extLst>
      <p:ext uri="{BB962C8B-B14F-4D97-AF65-F5344CB8AC3E}">
        <p14:creationId xmlns:p14="http://schemas.microsoft.com/office/powerpoint/2010/main" val="1540312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noRot="1" noChangeAspect="1"/>
          </p:cNvSpPr>
          <p:nvPr>
            <p:ph type="sldImg"/>
          </p:nvPr>
        </p:nvSpPr>
        <p:spPr>
          <a:xfrm>
            <a:off x="685800" y="1143000"/>
            <a:ext cx="5484813" cy="3084513"/>
          </a:xfrm>
          <a:prstGeom prst="rect">
            <a:avLst/>
          </a:prstGeom>
          <a:ln w="0">
            <a:noFill/>
          </a:ln>
        </p:spPr>
      </p:sp>
      <p:sp>
        <p:nvSpPr>
          <p:cNvPr id="391"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2000" b="0" strike="noStrike" spc="-1">
              <a:latin typeface="Arial"/>
            </a:endParaRPr>
          </a:p>
          <a:p>
            <a:pPr marL="216000" indent="-216000">
              <a:lnSpc>
                <a:spcPct val="100000"/>
              </a:lnSpc>
              <a:buNone/>
              <a:tabLst>
                <a:tab pos="0" algn="l"/>
              </a:tabLst>
            </a:pPr>
            <a:endParaRPr lang="en-IN" sz="2000" b="0" strike="noStrike" spc="-1">
              <a:latin typeface="Arial"/>
            </a:endParaRPr>
          </a:p>
        </p:txBody>
      </p:sp>
      <p:sp>
        <p:nvSpPr>
          <p:cNvPr id="392"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148C9872-CB92-472A-A96F-940759DF265F}" type="slidenum">
              <a:rPr lang="en-IN" sz="1200" b="0" strike="noStrike" spc="-1">
                <a:solidFill>
                  <a:srgbClr val="000000"/>
                </a:solidFill>
                <a:latin typeface="+mn-lt"/>
                <a:ea typeface="+mn-ea"/>
              </a:rPr>
              <a:t>7</a:t>
            </a:fld>
            <a:endParaRPr lang="en-IN" sz="1200" b="0" strike="noStrike" spc="-1">
              <a:latin typeface="Times New Roman"/>
            </a:endParaRPr>
          </a:p>
        </p:txBody>
      </p:sp>
    </p:spTree>
    <p:extLst>
      <p:ext uri="{BB962C8B-B14F-4D97-AF65-F5344CB8AC3E}">
        <p14:creationId xmlns:p14="http://schemas.microsoft.com/office/powerpoint/2010/main" val="3755040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noRot="1" noChangeAspect="1"/>
          </p:cNvSpPr>
          <p:nvPr>
            <p:ph type="sldImg"/>
          </p:nvPr>
        </p:nvSpPr>
        <p:spPr>
          <a:xfrm>
            <a:off x="685800" y="1143000"/>
            <a:ext cx="5484813" cy="3084513"/>
          </a:xfrm>
          <a:prstGeom prst="rect">
            <a:avLst/>
          </a:prstGeom>
          <a:ln w="0">
            <a:noFill/>
          </a:ln>
        </p:spPr>
      </p:sp>
      <p:sp>
        <p:nvSpPr>
          <p:cNvPr id="379"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2000" b="0" strike="noStrike" spc="-1">
              <a:latin typeface="Arial"/>
            </a:endParaRPr>
          </a:p>
        </p:txBody>
      </p:sp>
      <p:sp>
        <p:nvSpPr>
          <p:cNvPr id="380"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BB5218EE-A16D-4B2F-947F-E3A2C90FAEE3}" type="slidenum">
              <a:rPr lang="en-IN" sz="1200" b="0" strike="noStrike" spc="-1">
                <a:solidFill>
                  <a:srgbClr val="000000"/>
                </a:solidFill>
                <a:latin typeface="+mn-lt"/>
                <a:ea typeface="+mn-ea"/>
              </a:rPr>
              <a:t>8</a:t>
            </a:fld>
            <a:endParaRPr lang="en-IN" sz="1200" b="0" strike="noStrike" spc="-1">
              <a:latin typeface="Times New Roman"/>
            </a:endParaRPr>
          </a:p>
        </p:txBody>
      </p:sp>
    </p:spTree>
    <p:extLst>
      <p:ext uri="{BB962C8B-B14F-4D97-AF65-F5344CB8AC3E}">
        <p14:creationId xmlns:p14="http://schemas.microsoft.com/office/powerpoint/2010/main" val="809452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4813" cy="3084513"/>
          </a:xfrm>
          <a:prstGeom prst="rect">
            <a:avLst/>
          </a:prstGeom>
          <a:ln w="0">
            <a:noFill/>
          </a:ln>
        </p:spPr>
      </p:sp>
      <p:sp>
        <p:nvSpPr>
          <p:cNvPr id="385" name="PlaceHolder 2"/>
          <p:cNvSpPr>
            <a:spLocks noGrp="1"/>
          </p:cNvSpPr>
          <p:nvPr>
            <p:ph type="body"/>
          </p:nvPr>
        </p:nvSpPr>
        <p:spPr>
          <a:xfrm>
            <a:off x="635400" y="-1867320"/>
            <a:ext cx="5484240" cy="15582600"/>
          </a:xfrm>
          <a:prstGeom prst="rect">
            <a:avLst/>
          </a:prstGeom>
          <a:noFill/>
          <a:ln w="0">
            <a:noFill/>
          </a:ln>
        </p:spPr>
        <p:txBody>
          <a:bodyPr lIns="0" tIns="0" rIns="0" bIns="0" numCol="1" spcCol="0" anchor="t">
            <a:noAutofit/>
          </a:bodyPr>
          <a:lstStyle/>
          <a:p>
            <a:pPr marL="12600" indent="-216000">
              <a:lnSpc>
                <a:spcPct val="100000"/>
              </a:lnSpc>
              <a:buNone/>
              <a:tabLst>
                <a:tab pos="0" algn="l"/>
              </a:tabLst>
            </a:pPr>
            <a:endParaRPr lang="en-IN" sz="2000" b="0" strike="noStrike" spc="-1">
              <a:latin typeface="Arial"/>
            </a:endParaRPr>
          </a:p>
        </p:txBody>
      </p:sp>
      <p:sp>
        <p:nvSpPr>
          <p:cNvPr id="386"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687C19E2-B3C6-476A-AAB7-33318FF64474}" type="slidenum">
              <a:rPr lang="en-IN" sz="1200" b="0" strike="noStrike" spc="-1">
                <a:solidFill>
                  <a:srgbClr val="000000"/>
                </a:solidFill>
                <a:latin typeface="+mn-lt"/>
                <a:ea typeface="+mn-ea"/>
              </a:rPr>
              <a:t>9</a:t>
            </a:fld>
            <a:endParaRPr lang="en-IN" sz="1200" b="0" strike="noStrike" spc="-1">
              <a:latin typeface="Times New Roman"/>
            </a:endParaRPr>
          </a:p>
        </p:txBody>
      </p:sp>
    </p:spTree>
    <p:extLst>
      <p:ext uri="{BB962C8B-B14F-4D97-AF65-F5344CB8AC3E}">
        <p14:creationId xmlns:p14="http://schemas.microsoft.com/office/powerpoint/2010/main" val="463279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PlaceHolder 1"/>
          <p:cNvSpPr>
            <a:spLocks noGrp="1" noRot="1" noChangeAspect="1"/>
          </p:cNvSpPr>
          <p:nvPr>
            <p:ph type="sldImg"/>
          </p:nvPr>
        </p:nvSpPr>
        <p:spPr>
          <a:xfrm>
            <a:off x="685800" y="1143000"/>
            <a:ext cx="5484813" cy="3084513"/>
          </a:xfrm>
          <a:prstGeom prst="rect">
            <a:avLst/>
          </a:prstGeom>
          <a:ln w="0">
            <a:noFill/>
          </a:ln>
        </p:spPr>
      </p:sp>
      <p:sp>
        <p:nvSpPr>
          <p:cNvPr id="394"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2000" b="0" strike="noStrike" spc="-1">
              <a:latin typeface="Arial"/>
            </a:endParaRPr>
          </a:p>
        </p:txBody>
      </p:sp>
      <p:sp>
        <p:nvSpPr>
          <p:cNvPr id="395"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24F14301-13B5-414B-AC5A-C021815A535D}" type="slidenum">
              <a:rPr lang="en-IN" sz="1200" b="0" strike="noStrike" spc="-1">
                <a:solidFill>
                  <a:srgbClr val="000000"/>
                </a:solidFill>
                <a:latin typeface="+mn-lt"/>
                <a:ea typeface="+mn-ea"/>
              </a:rPr>
              <a:t>10</a:t>
            </a:fld>
            <a:endParaRPr lang="en-IN" sz="1200" b="0" strike="noStrike" spc="-1">
              <a:latin typeface="Times New Roman"/>
            </a:endParaRPr>
          </a:p>
        </p:txBody>
      </p:sp>
    </p:spTree>
    <p:extLst>
      <p:ext uri="{BB962C8B-B14F-4D97-AF65-F5344CB8AC3E}">
        <p14:creationId xmlns:p14="http://schemas.microsoft.com/office/powerpoint/2010/main" val="1090617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PlaceHolder 1"/>
          <p:cNvSpPr>
            <a:spLocks noGrp="1" noRot="1" noChangeAspect="1"/>
          </p:cNvSpPr>
          <p:nvPr>
            <p:ph type="sldImg"/>
          </p:nvPr>
        </p:nvSpPr>
        <p:spPr>
          <a:xfrm>
            <a:off x="685800" y="1143000"/>
            <a:ext cx="5484813" cy="3084513"/>
          </a:xfrm>
          <a:prstGeom prst="rect">
            <a:avLst/>
          </a:prstGeom>
          <a:ln w="0">
            <a:noFill/>
          </a:ln>
        </p:spPr>
      </p:sp>
      <p:sp>
        <p:nvSpPr>
          <p:cNvPr id="406" name="PlaceHolder 2"/>
          <p:cNvSpPr>
            <a:spLocks noGrp="1"/>
          </p:cNvSpPr>
          <p:nvPr>
            <p:ph type="body"/>
          </p:nvPr>
        </p:nvSpPr>
        <p:spPr>
          <a:xfrm>
            <a:off x="685800" y="4400640"/>
            <a:ext cx="5484240" cy="5830200"/>
          </a:xfrm>
          <a:prstGeom prst="rect">
            <a:avLst/>
          </a:prstGeom>
          <a:noFill/>
          <a:ln w="0">
            <a:noFill/>
          </a:ln>
        </p:spPr>
        <p:txBody>
          <a:bodyPr lIns="0" tIns="0" rIns="0" bIns="0" anchor="t">
            <a:noAutofit/>
          </a:bodyPr>
          <a:lstStyle/>
          <a:p>
            <a:pPr marL="12600" indent="-216000">
              <a:lnSpc>
                <a:spcPct val="100000"/>
              </a:lnSpc>
              <a:spcBef>
                <a:spcPts val="99"/>
              </a:spcBef>
              <a:buNone/>
              <a:tabLst>
                <a:tab pos="0" algn="l"/>
              </a:tabLst>
            </a:pPr>
            <a:endParaRPr lang="en-IN" sz="2000" b="0" strike="noStrike" spc="-1">
              <a:latin typeface="Arial"/>
            </a:endParaRPr>
          </a:p>
        </p:txBody>
      </p:sp>
      <p:sp>
        <p:nvSpPr>
          <p:cNvPr id="407"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1BAE2C01-9E32-4592-AD61-855B3A780985}" type="slidenum">
              <a:rPr lang="en-IN" sz="1200" b="0" strike="noStrike" spc="-1">
                <a:solidFill>
                  <a:srgbClr val="000000"/>
                </a:solidFill>
                <a:latin typeface="+mn-lt"/>
                <a:ea typeface="+mn-ea"/>
              </a:rPr>
              <a:t>11</a:t>
            </a:fld>
            <a:endParaRPr lang="en-IN" sz="1200" b="0" strike="noStrike" spc="-1">
              <a:latin typeface="Times New Roman"/>
            </a:endParaRPr>
          </a:p>
        </p:txBody>
      </p:sp>
    </p:spTree>
    <p:extLst>
      <p:ext uri="{BB962C8B-B14F-4D97-AF65-F5344CB8AC3E}">
        <p14:creationId xmlns:p14="http://schemas.microsoft.com/office/powerpoint/2010/main" val="2691957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87F32-3DC6-4917-D263-8DC6B0028C7C}"/>
            </a:ext>
          </a:extLst>
        </p:cNvPr>
        <p:cNvGrpSpPr/>
        <p:nvPr/>
      </p:nvGrpSpPr>
      <p:grpSpPr>
        <a:xfrm>
          <a:off x="0" y="0"/>
          <a:ext cx="0" cy="0"/>
          <a:chOff x="0" y="0"/>
          <a:chExt cx="0" cy="0"/>
        </a:xfrm>
      </p:grpSpPr>
      <p:sp>
        <p:nvSpPr>
          <p:cNvPr id="420" name="PlaceHolder 1">
            <a:extLst>
              <a:ext uri="{FF2B5EF4-FFF2-40B4-BE49-F238E27FC236}">
                <a16:creationId xmlns:a16="http://schemas.microsoft.com/office/drawing/2014/main" id="{5E458B1F-2190-5F1C-6A47-98338A8D55F0}"/>
              </a:ext>
            </a:extLst>
          </p:cNvPr>
          <p:cNvSpPr>
            <a:spLocks noGrp="1" noRot="1" noChangeAspect="1"/>
          </p:cNvSpPr>
          <p:nvPr>
            <p:ph type="sldImg"/>
          </p:nvPr>
        </p:nvSpPr>
        <p:spPr>
          <a:xfrm>
            <a:off x="685800" y="1143000"/>
            <a:ext cx="5484813" cy="3084513"/>
          </a:xfrm>
          <a:prstGeom prst="rect">
            <a:avLst/>
          </a:prstGeom>
          <a:ln w="0">
            <a:noFill/>
          </a:ln>
        </p:spPr>
      </p:sp>
      <p:sp>
        <p:nvSpPr>
          <p:cNvPr id="421" name="PlaceHolder 2">
            <a:extLst>
              <a:ext uri="{FF2B5EF4-FFF2-40B4-BE49-F238E27FC236}">
                <a16:creationId xmlns:a16="http://schemas.microsoft.com/office/drawing/2014/main" id="{E1247A3E-6536-2A41-AA8E-3A04DCD8D60A}"/>
              </a:ext>
            </a:extLst>
          </p:cNvPr>
          <p:cNvSpPr>
            <a:spLocks noGrp="1"/>
          </p:cNvSpPr>
          <p:nvPr>
            <p:ph type="body"/>
          </p:nvPr>
        </p:nvSpPr>
        <p:spPr>
          <a:xfrm>
            <a:off x="685800" y="4400640"/>
            <a:ext cx="5484240" cy="8663400"/>
          </a:xfrm>
          <a:prstGeom prst="rect">
            <a:avLst/>
          </a:prstGeom>
          <a:noFill/>
          <a:ln w="0">
            <a:noFill/>
          </a:ln>
        </p:spPr>
        <p:txBody>
          <a:bodyPr lIns="0" tIns="0" rIns="0" bIns="0" anchor="t">
            <a:noAutofit/>
          </a:bodyPr>
          <a:lstStyle/>
          <a:p>
            <a:pPr marL="12600" indent="-216000">
              <a:lnSpc>
                <a:spcPct val="100000"/>
              </a:lnSpc>
              <a:spcBef>
                <a:spcPts val="99"/>
              </a:spcBef>
              <a:buNone/>
              <a:tabLst>
                <a:tab pos="0" algn="l"/>
              </a:tabLst>
            </a:pPr>
            <a:endParaRPr lang="en-IN" sz="2000" b="0" strike="noStrike" spc="-1">
              <a:latin typeface="Arial"/>
            </a:endParaRPr>
          </a:p>
        </p:txBody>
      </p:sp>
      <p:sp>
        <p:nvSpPr>
          <p:cNvPr id="422" name="PlaceHolder 3">
            <a:extLst>
              <a:ext uri="{FF2B5EF4-FFF2-40B4-BE49-F238E27FC236}">
                <a16:creationId xmlns:a16="http://schemas.microsoft.com/office/drawing/2014/main" id="{5E6EDB3E-3EF7-F65B-D216-5B5E8A7AB044}"/>
              </a:ext>
            </a:extLst>
          </p:cNvPr>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2EE1ADBF-D36B-4F29-81FB-95A86F20DF31}" type="slidenum">
              <a:rPr lang="en-IN" sz="1200" b="0" strike="noStrike" spc="-1">
                <a:solidFill>
                  <a:srgbClr val="000000"/>
                </a:solidFill>
                <a:latin typeface="+mn-lt"/>
                <a:ea typeface="+mn-ea"/>
              </a:rPr>
              <a:t>12</a:t>
            </a:fld>
            <a:endParaRPr lang="en-IN" sz="1200" b="0" strike="noStrike" spc="-1">
              <a:latin typeface="Times New Roman"/>
            </a:endParaRPr>
          </a:p>
        </p:txBody>
      </p:sp>
    </p:spTree>
    <p:extLst>
      <p:ext uri="{BB962C8B-B14F-4D97-AF65-F5344CB8AC3E}">
        <p14:creationId xmlns:p14="http://schemas.microsoft.com/office/powerpoint/2010/main" val="494464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noRot="1" noChangeAspect="1"/>
          </p:cNvSpPr>
          <p:nvPr>
            <p:ph type="sldImg"/>
          </p:nvPr>
        </p:nvSpPr>
        <p:spPr>
          <a:xfrm>
            <a:off x="685800" y="1143000"/>
            <a:ext cx="5484813" cy="3084513"/>
          </a:xfrm>
          <a:prstGeom prst="rect">
            <a:avLst/>
          </a:prstGeom>
          <a:ln w="0">
            <a:noFill/>
          </a:ln>
        </p:spPr>
      </p:sp>
      <p:sp>
        <p:nvSpPr>
          <p:cNvPr id="409" name="PlaceHolder 2"/>
          <p:cNvSpPr>
            <a:spLocks noGrp="1"/>
          </p:cNvSpPr>
          <p:nvPr>
            <p:ph type="body"/>
          </p:nvPr>
        </p:nvSpPr>
        <p:spPr>
          <a:xfrm>
            <a:off x="685800" y="4400640"/>
            <a:ext cx="5484240" cy="5238360"/>
          </a:xfrm>
          <a:prstGeom prst="rect">
            <a:avLst/>
          </a:prstGeom>
          <a:noFill/>
          <a:ln w="0">
            <a:noFill/>
          </a:ln>
        </p:spPr>
        <p:txBody>
          <a:bodyPr lIns="0" tIns="0" rIns="0" bIns="0" anchor="t">
            <a:noAutofit/>
          </a:bodyPr>
          <a:lstStyle/>
          <a:p>
            <a:pPr>
              <a:lnSpc>
                <a:spcPct val="100000"/>
              </a:lnSpc>
              <a:buNone/>
              <a:tabLst>
                <a:tab pos="0" algn="l"/>
              </a:tabLst>
            </a:pPr>
            <a:endParaRPr lang="en-IN" sz="2000" b="0" strike="noStrike" spc="-1">
              <a:latin typeface="Arial"/>
            </a:endParaRPr>
          </a:p>
        </p:txBody>
      </p:sp>
      <p:sp>
        <p:nvSpPr>
          <p:cNvPr id="410"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CD1747B2-A747-44A8-9D10-B9C55C557729}" type="slidenum">
              <a:rPr lang="en-IN" sz="1200" b="0" strike="noStrike" spc="-1">
                <a:solidFill>
                  <a:srgbClr val="000000"/>
                </a:solidFill>
                <a:latin typeface="+mn-lt"/>
                <a:ea typeface="+mn-ea"/>
              </a:rPr>
              <a:t>13</a:t>
            </a:fld>
            <a:endParaRPr lang="en-IN" sz="1200" b="0" strike="noStrike" spc="-1">
              <a:latin typeface="Times New Roman"/>
            </a:endParaRPr>
          </a:p>
        </p:txBody>
      </p:sp>
    </p:spTree>
    <p:extLst>
      <p:ext uri="{BB962C8B-B14F-4D97-AF65-F5344CB8AC3E}">
        <p14:creationId xmlns:p14="http://schemas.microsoft.com/office/powerpoint/2010/main" val="2536538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PlaceHolder 1"/>
          <p:cNvSpPr>
            <a:spLocks noGrp="1" noRot="1" noChangeAspect="1"/>
          </p:cNvSpPr>
          <p:nvPr>
            <p:ph type="sldImg"/>
          </p:nvPr>
        </p:nvSpPr>
        <p:spPr>
          <a:xfrm>
            <a:off x="685800" y="1143000"/>
            <a:ext cx="5484813" cy="3084513"/>
          </a:xfrm>
          <a:prstGeom prst="rect">
            <a:avLst/>
          </a:prstGeom>
          <a:ln w="0">
            <a:noFill/>
          </a:ln>
        </p:spPr>
      </p:sp>
      <p:sp>
        <p:nvSpPr>
          <p:cNvPr id="403" name="PlaceHolder 2"/>
          <p:cNvSpPr>
            <a:spLocks noGrp="1"/>
          </p:cNvSpPr>
          <p:nvPr>
            <p:ph type="body"/>
          </p:nvPr>
        </p:nvSpPr>
        <p:spPr>
          <a:xfrm>
            <a:off x="685800" y="4400640"/>
            <a:ext cx="5484240" cy="7072560"/>
          </a:xfrm>
          <a:prstGeom prst="rect">
            <a:avLst/>
          </a:prstGeom>
          <a:noFill/>
          <a:ln w="0">
            <a:noFill/>
          </a:ln>
        </p:spPr>
        <p:txBody>
          <a:bodyPr lIns="0" tIns="0" rIns="0" bIns="0" anchor="t">
            <a:noAutofit/>
          </a:bodyPr>
          <a:lstStyle/>
          <a:p>
            <a:pPr marL="216000" indent="-216000">
              <a:lnSpc>
                <a:spcPct val="100000"/>
              </a:lnSpc>
              <a:buNone/>
            </a:pPr>
            <a:endParaRPr lang="en-IN" sz="2000" b="0" strike="noStrike" spc="-1">
              <a:latin typeface="Arial"/>
            </a:endParaRPr>
          </a:p>
        </p:txBody>
      </p:sp>
      <p:sp>
        <p:nvSpPr>
          <p:cNvPr id="404"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973076C5-74B2-42F6-9F14-92F3A0BB6249}" type="slidenum">
              <a:rPr lang="en-IN" sz="1200" b="0" strike="noStrike" spc="-1">
                <a:solidFill>
                  <a:srgbClr val="000000"/>
                </a:solidFill>
                <a:latin typeface="+mn-lt"/>
                <a:ea typeface="+mn-ea"/>
              </a:rPr>
              <a:t>14</a:t>
            </a:fld>
            <a:endParaRPr lang="en-IN" sz="1200" b="0" strike="noStrike" spc="-1">
              <a:latin typeface="Times New Roman"/>
            </a:endParaRPr>
          </a:p>
        </p:txBody>
      </p:sp>
    </p:spTree>
    <p:extLst>
      <p:ext uri="{BB962C8B-B14F-4D97-AF65-F5344CB8AC3E}">
        <p14:creationId xmlns:p14="http://schemas.microsoft.com/office/powerpoint/2010/main" val="1114902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PlaceHolder 1"/>
          <p:cNvSpPr>
            <a:spLocks noGrp="1" noRot="1" noChangeAspect="1"/>
          </p:cNvSpPr>
          <p:nvPr>
            <p:ph type="sldImg"/>
          </p:nvPr>
        </p:nvSpPr>
        <p:spPr>
          <a:xfrm>
            <a:off x="685800" y="1143000"/>
            <a:ext cx="5484813" cy="3084513"/>
          </a:xfrm>
          <a:prstGeom prst="rect">
            <a:avLst/>
          </a:prstGeom>
          <a:ln w="0">
            <a:noFill/>
          </a:ln>
        </p:spPr>
      </p:sp>
      <p:sp>
        <p:nvSpPr>
          <p:cNvPr id="412" name="PlaceHolder 2"/>
          <p:cNvSpPr>
            <a:spLocks noGrp="1"/>
          </p:cNvSpPr>
          <p:nvPr>
            <p:ph type="body"/>
          </p:nvPr>
        </p:nvSpPr>
        <p:spPr>
          <a:xfrm>
            <a:off x="685800" y="4141440"/>
            <a:ext cx="5484240" cy="3598200"/>
          </a:xfrm>
          <a:prstGeom prst="rect">
            <a:avLst/>
          </a:prstGeom>
          <a:noFill/>
          <a:ln w="0">
            <a:noFill/>
          </a:ln>
        </p:spPr>
        <p:txBody>
          <a:bodyPr lIns="0" tIns="0" rIns="0" bIns="0" anchor="t">
            <a:noAutofit/>
          </a:bodyPr>
          <a:lstStyle/>
          <a:p>
            <a:pPr marL="216000" indent="-216000">
              <a:lnSpc>
                <a:spcPct val="100000"/>
              </a:lnSpc>
              <a:buNone/>
            </a:pPr>
            <a:endParaRPr lang="en-IN" sz="2000" b="0" strike="noStrike" spc="-1">
              <a:latin typeface="Arial"/>
            </a:endParaRPr>
          </a:p>
        </p:txBody>
      </p:sp>
      <p:sp>
        <p:nvSpPr>
          <p:cNvPr id="413"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23E491DE-DF22-42A1-996C-371982366742}" type="slidenum">
              <a:rPr lang="en-IN" sz="1200" b="0" strike="noStrike" spc="-1">
                <a:solidFill>
                  <a:srgbClr val="000000"/>
                </a:solidFill>
                <a:latin typeface="+mn-lt"/>
                <a:ea typeface="+mn-ea"/>
              </a:rPr>
              <a:t>16</a:t>
            </a:fld>
            <a:endParaRPr lang="en-IN" sz="1200" b="0" strike="noStrike" spc="-1">
              <a:latin typeface="Times New Roman"/>
            </a:endParaRPr>
          </a:p>
        </p:txBody>
      </p:sp>
    </p:spTree>
    <p:extLst>
      <p:ext uri="{BB962C8B-B14F-4D97-AF65-F5344CB8AC3E}">
        <p14:creationId xmlns:p14="http://schemas.microsoft.com/office/powerpoint/2010/main" val="3565149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PlaceHolder 1"/>
          <p:cNvSpPr>
            <a:spLocks noGrp="1" noRot="1" noChangeAspect="1"/>
          </p:cNvSpPr>
          <p:nvPr>
            <p:ph type="sldImg"/>
          </p:nvPr>
        </p:nvSpPr>
        <p:spPr>
          <a:xfrm>
            <a:off x="685800" y="1143000"/>
            <a:ext cx="5484813" cy="3084513"/>
          </a:xfrm>
          <a:prstGeom prst="rect">
            <a:avLst/>
          </a:prstGeom>
          <a:ln w="0">
            <a:noFill/>
          </a:ln>
        </p:spPr>
      </p:sp>
      <p:sp>
        <p:nvSpPr>
          <p:cNvPr id="415" name="PlaceHolder 2"/>
          <p:cNvSpPr>
            <a:spLocks noGrp="1"/>
          </p:cNvSpPr>
          <p:nvPr>
            <p:ph type="body"/>
          </p:nvPr>
        </p:nvSpPr>
        <p:spPr>
          <a:xfrm>
            <a:off x="685800" y="4400640"/>
            <a:ext cx="5484240" cy="7001280"/>
          </a:xfrm>
          <a:prstGeom prst="rect">
            <a:avLst/>
          </a:prstGeom>
          <a:noFill/>
          <a:ln w="0">
            <a:noFill/>
          </a:ln>
        </p:spPr>
        <p:txBody>
          <a:bodyPr lIns="0" tIns="0" rIns="0" bIns="0" anchor="t">
            <a:noAutofit/>
          </a:bodyPr>
          <a:lstStyle/>
          <a:p>
            <a:pPr marL="12600" indent="-216000">
              <a:lnSpc>
                <a:spcPct val="100000"/>
              </a:lnSpc>
              <a:spcBef>
                <a:spcPts val="99"/>
              </a:spcBef>
              <a:buNone/>
              <a:tabLst>
                <a:tab pos="0" algn="l"/>
              </a:tabLst>
            </a:pPr>
            <a:endParaRPr lang="en-IN" sz="2000" b="0" strike="noStrike" spc="-1">
              <a:latin typeface="Arial"/>
            </a:endParaRPr>
          </a:p>
        </p:txBody>
      </p:sp>
      <p:sp>
        <p:nvSpPr>
          <p:cNvPr id="416"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78CEA1AA-0379-46A0-A329-944E8BB1CF50}" type="slidenum">
              <a:rPr lang="en-IN" sz="1200" b="0" strike="noStrike" spc="-1">
                <a:solidFill>
                  <a:srgbClr val="000000"/>
                </a:solidFill>
                <a:latin typeface="+mn-lt"/>
                <a:ea typeface="+mn-ea"/>
              </a:rPr>
              <a:t>17</a:t>
            </a:fld>
            <a:endParaRPr lang="en-IN" sz="1200" b="0" strike="noStrike" spc="-1">
              <a:latin typeface="Times New Roman"/>
            </a:endParaRPr>
          </a:p>
        </p:txBody>
      </p:sp>
    </p:spTree>
    <p:extLst>
      <p:ext uri="{BB962C8B-B14F-4D97-AF65-F5344CB8AC3E}">
        <p14:creationId xmlns:p14="http://schemas.microsoft.com/office/powerpoint/2010/main" val="2545702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PlaceHolder 1"/>
          <p:cNvSpPr>
            <a:spLocks noGrp="1" noRot="1" noChangeAspect="1"/>
          </p:cNvSpPr>
          <p:nvPr>
            <p:ph type="sldImg"/>
          </p:nvPr>
        </p:nvSpPr>
        <p:spPr>
          <a:xfrm>
            <a:off x="685800" y="1143000"/>
            <a:ext cx="5484813" cy="3084513"/>
          </a:xfrm>
          <a:prstGeom prst="rect">
            <a:avLst/>
          </a:prstGeom>
          <a:ln w="0">
            <a:noFill/>
          </a:ln>
        </p:spPr>
      </p:sp>
      <p:sp>
        <p:nvSpPr>
          <p:cNvPr id="418" name="PlaceHolder 2"/>
          <p:cNvSpPr>
            <a:spLocks noGrp="1"/>
          </p:cNvSpPr>
          <p:nvPr>
            <p:ph type="body"/>
          </p:nvPr>
        </p:nvSpPr>
        <p:spPr>
          <a:xfrm>
            <a:off x="685800" y="4400640"/>
            <a:ext cx="5484240" cy="6938280"/>
          </a:xfrm>
          <a:prstGeom prst="rect">
            <a:avLst/>
          </a:prstGeom>
          <a:noFill/>
          <a:ln w="0">
            <a:noFill/>
          </a:ln>
        </p:spPr>
        <p:txBody>
          <a:bodyPr lIns="0" tIns="0" rIns="0" bIns="0" anchor="t">
            <a:noAutofit/>
          </a:bodyPr>
          <a:lstStyle/>
          <a:p>
            <a:pPr marL="12600" indent="-216000">
              <a:lnSpc>
                <a:spcPct val="100000"/>
              </a:lnSpc>
              <a:spcBef>
                <a:spcPts val="99"/>
              </a:spcBef>
              <a:buNone/>
              <a:tabLst>
                <a:tab pos="0" algn="l"/>
              </a:tabLst>
            </a:pPr>
            <a:endParaRPr lang="en-IN" sz="2000" b="0" strike="noStrike" spc="-1">
              <a:latin typeface="Arial"/>
            </a:endParaRPr>
          </a:p>
        </p:txBody>
      </p:sp>
      <p:sp>
        <p:nvSpPr>
          <p:cNvPr id="419"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25FD56E5-91A9-4C39-B4BA-F8D2A0D2A93F}" type="slidenum">
              <a:rPr lang="en-IN" sz="1200" b="0" strike="noStrike" spc="-1">
                <a:solidFill>
                  <a:srgbClr val="000000"/>
                </a:solidFill>
                <a:latin typeface="+mn-lt"/>
                <a:ea typeface="+mn-ea"/>
              </a:rPr>
              <a:t>18</a:t>
            </a:fld>
            <a:endParaRPr lang="en-IN" sz="1200" b="0" strike="noStrike" spc="-1">
              <a:latin typeface="Times New Roman"/>
            </a:endParaRPr>
          </a:p>
        </p:txBody>
      </p:sp>
    </p:spTree>
    <p:extLst>
      <p:ext uri="{BB962C8B-B14F-4D97-AF65-F5344CB8AC3E}">
        <p14:creationId xmlns:p14="http://schemas.microsoft.com/office/powerpoint/2010/main" val="1648675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PlaceHolder 1"/>
          <p:cNvSpPr>
            <a:spLocks noGrp="1" noRot="1" noChangeAspect="1"/>
          </p:cNvSpPr>
          <p:nvPr>
            <p:ph type="sldImg"/>
          </p:nvPr>
        </p:nvSpPr>
        <p:spPr>
          <a:xfrm>
            <a:off x="685800" y="1143000"/>
            <a:ext cx="5484813" cy="3084513"/>
          </a:xfrm>
          <a:prstGeom prst="rect">
            <a:avLst/>
          </a:prstGeom>
          <a:ln w="0">
            <a:noFill/>
          </a:ln>
        </p:spPr>
      </p:sp>
      <p:sp>
        <p:nvSpPr>
          <p:cNvPr id="421" name="PlaceHolder 2"/>
          <p:cNvSpPr>
            <a:spLocks noGrp="1"/>
          </p:cNvSpPr>
          <p:nvPr>
            <p:ph type="body"/>
          </p:nvPr>
        </p:nvSpPr>
        <p:spPr>
          <a:xfrm>
            <a:off x="685800" y="4400640"/>
            <a:ext cx="5484240" cy="8663400"/>
          </a:xfrm>
          <a:prstGeom prst="rect">
            <a:avLst/>
          </a:prstGeom>
          <a:noFill/>
          <a:ln w="0">
            <a:noFill/>
          </a:ln>
        </p:spPr>
        <p:txBody>
          <a:bodyPr lIns="0" tIns="0" rIns="0" bIns="0" anchor="t">
            <a:noAutofit/>
          </a:bodyPr>
          <a:lstStyle/>
          <a:p>
            <a:pPr marL="12600" indent="-216000">
              <a:lnSpc>
                <a:spcPct val="100000"/>
              </a:lnSpc>
              <a:spcBef>
                <a:spcPts val="99"/>
              </a:spcBef>
              <a:buNone/>
              <a:tabLst>
                <a:tab pos="0" algn="l"/>
              </a:tabLst>
            </a:pPr>
            <a:endParaRPr lang="en-IN" sz="2000" b="0" strike="noStrike" spc="-1">
              <a:latin typeface="Arial"/>
            </a:endParaRPr>
          </a:p>
        </p:txBody>
      </p:sp>
      <p:sp>
        <p:nvSpPr>
          <p:cNvPr id="422"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2EE1ADBF-D36B-4F29-81FB-95A86F20DF31}" type="slidenum">
              <a:rPr lang="en-IN" sz="1200" b="0" strike="noStrike" spc="-1">
                <a:solidFill>
                  <a:srgbClr val="000000"/>
                </a:solidFill>
                <a:latin typeface="+mn-lt"/>
                <a:ea typeface="+mn-ea"/>
              </a:rPr>
              <a:t>19</a:t>
            </a:fld>
            <a:endParaRPr lang="en-IN" sz="1200" b="0" strike="noStrike" spc="-1">
              <a:latin typeface="Times New Roman"/>
            </a:endParaRPr>
          </a:p>
        </p:txBody>
      </p:sp>
    </p:spTree>
    <p:extLst>
      <p:ext uri="{BB962C8B-B14F-4D97-AF65-F5344CB8AC3E}">
        <p14:creationId xmlns:p14="http://schemas.microsoft.com/office/powerpoint/2010/main" val="1649747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5AEDA-3946-AE20-87EC-E3F116EA9B8F}"/>
            </a:ext>
          </a:extLst>
        </p:cNvPr>
        <p:cNvGrpSpPr/>
        <p:nvPr/>
      </p:nvGrpSpPr>
      <p:grpSpPr>
        <a:xfrm>
          <a:off x="0" y="0"/>
          <a:ext cx="0" cy="0"/>
          <a:chOff x="0" y="0"/>
          <a:chExt cx="0" cy="0"/>
        </a:xfrm>
      </p:grpSpPr>
      <p:sp>
        <p:nvSpPr>
          <p:cNvPr id="420" name="PlaceHolder 1">
            <a:extLst>
              <a:ext uri="{FF2B5EF4-FFF2-40B4-BE49-F238E27FC236}">
                <a16:creationId xmlns:a16="http://schemas.microsoft.com/office/drawing/2014/main" id="{E957654E-11D1-A0B7-72A9-B3EB66A99B3A}"/>
              </a:ext>
            </a:extLst>
          </p:cNvPr>
          <p:cNvSpPr>
            <a:spLocks noGrp="1" noRot="1" noChangeAspect="1"/>
          </p:cNvSpPr>
          <p:nvPr>
            <p:ph type="sldImg"/>
          </p:nvPr>
        </p:nvSpPr>
        <p:spPr>
          <a:xfrm>
            <a:off x="685800" y="1143000"/>
            <a:ext cx="5484813" cy="3084513"/>
          </a:xfrm>
          <a:prstGeom prst="rect">
            <a:avLst/>
          </a:prstGeom>
          <a:ln w="0">
            <a:noFill/>
          </a:ln>
        </p:spPr>
      </p:sp>
      <p:sp>
        <p:nvSpPr>
          <p:cNvPr id="421" name="PlaceHolder 2">
            <a:extLst>
              <a:ext uri="{FF2B5EF4-FFF2-40B4-BE49-F238E27FC236}">
                <a16:creationId xmlns:a16="http://schemas.microsoft.com/office/drawing/2014/main" id="{07678B1A-B6CB-35FC-81FD-042ED9A96849}"/>
              </a:ext>
            </a:extLst>
          </p:cNvPr>
          <p:cNvSpPr>
            <a:spLocks noGrp="1"/>
          </p:cNvSpPr>
          <p:nvPr>
            <p:ph type="body"/>
          </p:nvPr>
        </p:nvSpPr>
        <p:spPr>
          <a:xfrm>
            <a:off x="685800" y="4400640"/>
            <a:ext cx="5484240" cy="8663400"/>
          </a:xfrm>
          <a:prstGeom prst="rect">
            <a:avLst/>
          </a:prstGeom>
          <a:noFill/>
          <a:ln w="0">
            <a:noFill/>
          </a:ln>
        </p:spPr>
        <p:txBody>
          <a:bodyPr lIns="0" tIns="0" rIns="0" bIns="0" anchor="t">
            <a:noAutofit/>
          </a:bodyPr>
          <a:lstStyle/>
          <a:p>
            <a:pPr marL="12600" indent="-216000">
              <a:lnSpc>
                <a:spcPct val="100000"/>
              </a:lnSpc>
              <a:spcBef>
                <a:spcPts val="99"/>
              </a:spcBef>
              <a:buNone/>
              <a:tabLst>
                <a:tab pos="0" algn="l"/>
              </a:tabLst>
            </a:pPr>
            <a:endParaRPr lang="en-IN" sz="2000" b="0" strike="noStrike" spc="-1">
              <a:latin typeface="Arial"/>
            </a:endParaRPr>
          </a:p>
        </p:txBody>
      </p:sp>
      <p:sp>
        <p:nvSpPr>
          <p:cNvPr id="422" name="PlaceHolder 3">
            <a:extLst>
              <a:ext uri="{FF2B5EF4-FFF2-40B4-BE49-F238E27FC236}">
                <a16:creationId xmlns:a16="http://schemas.microsoft.com/office/drawing/2014/main" id="{EA381170-F272-9F0C-092B-43AFC9164503}"/>
              </a:ext>
            </a:extLst>
          </p:cNvPr>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2EE1ADBF-D36B-4F29-81FB-95A86F20DF31}" type="slidenum">
              <a:rPr lang="en-IN" sz="1200" b="0" strike="noStrike" spc="-1">
                <a:solidFill>
                  <a:srgbClr val="000000"/>
                </a:solidFill>
                <a:latin typeface="+mn-lt"/>
                <a:ea typeface="+mn-ea"/>
              </a:rPr>
              <a:t>20</a:t>
            </a:fld>
            <a:endParaRPr lang="en-IN" sz="1200" b="0" strike="noStrike" spc="-1">
              <a:latin typeface="Times New Roman"/>
            </a:endParaRPr>
          </a:p>
        </p:txBody>
      </p:sp>
    </p:spTree>
    <p:extLst>
      <p:ext uri="{BB962C8B-B14F-4D97-AF65-F5344CB8AC3E}">
        <p14:creationId xmlns:p14="http://schemas.microsoft.com/office/powerpoint/2010/main" val="3099478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4813" cy="3084513"/>
          </a:xfrm>
          <a:prstGeom prst="rect">
            <a:avLst/>
          </a:prstGeom>
          <a:ln w="0">
            <a:noFill/>
          </a:ln>
        </p:spPr>
      </p:sp>
      <p:sp>
        <p:nvSpPr>
          <p:cNvPr id="385" name="PlaceHolder 2"/>
          <p:cNvSpPr>
            <a:spLocks noGrp="1"/>
          </p:cNvSpPr>
          <p:nvPr>
            <p:ph type="body"/>
          </p:nvPr>
        </p:nvSpPr>
        <p:spPr>
          <a:xfrm>
            <a:off x="635400" y="-1867320"/>
            <a:ext cx="5484240" cy="15582600"/>
          </a:xfrm>
          <a:prstGeom prst="rect">
            <a:avLst/>
          </a:prstGeom>
          <a:noFill/>
          <a:ln w="0">
            <a:noFill/>
          </a:ln>
        </p:spPr>
        <p:txBody>
          <a:bodyPr lIns="0" tIns="0" rIns="0" bIns="0" numCol="1" spcCol="0" anchor="t">
            <a:noAutofit/>
          </a:bodyPr>
          <a:lstStyle/>
          <a:p>
            <a:pPr marL="12600" indent="-216000">
              <a:lnSpc>
                <a:spcPct val="100000"/>
              </a:lnSpc>
              <a:buNone/>
              <a:tabLst>
                <a:tab pos="0" algn="l"/>
              </a:tabLst>
            </a:pPr>
            <a:endParaRPr lang="en-IN" sz="2000" b="0" strike="noStrike" spc="-1">
              <a:latin typeface="Arial"/>
            </a:endParaRPr>
          </a:p>
        </p:txBody>
      </p:sp>
      <p:sp>
        <p:nvSpPr>
          <p:cNvPr id="386"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687C19E2-B3C6-476A-AAB7-33318FF64474}" type="slidenum">
              <a:rPr lang="en-IN" sz="1200" b="0" strike="noStrike" spc="-1">
                <a:solidFill>
                  <a:srgbClr val="000000"/>
                </a:solidFill>
                <a:latin typeface="+mn-lt"/>
                <a:ea typeface="+mn-ea"/>
              </a:rPr>
              <a:t>21</a:t>
            </a:fld>
            <a:endParaRPr lang="en-IN" sz="1200" b="0" strike="noStrike" spc="-1">
              <a:latin typeface="Times New Roman"/>
            </a:endParaRPr>
          </a:p>
        </p:txBody>
      </p:sp>
    </p:spTree>
    <p:extLst>
      <p:ext uri="{BB962C8B-B14F-4D97-AF65-F5344CB8AC3E}">
        <p14:creationId xmlns:p14="http://schemas.microsoft.com/office/powerpoint/2010/main" val="4186407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PlaceHolder 1"/>
          <p:cNvSpPr>
            <a:spLocks noGrp="1" noRot="1" noChangeAspect="1"/>
          </p:cNvSpPr>
          <p:nvPr>
            <p:ph type="sldImg"/>
          </p:nvPr>
        </p:nvSpPr>
        <p:spPr>
          <a:xfrm>
            <a:off x="685800" y="1143000"/>
            <a:ext cx="5484813" cy="3084513"/>
          </a:xfrm>
          <a:prstGeom prst="rect">
            <a:avLst/>
          </a:prstGeom>
          <a:ln w="0">
            <a:noFill/>
          </a:ln>
        </p:spPr>
      </p:sp>
      <p:sp>
        <p:nvSpPr>
          <p:cNvPr id="424" name="PlaceHolder 2"/>
          <p:cNvSpPr>
            <a:spLocks noGrp="1"/>
          </p:cNvSpPr>
          <p:nvPr>
            <p:ph type="body"/>
          </p:nvPr>
        </p:nvSpPr>
        <p:spPr>
          <a:xfrm>
            <a:off x="685800" y="4400640"/>
            <a:ext cx="5484240" cy="3598200"/>
          </a:xfrm>
          <a:prstGeom prst="rect">
            <a:avLst/>
          </a:prstGeom>
          <a:noFill/>
          <a:ln w="0">
            <a:noFill/>
          </a:ln>
        </p:spPr>
        <p:txBody>
          <a:bodyPr lIns="0" tIns="0" rIns="0" bIns="0" numCol="1" spcCol="0" anchor="t">
            <a:noAutofit/>
          </a:bodyPr>
          <a:lstStyle/>
          <a:p>
            <a:pPr marL="216000" indent="-216000">
              <a:lnSpc>
                <a:spcPct val="100000"/>
              </a:lnSpc>
              <a:spcBef>
                <a:spcPts val="575"/>
              </a:spcBef>
              <a:buNone/>
            </a:pPr>
            <a:endParaRPr lang="en-IN" sz="3600" b="0" strike="noStrike" spc="-1">
              <a:latin typeface="Arial"/>
            </a:endParaRPr>
          </a:p>
        </p:txBody>
      </p:sp>
      <p:sp>
        <p:nvSpPr>
          <p:cNvPr id="425"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181496D7-A3DF-4556-B068-E524D9B4FAC0}" type="slidenum">
              <a:rPr lang="en-IN" sz="1200" b="0" strike="noStrike" spc="-1">
                <a:solidFill>
                  <a:srgbClr val="000000"/>
                </a:solidFill>
                <a:latin typeface="+mn-lt"/>
                <a:ea typeface="+mn-ea"/>
              </a:rPr>
              <a:t>22</a:t>
            </a:fld>
            <a:endParaRPr lang="en-IN" sz="1200" b="0" strike="noStrike" spc="-1">
              <a:latin typeface="Times New Roman"/>
            </a:endParaRPr>
          </a:p>
        </p:txBody>
      </p:sp>
    </p:spTree>
    <p:extLst>
      <p:ext uri="{BB962C8B-B14F-4D97-AF65-F5344CB8AC3E}">
        <p14:creationId xmlns:p14="http://schemas.microsoft.com/office/powerpoint/2010/main" val="359168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noRot="1" noChangeAspect="1"/>
          </p:cNvSpPr>
          <p:nvPr>
            <p:ph type="sldImg"/>
          </p:nvPr>
        </p:nvSpPr>
        <p:spPr>
          <a:xfrm>
            <a:off x="687388" y="1143000"/>
            <a:ext cx="5480050" cy="3082925"/>
          </a:xfrm>
          <a:prstGeom prst="rect">
            <a:avLst/>
          </a:prstGeom>
          <a:ln w="0">
            <a:noFill/>
          </a:ln>
        </p:spPr>
      </p:sp>
      <p:sp>
        <p:nvSpPr>
          <p:cNvPr id="400"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a:lnSpc>
                <a:spcPct val="100000"/>
              </a:lnSpc>
              <a:buNone/>
              <a:tabLst>
                <a:tab pos="0" algn="l"/>
              </a:tabLst>
            </a:pPr>
            <a:endParaRPr lang="en-IN" sz="2000" b="0" strike="noStrike" spc="-1">
              <a:latin typeface="Arial"/>
            </a:endParaRPr>
          </a:p>
        </p:txBody>
      </p:sp>
      <p:sp>
        <p:nvSpPr>
          <p:cNvPr id="401"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3D23A07C-85BE-4D38-8618-42228073CA83}" type="slidenum">
              <a:rPr lang="en-IN" sz="1200" b="0" strike="noStrike" spc="-1">
                <a:solidFill>
                  <a:srgbClr val="000000"/>
                </a:solidFill>
                <a:latin typeface="+mn-lt"/>
                <a:ea typeface="+mn-ea"/>
              </a:rPr>
              <a:t>23</a:t>
            </a:fld>
            <a:endParaRPr lang="en-IN" sz="1200" b="0" strike="noStrike" spc="-1">
              <a:latin typeface="Times New Roman"/>
            </a:endParaRPr>
          </a:p>
        </p:txBody>
      </p:sp>
    </p:spTree>
    <p:extLst>
      <p:ext uri="{BB962C8B-B14F-4D97-AF65-F5344CB8AC3E}">
        <p14:creationId xmlns:p14="http://schemas.microsoft.com/office/powerpoint/2010/main" val="39147439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4813" cy="3084513"/>
          </a:xfrm>
          <a:prstGeom prst="rect">
            <a:avLst/>
          </a:prstGeom>
          <a:ln w="0">
            <a:noFill/>
          </a:ln>
        </p:spPr>
      </p:sp>
      <p:sp>
        <p:nvSpPr>
          <p:cNvPr id="385" name="PlaceHolder 2"/>
          <p:cNvSpPr>
            <a:spLocks noGrp="1"/>
          </p:cNvSpPr>
          <p:nvPr>
            <p:ph type="body"/>
          </p:nvPr>
        </p:nvSpPr>
        <p:spPr>
          <a:xfrm>
            <a:off x="635400" y="-1867320"/>
            <a:ext cx="5484240" cy="15582600"/>
          </a:xfrm>
          <a:prstGeom prst="rect">
            <a:avLst/>
          </a:prstGeom>
          <a:noFill/>
          <a:ln w="0">
            <a:noFill/>
          </a:ln>
        </p:spPr>
        <p:txBody>
          <a:bodyPr lIns="0" tIns="0" rIns="0" bIns="0" numCol="1" spcCol="0" anchor="t">
            <a:noAutofit/>
          </a:bodyPr>
          <a:lstStyle/>
          <a:p>
            <a:pPr marL="12600" indent="-216000">
              <a:lnSpc>
                <a:spcPct val="100000"/>
              </a:lnSpc>
              <a:buNone/>
              <a:tabLst>
                <a:tab pos="0" algn="l"/>
              </a:tabLst>
            </a:pPr>
            <a:endParaRPr lang="en-IN" sz="2000" b="0" strike="noStrike" spc="-1">
              <a:latin typeface="Arial"/>
            </a:endParaRPr>
          </a:p>
        </p:txBody>
      </p:sp>
      <p:sp>
        <p:nvSpPr>
          <p:cNvPr id="386"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687C19E2-B3C6-476A-AAB7-33318FF64474}" type="slidenum">
              <a:rPr lang="en-IN" sz="1200" b="0" strike="noStrike" spc="-1">
                <a:solidFill>
                  <a:srgbClr val="000000"/>
                </a:solidFill>
                <a:latin typeface="+mn-lt"/>
                <a:ea typeface="+mn-ea"/>
              </a:rPr>
              <a:t>24</a:t>
            </a:fld>
            <a:endParaRPr lang="en-IN" sz="1200" b="0" strike="noStrike" spc="-1">
              <a:latin typeface="Times New Roman"/>
            </a:endParaRPr>
          </a:p>
        </p:txBody>
      </p:sp>
    </p:spTree>
    <p:extLst>
      <p:ext uri="{BB962C8B-B14F-4D97-AF65-F5344CB8AC3E}">
        <p14:creationId xmlns:p14="http://schemas.microsoft.com/office/powerpoint/2010/main" val="701121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4813" cy="3084513"/>
          </a:xfrm>
          <a:prstGeom prst="rect">
            <a:avLst/>
          </a:prstGeom>
          <a:ln w="0">
            <a:noFill/>
          </a:ln>
        </p:spPr>
      </p:sp>
      <p:sp>
        <p:nvSpPr>
          <p:cNvPr id="385" name="PlaceHolder 2"/>
          <p:cNvSpPr>
            <a:spLocks noGrp="1"/>
          </p:cNvSpPr>
          <p:nvPr>
            <p:ph type="body"/>
          </p:nvPr>
        </p:nvSpPr>
        <p:spPr>
          <a:xfrm>
            <a:off x="635400" y="-1867320"/>
            <a:ext cx="5484240" cy="15582600"/>
          </a:xfrm>
          <a:prstGeom prst="rect">
            <a:avLst/>
          </a:prstGeom>
          <a:noFill/>
          <a:ln w="0">
            <a:noFill/>
          </a:ln>
        </p:spPr>
        <p:txBody>
          <a:bodyPr lIns="0" tIns="0" rIns="0" bIns="0" numCol="1" spcCol="0" anchor="t">
            <a:noAutofit/>
          </a:bodyPr>
          <a:lstStyle/>
          <a:p>
            <a:pPr marL="12600" indent="-216000">
              <a:lnSpc>
                <a:spcPct val="100000"/>
              </a:lnSpc>
              <a:buNone/>
              <a:tabLst>
                <a:tab pos="0" algn="l"/>
              </a:tabLst>
            </a:pPr>
            <a:endParaRPr lang="en-IN" sz="2000" b="0" strike="noStrike" spc="-1">
              <a:latin typeface="Arial"/>
            </a:endParaRPr>
          </a:p>
        </p:txBody>
      </p:sp>
      <p:sp>
        <p:nvSpPr>
          <p:cNvPr id="386"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687C19E2-B3C6-476A-AAB7-33318FF64474}" type="slidenum">
              <a:rPr lang="en-IN" sz="1200" b="0" strike="noStrike" spc="-1">
                <a:solidFill>
                  <a:srgbClr val="000000"/>
                </a:solidFill>
                <a:latin typeface="+mn-lt"/>
                <a:ea typeface="+mn-ea"/>
              </a:rPr>
              <a:t>25</a:t>
            </a:fld>
            <a:endParaRPr lang="en-IN" sz="1200" b="0" strike="noStrike" spc="-1">
              <a:latin typeface="Times New Roman"/>
            </a:endParaRPr>
          </a:p>
        </p:txBody>
      </p:sp>
    </p:spTree>
    <p:extLst>
      <p:ext uri="{BB962C8B-B14F-4D97-AF65-F5344CB8AC3E}">
        <p14:creationId xmlns:p14="http://schemas.microsoft.com/office/powerpoint/2010/main" val="605805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PlaceHolder 1"/>
          <p:cNvSpPr>
            <a:spLocks noGrp="1" noRot="1" noChangeAspect="1"/>
          </p:cNvSpPr>
          <p:nvPr>
            <p:ph type="sldImg"/>
          </p:nvPr>
        </p:nvSpPr>
        <p:spPr>
          <a:xfrm>
            <a:off x="685800" y="1143000"/>
            <a:ext cx="5484813" cy="3084513"/>
          </a:xfrm>
          <a:prstGeom prst="rect">
            <a:avLst/>
          </a:prstGeom>
          <a:ln w="0">
            <a:noFill/>
          </a:ln>
        </p:spPr>
      </p:sp>
      <p:sp>
        <p:nvSpPr>
          <p:cNvPr id="427" name="PlaceHolder 2"/>
          <p:cNvSpPr>
            <a:spLocks noGrp="1"/>
          </p:cNvSpPr>
          <p:nvPr>
            <p:ph type="body"/>
          </p:nvPr>
        </p:nvSpPr>
        <p:spPr>
          <a:xfrm>
            <a:off x="685800" y="4400640"/>
            <a:ext cx="5484240" cy="3598200"/>
          </a:xfrm>
          <a:prstGeom prst="rect">
            <a:avLst/>
          </a:prstGeom>
          <a:noFill/>
          <a:ln w="0">
            <a:noFill/>
          </a:ln>
        </p:spPr>
        <p:txBody>
          <a:bodyPr lIns="0" tIns="0" rIns="0" bIns="0" numCol="1" spcCol="0" anchor="t">
            <a:noAutofit/>
          </a:bodyPr>
          <a:lstStyle/>
          <a:p>
            <a:pPr>
              <a:lnSpc>
                <a:spcPct val="100000"/>
              </a:lnSpc>
              <a:buNone/>
              <a:tabLst>
                <a:tab pos="0" algn="l"/>
              </a:tabLst>
            </a:pPr>
            <a:endParaRPr lang="en-IN" sz="2000" b="0" strike="noStrike" spc="-1">
              <a:latin typeface="Arial"/>
            </a:endParaRPr>
          </a:p>
        </p:txBody>
      </p:sp>
      <p:sp>
        <p:nvSpPr>
          <p:cNvPr id="428"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10D998F1-360B-42EF-96C0-7B9A8B52A242}" type="slidenum">
              <a:rPr lang="en-IN" sz="1200" b="0" strike="noStrike" spc="-1">
                <a:solidFill>
                  <a:srgbClr val="000000"/>
                </a:solidFill>
                <a:latin typeface="+mn-lt"/>
                <a:ea typeface="+mn-ea"/>
              </a:rPr>
              <a:t>26</a:t>
            </a:fld>
            <a:endParaRPr lang="en-IN" sz="1200" b="0" strike="noStrike" spc="-1">
              <a:latin typeface="Times New Roman"/>
            </a:endParaRPr>
          </a:p>
        </p:txBody>
      </p:sp>
    </p:spTree>
    <p:extLst>
      <p:ext uri="{BB962C8B-B14F-4D97-AF65-F5344CB8AC3E}">
        <p14:creationId xmlns:p14="http://schemas.microsoft.com/office/powerpoint/2010/main" val="3097182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PlaceHolder 1"/>
          <p:cNvSpPr>
            <a:spLocks noGrp="1" noRot="1" noChangeAspect="1"/>
          </p:cNvSpPr>
          <p:nvPr>
            <p:ph type="sldImg"/>
          </p:nvPr>
        </p:nvSpPr>
        <p:spPr>
          <a:xfrm>
            <a:off x="685800" y="1143000"/>
            <a:ext cx="5484813" cy="3084513"/>
          </a:xfrm>
          <a:prstGeom prst="rect">
            <a:avLst/>
          </a:prstGeom>
          <a:ln w="0">
            <a:noFill/>
          </a:ln>
        </p:spPr>
      </p:sp>
      <p:sp>
        <p:nvSpPr>
          <p:cNvPr id="397" name="PlaceHolder 2"/>
          <p:cNvSpPr>
            <a:spLocks noGrp="1"/>
          </p:cNvSpPr>
          <p:nvPr>
            <p:ph type="body"/>
          </p:nvPr>
        </p:nvSpPr>
        <p:spPr>
          <a:xfrm>
            <a:off x="685800" y="4400640"/>
            <a:ext cx="5484240" cy="339984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2000" b="0" strike="noStrike" spc="-1">
              <a:latin typeface="Arial"/>
            </a:endParaRPr>
          </a:p>
        </p:txBody>
      </p:sp>
      <p:sp>
        <p:nvSpPr>
          <p:cNvPr id="398"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90FF67EA-FEB0-4E74-A013-FAB55459A271}" type="slidenum">
              <a:rPr lang="en-IN" sz="1200" b="0" strike="noStrike" spc="-1">
                <a:solidFill>
                  <a:srgbClr val="000000"/>
                </a:solidFill>
                <a:latin typeface="+mn-lt"/>
                <a:ea typeface="+mn-ea"/>
              </a:rPr>
              <a:t>27</a:t>
            </a:fld>
            <a:endParaRPr lang="en-IN" sz="1200" b="0" strike="noStrike" spc="-1">
              <a:latin typeface="Times New Roman"/>
            </a:endParaRPr>
          </a:p>
        </p:txBody>
      </p:sp>
    </p:spTree>
    <p:extLst>
      <p:ext uri="{BB962C8B-B14F-4D97-AF65-F5344CB8AC3E}">
        <p14:creationId xmlns:p14="http://schemas.microsoft.com/office/powerpoint/2010/main" val="3834530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noRot="1" noChangeAspect="1"/>
          </p:cNvSpPr>
          <p:nvPr>
            <p:ph type="sldImg"/>
          </p:nvPr>
        </p:nvSpPr>
        <p:spPr>
          <a:xfrm>
            <a:off x="687388" y="1143000"/>
            <a:ext cx="5480050" cy="3082925"/>
          </a:xfrm>
          <a:prstGeom prst="rect">
            <a:avLst/>
          </a:prstGeom>
          <a:ln w="0">
            <a:noFill/>
          </a:ln>
        </p:spPr>
      </p:sp>
      <p:sp>
        <p:nvSpPr>
          <p:cNvPr id="400"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a:lnSpc>
                <a:spcPct val="100000"/>
              </a:lnSpc>
              <a:buNone/>
              <a:tabLst>
                <a:tab pos="0" algn="l"/>
              </a:tabLst>
            </a:pPr>
            <a:endParaRPr lang="en-IN" sz="2000" b="0" strike="noStrike" spc="-1">
              <a:latin typeface="Arial"/>
            </a:endParaRPr>
          </a:p>
        </p:txBody>
      </p:sp>
      <p:sp>
        <p:nvSpPr>
          <p:cNvPr id="401"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3D23A07C-85BE-4D38-8618-42228073CA83}" type="slidenum">
              <a:rPr lang="en-IN" sz="1200" b="0" strike="noStrike" spc="-1">
                <a:solidFill>
                  <a:srgbClr val="000000"/>
                </a:solidFill>
                <a:latin typeface="+mn-lt"/>
                <a:ea typeface="+mn-ea"/>
              </a:rPr>
              <a:t>28</a:t>
            </a:fld>
            <a:endParaRPr lang="en-IN" sz="1200" b="0" strike="noStrike" spc="-1">
              <a:latin typeface="Times New Roman"/>
            </a:endParaRPr>
          </a:p>
        </p:txBody>
      </p:sp>
    </p:spTree>
    <p:extLst>
      <p:ext uri="{BB962C8B-B14F-4D97-AF65-F5344CB8AC3E}">
        <p14:creationId xmlns:p14="http://schemas.microsoft.com/office/powerpoint/2010/main" val="24437883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noRot="1" noChangeAspect="1"/>
          </p:cNvSpPr>
          <p:nvPr>
            <p:ph type="sldImg"/>
          </p:nvPr>
        </p:nvSpPr>
        <p:spPr>
          <a:xfrm>
            <a:off x="685800" y="1143000"/>
            <a:ext cx="5484813" cy="3084513"/>
          </a:xfrm>
          <a:prstGeom prst="rect">
            <a:avLst/>
          </a:prstGeom>
          <a:ln w="0">
            <a:noFill/>
          </a:ln>
        </p:spPr>
      </p:sp>
      <p:sp>
        <p:nvSpPr>
          <p:cNvPr id="388" name="PlaceHolder 2"/>
          <p:cNvSpPr>
            <a:spLocks noGrp="1"/>
          </p:cNvSpPr>
          <p:nvPr>
            <p:ph type="body"/>
          </p:nvPr>
        </p:nvSpPr>
        <p:spPr>
          <a:xfrm>
            <a:off x="685800" y="4400640"/>
            <a:ext cx="5484240" cy="3598200"/>
          </a:xfrm>
          <a:prstGeom prst="rect">
            <a:avLst/>
          </a:prstGeom>
          <a:noFill/>
          <a:ln w="0">
            <a:noFill/>
          </a:ln>
        </p:spPr>
        <p:txBody>
          <a:bodyPr lIns="0" tIns="0" rIns="0" bIns="0" anchor="t">
            <a:noAutofit/>
          </a:bodyPr>
          <a:lstStyle/>
          <a:p>
            <a:pPr marL="1143000" indent="-228600">
              <a:lnSpc>
                <a:spcPct val="100000"/>
              </a:lnSpc>
              <a:buNone/>
              <a:tabLst>
                <a:tab pos="0" algn="l"/>
              </a:tabLst>
            </a:pPr>
            <a:endParaRPr lang="en-IN" sz="2000" b="0" strike="noStrike" spc="-1">
              <a:latin typeface="Arial"/>
            </a:endParaRPr>
          </a:p>
        </p:txBody>
      </p:sp>
      <p:sp>
        <p:nvSpPr>
          <p:cNvPr id="389" name="PlaceHolder 3"/>
          <p:cNvSpPr>
            <a:spLocks noGrp="1"/>
          </p:cNvSpPr>
          <p:nvPr>
            <p:ph type="sldNum"/>
          </p:nvPr>
        </p:nvSpPr>
        <p:spPr>
          <a:xfrm>
            <a:off x="3884760" y="8685360"/>
            <a:ext cx="2969640" cy="456480"/>
          </a:xfrm>
          <a:prstGeom prst="rect">
            <a:avLst/>
          </a:prstGeom>
          <a:noFill/>
          <a:ln w="0">
            <a:noFill/>
          </a:ln>
        </p:spPr>
        <p:txBody>
          <a:bodyPr lIns="0" tIns="0" rIns="0" bIns="0" anchor="b">
            <a:noAutofit/>
          </a:bodyPr>
          <a:lstStyle/>
          <a:p>
            <a:pPr algn="r">
              <a:lnSpc>
                <a:spcPct val="100000"/>
              </a:lnSpc>
              <a:buNone/>
            </a:pPr>
            <a:fld id="{24002E86-DB81-4111-90D3-0F5B87ADC14F}" type="slidenum">
              <a:rPr lang="en-IN" sz="1200" b="0" strike="noStrike" spc="-1">
                <a:solidFill>
                  <a:srgbClr val="000000"/>
                </a:solidFill>
                <a:latin typeface="+mn-lt"/>
                <a:ea typeface="+mn-ea"/>
              </a:rPr>
              <a:t>29</a:t>
            </a:fld>
            <a:endParaRPr lang="en-IN" sz="1200" b="0" strike="noStrike" spc="-1">
              <a:latin typeface="Times New Roman"/>
            </a:endParaRPr>
          </a:p>
        </p:txBody>
      </p:sp>
    </p:spTree>
    <p:extLst>
      <p:ext uri="{BB962C8B-B14F-4D97-AF65-F5344CB8AC3E}">
        <p14:creationId xmlns:p14="http://schemas.microsoft.com/office/powerpoint/2010/main" val="2860183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2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2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3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3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3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4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4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4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4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9"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5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5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5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5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5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57"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5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6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61"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63"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64"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6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6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6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69"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71"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72"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73"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74"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75"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76"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 Box 16">
            <a:extLst>
              <a:ext uri="{FF2B5EF4-FFF2-40B4-BE49-F238E27FC236}">
                <a16:creationId xmlns:a16="http://schemas.microsoft.com/office/drawing/2014/main" id="{4124788B-26D4-40D5-ADB7-E3EFDD03A2B4}"/>
              </a:ext>
            </a:extLst>
          </p:cNvPr>
          <p:cNvSpPr txBox="1">
            <a:spLocks noChangeArrowheads="1"/>
          </p:cNvSpPr>
          <p:nvPr userDrawn="1"/>
        </p:nvSpPr>
        <p:spPr bwMode="auto">
          <a:xfrm>
            <a:off x="5337897" y="6411954"/>
            <a:ext cx="1676400" cy="253916"/>
          </a:xfrm>
          <a:prstGeom prst="rect">
            <a:avLst/>
          </a:prstGeom>
          <a:noFill/>
          <a:ln>
            <a:noFill/>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base" hangingPunct="0">
              <a:spcBef>
                <a:spcPct val="0"/>
              </a:spcBef>
              <a:spcAft>
                <a:spcPct val="0"/>
              </a:spcAft>
              <a:defRPr sz="1600">
                <a:solidFill>
                  <a:schemeClr val="tx1"/>
                </a:solidFill>
                <a:latin typeface="Tahoma" pitchFamily="34" charset="0"/>
              </a:defRPr>
            </a:lvl6pPr>
            <a:lvl7pPr marL="2971800" indent="-228600" algn="ctr" eaLnBrk="0" fontAlgn="base" hangingPunct="0">
              <a:spcBef>
                <a:spcPct val="0"/>
              </a:spcBef>
              <a:spcAft>
                <a:spcPct val="0"/>
              </a:spcAft>
              <a:defRPr sz="1600">
                <a:solidFill>
                  <a:schemeClr val="tx1"/>
                </a:solidFill>
                <a:latin typeface="Tahoma" pitchFamily="34" charset="0"/>
              </a:defRPr>
            </a:lvl7pPr>
            <a:lvl8pPr marL="3429000" indent="-228600" algn="ctr" eaLnBrk="0" fontAlgn="base" hangingPunct="0">
              <a:spcBef>
                <a:spcPct val="0"/>
              </a:spcBef>
              <a:spcAft>
                <a:spcPct val="0"/>
              </a:spcAft>
              <a:defRPr sz="1600">
                <a:solidFill>
                  <a:schemeClr val="tx1"/>
                </a:solidFill>
                <a:latin typeface="Tahoma" pitchFamily="34" charset="0"/>
              </a:defRPr>
            </a:lvl8pPr>
            <a:lvl9pPr marL="3886200" indent="-228600" algn="ctr" eaLnBrk="0" fontAlgn="base" hangingPunct="0">
              <a:spcBef>
                <a:spcPct val="0"/>
              </a:spcBef>
              <a:spcAft>
                <a:spcPct val="0"/>
              </a:spcAft>
              <a:defRPr sz="1600">
                <a:solidFill>
                  <a:schemeClr val="tx1"/>
                </a:solidFill>
                <a:latin typeface="Tahoma" pitchFamily="34" charset="0"/>
              </a:defRPr>
            </a:lvl9pPr>
          </a:lstStyle>
          <a:p>
            <a:pPr>
              <a:spcBef>
                <a:spcPct val="50000"/>
              </a:spcBef>
              <a:defRPr/>
            </a:pPr>
            <a:r>
              <a:rPr lang="en-US" sz="1050" b="0" u="sng">
                <a:solidFill>
                  <a:srgbClr val="000099"/>
                </a:solidFill>
                <a:latin typeface="+mn-lt"/>
              </a:rPr>
              <a:t>www.jasmin-infotech.com</a:t>
            </a:r>
            <a:endParaRPr lang="en-US" sz="1400" b="0" i="1">
              <a:solidFill>
                <a:srgbClr val="C14916"/>
              </a:solidFill>
              <a:latin typeface="+mn-lt"/>
            </a:endParaRPr>
          </a:p>
        </p:txBody>
      </p:sp>
      <p:sp>
        <p:nvSpPr>
          <p:cNvPr id="11" name="Slide Number Placeholder 12">
            <a:extLst>
              <a:ext uri="{FF2B5EF4-FFF2-40B4-BE49-F238E27FC236}">
                <a16:creationId xmlns:a16="http://schemas.microsoft.com/office/drawing/2014/main" id="{31D66A2A-A548-48C9-922B-D62471CE8727}"/>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2" name="Picture 1">
            <a:extLst>
              <a:ext uri="{FF2B5EF4-FFF2-40B4-BE49-F238E27FC236}">
                <a16:creationId xmlns:a16="http://schemas.microsoft.com/office/drawing/2014/main" id="{0D138D3F-CC47-0FF9-D4CB-EC6B2E5ACB8B}"/>
              </a:ext>
            </a:extLst>
          </p:cNvPr>
          <p:cNvPicPr>
            <a:picLocks noChangeAspect="1"/>
          </p:cNvPicPr>
          <p:nvPr userDrawn="1"/>
        </p:nvPicPr>
        <p:blipFill>
          <a:blip r:embed="rId2"/>
          <a:stretch>
            <a:fillRect/>
          </a:stretch>
        </p:blipFill>
        <p:spPr>
          <a:xfrm>
            <a:off x="4115798" y="986740"/>
            <a:ext cx="3741742" cy="1200329"/>
          </a:xfrm>
          <a:prstGeom prst="rect">
            <a:avLst/>
          </a:prstGeom>
        </p:spPr>
      </p:pic>
      <p:sp>
        <p:nvSpPr>
          <p:cNvPr id="3" name="TextBox 2">
            <a:extLst>
              <a:ext uri="{FF2B5EF4-FFF2-40B4-BE49-F238E27FC236}">
                <a16:creationId xmlns:a16="http://schemas.microsoft.com/office/drawing/2014/main" id="{33E40779-73A9-914E-2480-9A29EBF05473}"/>
              </a:ext>
            </a:extLst>
          </p:cNvPr>
          <p:cNvSpPr txBox="1"/>
          <p:nvPr userDrawn="1"/>
        </p:nvSpPr>
        <p:spPr>
          <a:xfrm>
            <a:off x="4774007" y="2286718"/>
            <a:ext cx="2425324" cy="400110"/>
          </a:xfrm>
          <a:prstGeom prst="rect">
            <a:avLst/>
          </a:prstGeom>
          <a:noFill/>
        </p:spPr>
        <p:txBody>
          <a:bodyPr wrap="square">
            <a:spAutoFit/>
          </a:bodyPr>
          <a:lstStyle/>
          <a:p>
            <a:r>
              <a:rPr lang="en-IN" sz="2000" b="1" i="1">
                <a:solidFill>
                  <a:srgbClr val="000000"/>
                </a:solidFill>
                <a:effectLst/>
              </a:rPr>
              <a:t>Helping you innovate</a:t>
            </a:r>
            <a:endParaRPr lang="en-IN" sz="2000" b="1" i="1"/>
          </a:p>
        </p:txBody>
      </p:sp>
    </p:spTree>
    <p:extLst>
      <p:ext uri="{BB962C8B-B14F-4D97-AF65-F5344CB8AC3E}">
        <p14:creationId xmlns:p14="http://schemas.microsoft.com/office/powerpoint/2010/main" val="81713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32713578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D500-044D-4F8A-9311-1D19A1E0D640}"/>
              </a:ext>
            </a:extLst>
          </p:cNvPr>
          <p:cNvSpPr>
            <a:spLocks noGrp="1"/>
          </p:cNvSpPr>
          <p:nvPr>
            <p:ph type="title"/>
          </p:nvPr>
        </p:nvSpPr>
        <p:spPr>
          <a:xfrm>
            <a:off x="831850" y="1709739"/>
            <a:ext cx="10515600" cy="1719262"/>
          </a:xfrm>
        </p:spPr>
        <p:txBody>
          <a:bodyPr anchor="b">
            <a:normAutofit/>
          </a:bodyPr>
          <a:lstStyle>
            <a:lvl1pPr>
              <a:defRPr sz="2800">
                <a:latin typeface="Century Gothic" panose="020B0502020202020204" pitchFamily="34" charset="0"/>
              </a:defRPr>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A8A540-5472-4C45-9471-5968D6BC44BB}"/>
              </a:ext>
            </a:extLst>
          </p:cNvPr>
          <p:cNvSpPr>
            <a:spLocks noGrp="1"/>
          </p:cNvSpPr>
          <p:nvPr>
            <p:ph type="body" idx="1"/>
          </p:nvPr>
        </p:nvSpPr>
        <p:spPr>
          <a:xfrm>
            <a:off x="838200" y="3839370"/>
            <a:ext cx="10515600" cy="1500187"/>
          </a:xfrm>
        </p:spPr>
        <p:txBody>
          <a:bodyPr/>
          <a:lstStyle>
            <a:lvl1pPr marL="0" indent="0">
              <a:buNone/>
              <a:defRPr sz="2400">
                <a:solidFill>
                  <a:schemeClr val="tx1">
                    <a:tint val="75000"/>
                  </a:schemeClr>
                </a:solidFill>
                <a:latin typeface="Century Gothic" panose="020B0502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hidden="1">
            <a:extLst>
              <a:ext uri="{FF2B5EF4-FFF2-40B4-BE49-F238E27FC236}">
                <a16:creationId xmlns:a16="http://schemas.microsoft.com/office/drawing/2014/main" id="{470DE521-D3F7-4AC9-95DC-EFEFD3DE8597}"/>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hidden="1">
            <a:extLst>
              <a:ext uri="{FF2B5EF4-FFF2-40B4-BE49-F238E27FC236}">
                <a16:creationId xmlns:a16="http://schemas.microsoft.com/office/drawing/2014/main" id="{4B1DF27C-CA9A-40E8-A56A-2B7A4035CDE7}"/>
              </a:ext>
            </a:extLst>
          </p:cNvPr>
          <p:cNvSpPr>
            <a:spLocks noGrp="1"/>
          </p:cNvSpPr>
          <p:nvPr>
            <p:ph type="ftr" sz="quarter" idx="11"/>
          </p:nvPr>
        </p:nvSpPr>
        <p:spPr>
          <a:xfrm>
            <a:off x="4038600" y="6356350"/>
            <a:ext cx="4114800" cy="365125"/>
          </a:xfrm>
          <a:prstGeom prst="rect">
            <a:avLst/>
          </a:prstGeom>
        </p:spPr>
        <p:txBody>
          <a:bodyPr/>
          <a:lstStyle/>
          <a:p>
            <a:r>
              <a:rPr lang="en-US"/>
              <a:t>CONFIDENTIAL I Shared under NDA</a:t>
            </a:r>
            <a:endParaRPr lang="en-IN"/>
          </a:p>
        </p:txBody>
      </p:sp>
      <p:cxnSp>
        <p:nvCxnSpPr>
          <p:cNvPr id="7" name="Straight Connector 6">
            <a:extLst>
              <a:ext uri="{FF2B5EF4-FFF2-40B4-BE49-F238E27FC236}">
                <a16:creationId xmlns:a16="http://schemas.microsoft.com/office/drawing/2014/main" id="{61B7E32C-6A60-4344-8FB2-6251996B6247}"/>
              </a:ext>
            </a:extLst>
          </p:cNvPr>
          <p:cNvCxnSpPr>
            <a:cxnSpLocks/>
          </p:cNvCxnSpPr>
          <p:nvPr userDrawn="1"/>
        </p:nvCxnSpPr>
        <p:spPr>
          <a:xfrm>
            <a:off x="838200" y="3455687"/>
            <a:ext cx="11353800" cy="0"/>
          </a:xfrm>
          <a:prstGeom prst="line">
            <a:avLst/>
          </a:prstGeom>
          <a:ln w="38100">
            <a:solidFill>
              <a:srgbClr val="000087"/>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39106E4-29D0-496D-9A43-CB891643C286}"/>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A42DA796-DA88-4A79-99C5-26352F6730FB}"/>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1" name="Picture 10">
            <a:extLst>
              <a:ext uri="{FF2B5EF4-FFF2-40B4-BE49-F238E27FC236}">
                <a16:creationId xmlns:a16="http://schemas.microsoft.com/office/drawing/2014/main" id="{1B906B2E-F395-462F-BCAA-5B24E2A416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15705288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22984408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884342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5B1BB6A-62CB-411F-8E6F-CE29E323FDD6}"/>
              </a:ext>
            </a:extLst>
          </p:cNvPr>
          <p:cNvSpPr txBox="1">
            <a:spLocks/>
          </p:cNvSpPr>
          <p:nvPr userDrawn="1"/>
        </p:nvSpPr>
        <p:spPr>
          <a:xfrm>
            <a:off x="4917287" y="5337469"/>
            <a:ext cx="6094602" cy="8853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50">
                <a:solidFill>
                  <a:schemeClr val="accent2"/>
                </a:solidFill>
              </a:rPr>
              <a:t>THANK YOU!</a:t>
            </a:r>
            <a:endParaRPr lang="en-IN" sz="4050">
              <a:solidFill>
                <a:schemeClr val="accent2"/>
              </a:solidFill>
            </a:endParaRPr>
          </a:p>
        </p:txBody>
      </p:sp>
      <p:pic>
        <p:nvPicPr>
          <p:cNvPr id="11" name="Picture 10">
            <a:extLst>
              <a:ext uri="{FF2B5EF4-FFF2-40B4-BE49-F238E27FC236}">
                <a16:creationId xmlns:a16="http://schemas.microsoft.com/office/drawing/2014/main" id="{7D780C04-86F0-48AA-880D-9780441582D1}"/>
              </a:ext>
            </a:extLst>
          </p:cNvPr>
          <p:cNvPicPr>
            <a:picLocks noChangeAspect="1"/>
          </p:cNvPicPr>
          <p:nvPr userDrawn="1"/>
        </p:nvPicPr>
        <p:blipFill>
          <a:blip r:embed="rId2"/>
          <a:stretch>
            <a:fillRect/>
          </a:stretch>
        </p:blipFill>
        <p:spPr>
          <a:xfrm>
            <a:off x="4617128" y="2485236"/>
            <a:ext cx="3467080" cy="1112219"/>
          </a:xfrm>
          <a:prstGeom prst="rect">
            <a:avLst/>
          </a:prstGeom>
        </p:spPr>
      </p:pic>
      <p:sp>
        <p:nvSpPr>
          <p:cNvPr id="13" name="Freeform: Shape 12">
            <a:extLst>
              <a:ext uri="{FF2B5EF4-FFF2-40B4-BE49-F238E27FC236}">
                <a16:creationId xmlns:a16="http://schemas.microsoft.com/office/drawing/2014/main" id="{2F3AA549-D622-4A21-9ECE-DB969E0703AF}"/>
              </a:ext>
            </a:extLst>
          </p:cNvPr>
          <p:cNvSpPr/>
          <p:nvPr userDrawn="1"/>
        </p:nvSpPr>
        <p:spPr>
          <a:xfrm>
            <a:off x="11144304" y="4221882"/>
            <a:ext cx="209496" cy="209496"/>
          </a:xfrm>
          <a:custGeom>
            <a:avLst/>
            <a:gdLst>
              <a:gd name="connsiteX0" fmla="*/ 101580 w 279328"/>
              <a:gd name="connsiteY0" fmla="*/ 209496 h 279328"/>
              <a:gd name="connsiteX1" fmla="*/ 107916 w 279328"/>
              <a:gd name="connsiteY1" fmla="*/ 215846 h 279328"/>
              <a:gd name="connsiteX2" fmla="*/ 106067 w 279328"/>
              <a:gd name="connsiteY2" fmla="*/ 220333 h 279328"/>
              <a:gd name="connsiteX3" fmla="*/ 87018 w 279328"/>
              <a:gd name="connsiteY3" fmla="*/ 239382 h 279328"/>
              <a:gd name="connsiteX4" fmla="*/ 82531 w 279328"/>
              <a:gd name="connsiteY4" fmla="*/ 241244 h 279328"/>
              <a:gd name="connsiteX5" fmla="*/ 76182 w 279328"/>
              <a:gd name="connsiteY5" fmla="*/ 234894 h 279328"/>
              <a:gd name="connsiteX6" fmla="*/ 78044 w 279328"/>
              <a:gd name="connsiteY6" fmla="*/ 230407 h 279328"/>
              <a:gd name="connsiteX7" fmla="*/ 97079 w 279328"/>
              <a:gd name="connsiteY7" fmla="*/ 211358 h 279328"/>
              <a:gd name="connsiteX8" fmla="*/ 101580 w 279328"/>
              <a:gd name="connsiteY8" fmla="*/ 209496 h 279328"/>
              <a:gd name="connsiteX9" fmla="*/ 95230 w 279328"/>
              <a:gd name="connsiteY9" fmla="*/ 177748 h 279328"/>
              <a:gd name="connsiteX10" fmla="*/ 101580 w 279328"/>
              <a:gd name="connsiteY10" fmla="*/ 184111 h 279328"/>
              <a:gd name="connsiteX11" fmla="*/ 99718 w 279328"/>
              <a:gd name="connsiteY11" fmla="*/ 188585 h 279328"/>
              <a:gd name="connsiteX12" fmla="*/ 36235 w 279328"/>
              <a:gd name="connsiteY12" fmla="*/ 252081 h 279328"/>
              <a:gd name="connsiteX13" fmla="*/ 31748 w 279328"/>
              <a:gd name="connsiteY13" fmla="*/ 253930 h 279328"/>
              <a:gd name="connsiteX14" fmla="*/ 25398 w 279328"/>
              <a:gd name="connsiteY14" fmla="*/ 247580 h 279328"/>
              <a:gd name="connsiteX15" fmla="*/ 27247 w 279328"/>
              <a:gd name="connsiteY15" fmla="*/ 243093 h 279328"/>
              <a:gd name="connsiteX16" fmla="*/ 90743 w 279328"/>
              <a:gd name="connsiteY16" fmla="*/ 179611 h 279328"/>
              <a:gd name="connsiteX17" fmla="*/ 95230 w 279328"/>
              <a:gd name="connsiteY17" fmla="*/ 177748 h 279328"/>
              <a:gd name="connsiteX18" fmla="*/ 63483 w 279328"/>
              <a:gd name="connsiteY18" fmla="*/ 171412 h 279328"/>
              <a:gd name="connsiteX19" fmla="*/ 69833 w 279328"/>
              <a:gd name="connsiteY19" fmla="*/ 177748 h 279328"/>
              <a:gd name="connsiteX20" fmla="*/ 67971 w 279328"/>
              <a:gd name="connsiteY20" fmla="*/ 182249 h 279328"/>
              <a:gd name="connsiteX21" fmla="*/ 61621 w 279328"/>
              <a:gd name="connsiteY21" fmla="*/ 188585 h 279328"/>
              <a:gd name="connsiteX22" fmla="*/ 57134 w 279328"/>
              <a:gd name="connsiteY22" fmla="*/ 190448 h 279328"/>
              <a:gd name="connsiteX23" fmla="*/ 50784 w 279328"/>
              <a:gd name="connsiteY23" fmla="*/ 184111 h 279328"/>
              <a:gd name="connsiteX24" fmla="*/ 52647 w 279328"/>
              <a:gd name="connsiteY24" fmla="*/ 179611 h 279328"/>
              <a:gd name="connsiteX25" fmla="*/ 58996 w 279328"/>
              <a:gd name="connsiteY25" fmla="*/ 173261 h 279328"/>
              <a:gd name="connsiteX26" fmla="*/ 63483 w 279328"/>
              <a:gd name="connsiteY26" fmla="*/ 171412 h 279328"/>
              <a:gd name="connsiteX27" fmla="*/ 254176 w 279328"/>
              <a:gd name="connsiteY27" fmla="*/ 34140 h 279328"/>
              <a:gd name="connsiteX28" fmla="*/ 121728 w 279328"/>
              <a:gd name="connsiteY28" fmla="*/ 166588 h 279328"/>
              <a:gd name="connsiteX29" fmla="*/ 158816 w 279328"/>
              <a:gd name="connsiteY29" fmla="*/ 256646 h 279328"/>
              <a:gd name="connsiteX30" fmla="*/ 254176 w 279328"/>
              <a:gd name="connsiteY30" fmla="*/ 34140 h 279328"/>
              <a:gd name="connsiteX31" fmla="*/ 245188 w 279328"/>
              <a:gd name="connsiteY31" fmla="*/ 25153 h 279328"/>
              <a:gd name="connsiteX32" fmla="*/ 22695 w 279328"/>
              <a:gd name="connsiteY32" fmla="*/ 120525 h 279328"/>
              <a:gd name="connsiteX33" fmla="*/ 112753 w 279328"/>
              <a:gd name="connsiteY33" fmla="*/ 157601 h 279328"/>
              <a:gd name="connsiteX34" fmla="*/ 272978 w 279328"/>
              <a:gd name="connsiteY34" fmla="*/ 0 h 279328"/>
              <a:gd name="connsiteX35" fmla="*/ 279328 w 279328"/>
              <a:gd name="connsiteY35" fmla="*/ 6350 h 279328"/>
              <a:gd name="connsiteX36" fmla="*/ 278643 w 279328"/>
              <a:gd name="connsiteY36" fmla="*/ 9039 h 279328"/>
              <a:gd name="connsiteX37" fmla="*/ 278720 w 279328"/>
              <a:gd name="connsiteY37" fmla="*/ 9078 h 279328"/>
              <a:gd name="connsiteX38" fmla="*/ 164558 w 279328"/>
              <a:gd name="connsiteY38" fmla="*/ 275423 h 279328"/>
              <a:gd name="connsiteX39" fmla="*/ 164532 w 279328"/>
              <a:gd name="connsiteY39" fmla="*/ 275487 h 279328"/>
              <a:gd name="connsiteX40" fmla="*/ 164441 w 279328"/>
              <a:gd name="connsiteY40" fmla="*/ 275707 h 279328"/>
              <a:gd name="connsiteX41" fmla="*/ 164403 w 279328"/>
              <a:gd name="connsiteY41" fmla="*/ 275694 h 279328"/>
              <a:gd name="connsiteX42" fmla="*/ 158713 w 279328"/>
              <a:gd name="connsiteY42" fmla="*/ 279328 h 279328"/>
              <a:gd name="connsiteX43" fmla="*/ 152712 w 279328"/>
              <a:gd name="connsiteY43" fmla="*/ 274737 h 279328"/>
              <a:gd name="connsiteX44" fmla="*/ 152609 w 279328"/>
              <a:gd name="connsiteY44" fmla="*/ 274776 h 279328"/>
              <a:gd name="connsiteX45" fmla="*/ 109429 w 279328"/>
              <a:gd name="connsiteY45" fmla="*/ 169899 h 279328"/>
              <a:gd name="connsiteX46" fmla="*/ 4565 w 279328"/>
              <a:gd name="connsiteY46" fmla="*/ 126719 h 279328"/>
              <a:gd name="connsiteX47" fmla="*/ 4591 w 279328"/>
              <a:gd name="connsiteY47" fmla="*/ 126616 h 279328"/>
              <a:gd name="connsiteX48" fmla="*/ 0 w 279328"/>
              <a:gd name="connsiteY48" fmla="*/ 120615 h 279328"/>
              <a:gd name="connsiteX49" fmla="*/ 3634 w 279328"/>
              <a:gd name="connsiteY49" fmla="*/ 114925 h 279328"/>
              <a:gd name="connsiteX50" fmla="*/ 3621 w 279328"/>
              <a:gd name="connsiteY50" fmla="*/ 114900 h 279328"/>
              <a:gd name="connsiteX51" fmla="*/ 3841 w 279328"/>
              <a:gd name="connsiteY51" fmla="*/ 114796 h 279328"/>
              <a:gd name="connsiteX52" fmla="*/ 3905 w 279328"/>
              <a:gd name="connsiteY52" fmla="*/ 114770 h 279328"/>
              <a:gd name="connsiteX53" fmla="*/ 270250 w 279328"/>
              <a:gd name="connsiteY53" fmla="*/ 621 h 279328"/>
              <a:gd name="connsiteX54" fmla="*/ 270276 w 279328"/>
              <a:gd name="connsiteY54" fmla="*/ 673 h 279328"/>
              <a:gd name="connsiteX55" fmla="*/ 272978 w 279328"/>
              <a:gd name="connsiteY55" fmla="*/ 0 h 2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9328" h="279328">
                <a:moveTo>
                  <a:pt x="101580" y="209496"/>
                </a:moveTo>
                <a:cubicBezTo>
                  <a:pt x="105084" y="209496"/>
                  <a:pt x="107916" y="212341"/>
                  <a:pt x="107916" y="215846"/>
                </a:cubicBezTo>
                <a:cubicBezTo>
                  <a:pt x="107916" y="217604"/>
                  <a:pt x="107218" y="219195"/>
                  <a:pt x="106067" y="220333"/>
                </a:cubicBezTo>
                <a:lnTo>
                  <a:pt x="87018" y="239382"/>
                </a:lnTo>
                <a:cubicBezTo>
                  <a:pt x="85867" y="240533"/>
                  <a:pt x="84277" y="241244"/>
                  <a:pt x="82531" y="241244"/>
                </a:cubicBezTo>
                <a:cubicBezTo>
                  <a:pt x="79027" y="241244"/>
                  <a:pt x="76182" y="238399"/>
                  <a:pt x="76182" y="234894"/>
                </a:cubicBezTo>
                <a:cubicBezTo>
                  <a:pt x="76182" y="233148"/>
                  <a:pt x="76893" y="231545"/>
                  <a:pt x="78044" y="230407"/>
                </a:cubicBezTo>
                <a:lnTo>
                  <a:pt x="97079" y="211358"/>
                </a:lnTo>
                <a:cubicBezTo>
                  <a:pt x="98230" y="210207"/>
                  <a:pt x="99821" y="209496"/>
                  <a:pt x="101580" y="209496"/>
                </a:cubicBezTo>
                <a:close/>
                <a:moveTo>
                  <a:pt x="95230" y="177748"/>
                </a:moveTo>
                <a:cubicBezTo>
                  <a:pt x="98735" y="177748"/>
                  <a:pt x="101580" y="180606"/>
                  <a:pt x="101580" y="184111"/>
                </a:cubicBezTo>
                <a:cubicBezTo>
                  <a:pt x="101580" y="185857"/>
                  <a:pt x="100868" y="187447"/>
                  <a:pt x="99718" y="188585"/>
                </a:cubicBezTo>
                <a:lnTo>
                  <a:pt x="36235" y="252081"/>
                </a:lnTo>
                <a:cubicBezTo>
                  <a:pt x="35084" y="253232"/>
                  <a:pt x="33493" y="253930"/>
                  <a:pt x="31748" y="253930"/>
                </a:cubicBezTo>
                <a:cubicBezTo>
                  <a:pt x="28243" y="253930"/>
                  <a:pt x="25398" y="251098"/>
                  <a:pt x="25398" y="247580"/>
                </a:cubicBezTo>
                <a:cubicBezTo>
                  <a:pt x="25398" y="245848"/>
                  <a:pt x="26109" y="244257"/>
                  <a:pt x="27247" y="243093"/>
                </a:cubicBezTo>
                <a:lnTo>
                  <a:pt x="90743" y="179611"/>
                </a:lnTo>
                <a:cubicBezTo>
                  <a:pt x="91881" y="178473"/>
                  <a:pt x="93471" y="177748"/>
                  <a:pt x="95230" y="177748"/>
                </a:cubicBezTo>
                <a:close/>
                <a:moveTo>
                  <a:pt x="63483" y="171412"/>
                </a:moveTo>
                <a:cubicBezTo>
                  <a:pt x="66988" y="171412"/>
                  <a:pt x="69833" y="174257"/>
                  <a:pt x="69833" y="177748"/>
                </a:cubicBezTo>
                <a:cubicBezTo>
                  <a:pt x="69833" y="179507"/>
                  <a:pt x="69122" y="181098"/>
                  <a:pt x="67971" y="182249"/>
                </a:cubicBezTo>
                <a:lnTo>
                  <a:pt x="61621" y="188585"/>
                </a:lnTo>
                <a:cubicBezTo>
                  <a:pt x="60470" y="189749"/>
                  <a:pt x="58893" y="190448"/>
                  <a:pt x="57134" y="190448"/>
                </a:cubicBezTo>
                <a:cubicBezTo>
                  <a:pt x="53629" y="190448"/>
                  <a:pt x="50784" y="187603"/>
                  <a:pt x="50784" y="184111"/>
                </a:cubicBezTo>
                <a:cubicBezTo>
                  <a:pt x="50784" y="182352"/>
                  <a:pt x="51496" y="180774"/>
                  <a:pt x="52647" y="179611"/>
                </a:cubicBezTo>
                <a:lnTo>
                  <a:pt x="58996" y="173261"/>
                </a:lnTo>
                <a:cubicBezTo>
                  <a:pt x="60147" y="172123"/>
                  <a:pt x="61738" y="171412"/>
                  <a:pt x="63483" y="171412"/>
                </a:cubicBezTo>
                <a:close/>
                <a:moveTo>
                  <a:pt x="254176" y="34140"/>
                </a:moveTo>
                <a:lnTo>
                  <a:pt x="121728" y="166588"/>
                </a:lnTo>
                <a:lnTo>
                  <a:pt x="158816" y="256646"/>
                </a:lnTo>
                <a:cubicBezTo>
                  <a:pt x="158816" y="256646"/>
                  <a:pt x="254176" y="34140"/>
                  <a:pt x="254176" y="34140"/>
                </a:cubicBezTo>
                <a:close/>
                <a:moveTo>
                  <a:pt x="245188" y="25153"/>
                </a:moveTo>
                <a:lnTo>
                  <a:pt x="22695" y="120525"/>
                </a:lnTo>
                <a:cubicBezTo>
                  <a:pt x="22695" y="120525"/>
                  <a:pt x="112753" y="157601"/>
                  <a:pt x="112753" y="157601"/>
                </a:cubicBezTo>
                <a:close/>
                <a:moveTo>
                  <a:pt x="272978" y="0"/>
                </a:moveTo>
                <a:cubicBezTo>
                  <a:pt x="276483" y="0"/>
                  <a:pt x="279328" y="2845"/>
                  <a:pt x="279328" y="6350"/>
                </a:cubicBezTo>
                <a:cubicBezTo>
                  <a:pt x="279328" y="7332"/>
                  <a:pt x="279043" y="8225"/>
                  <a:pt x="278643" y="9039"/>
                </a:cubicBezTo>
                <a:lnTo>
                  <a:pt x="278720" y="9078"/>
                </a:lnTo>
                <a:lnTo>
                  <a:pt x="164558" y="275423"/>
                </a:lnTo>
                <a:cubicBezTo>
                  <a:pt x="164558" y="275449"/>
                  <a:pt x="164545" y="275462"/>
                  <a:pt x="164532" y="275487"/>
                </a:cubicBezTo>
                <a:lnTo>
                  <a:pt x="164441" y="275707"/>
                </a:lnTo>
                <a:lnTo>
                  <a:pt x="164403" y="275694"/>
                </a:lnTo>
                <a:cubicBezTo>
                  <a:pt x="163381" y="277828"/>
                  <a:pt x="161234" y="279328"/>
                  <a:pt x="158713" y="279328"/>
                </a:cubicBezTo>
                <a:cubicBezTo>
                  <a:pt x="155829" y="279328"/>
                  <a:pt x="153488" y="277375"/>
                  <a:pt x="152712" y="274737"/>
                </a:cubicBezTo>
                <a:lnTo>
                  <a:pt x="152609" y="274776"/>
                </a:lnTo>
                <a:lnTo>
                  <a:pt x="109429" y="169899"/>
                </a:lnTo>
                <a:lnTo>
                  <a:pt x="4565" y="126719"/>
                </a:lnTo>
                <a:lnTo>
                  <a:pt x="4591" y="126616"/>
                </a:lnTo>
                <a:cubicBezTo>
                  <a:pt x="1953" y="125840"/>
                  <a:pt x="0" y="123499"/>
                  <a:pt x="0" y="120615"/>
                </a:cubicBezTo>
                <a:cubicBezTo>
                  <a:pt x="0" y="118094"/>
                  <a:pt x="1500" y="115960"/>
                  <a:pt x="3634" y="114925"/>
                </a:cubicBezTo>
                <a:lnTo>
                  <a:pt x="3621" y="114900"/>
                </a:lnTo>
                <a:lnTo>
                  <a:pt x="3841" y="114796"/>
                </a:lnTo>
                <a:cubicBezTo>
                  <a:pt x="3867" y="114783"/>
                  <a:pt x="3892" y="114770"/>
                  <a:pt x="3905" y="114770"/>
                </a:cubicBezTo>
                <a:lnTo>
                  <a:pt x="270250" y="621"/>
                </a:lnTo>
                <a:lnTo>
                  <a:pt x="270276" y="673"/>
                </a:lnTo>
                <a:cubicBezTo>
                  <a:pt x="271103" y="259"/>
                  <a:pt x="272009" y="0"/>
                  <a:pt x="27297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4" name="Freeform: Shape 13">
            <a:extLst>
              <a:ext uri="{FF2B5EF4-FFF2-40B4-BE49-F238E27FC236}">
                <a16:creationId xmlns:a16="http://schemas.microsoft.com/office/drawing/2014/main" id="{9A92232A-8606-49DF-8121-568064219514}"/>
              </a:ext>
            </a:extLst>
          </p:cNvPr>
          <p:cNvSpPr/>
          <p:nvPr userDrawn="1"/>
        </p:nvSpPr>
        <p:spPr>
          <a:xfrm>
            <a:off x="11144304" y="4561631"/>
            <a:ext cx="209496" cy="190451"/>
          </a:xfrm>
          <a:custGeom>
            <a:avLst/>
            <a:gdLst>
              <a:gd name="connsiteX0" fmla="*/ 101580 w 279328"/>
              <a:gd name="connsiteY0" fmla="*/ 76181 h 253935"/>
              <a:gd name="connsiteX1" fmla="*/ 12699 w 279328"/>
              <a:gd name="connsiteY1" fmla="*/ 149187 h 253935"/>
              <a:gd name="connsiteX2" fmla="*/ 39300 w 279328"/>
              <a:gd name="connsiteY2" fmla="*/ 201126 h 253935"/>
              <a:gd name="connsiteX3" fmla="*/ 43516 w 279328"/>
              <a:gd name="connsiteY3" fmla="*/ 214469 h 253935"/>
              <a:gd name="connsiteX4" fmla="*/ 38239 w 279328"/>
              <a:gd name="connsiteY4" fmla="*/ 232950 h 253935"/>
              <a:gd name="connsiteX5" fmla="*/ 71423 w 279328"/>
              <a:gd name="connsiteY5" fmla="*/ 220183 h 253935"/>
              <a:gd name="connsiteX6" fmla="*/ 75988 w 279328"/>
              <a:gd name="connsiteY6" fmla="*/ 219348 h 253935"/>
              <a:gd name="connsiteX7" fmla="*/ 78703 w 279328"/>
              <a:gd name="connsiteY7" fmla="*/ 219642 h 253935"/>
              <a:gd name="connsiteX8" fmla="*/ 101580 w 279328"/>
              <a:gd name="connsiteY8" fmla="*/ 222193 h 253935"/>
              <a:gd name="connsiteX9" fmla="*/ 190447 w 279328"/>
              <a:gd name="connsiteY9" fmla="*/ 149187 h 253935"/>
              <a:gd name="connsiteX10" fmla="*/ 101580 w 279328"/>
              <a:gd name="connsiteY10" fmla="*/ 76181 h 253935"/>
              <a:gd name="connsiteX11" fmla="*/ 101580 w 279328"/>
              <a:gd name="connsiteY11" fmla="*/ 63484 h 253935"/>
              <a:gd name="connsiteX12" fmla="*/ 203146 w 279328"/>
              <a:gd name="connsiteY12" fmla="*/ 149187 h 253935"/>
              <a:gd name="connsiteX13" fmla="*/ 101580 w 279328"/>
              <a:gd name="connsiteY13" fmla="*/ 234890 h 253935"/>
              <a:gd name="connsiteX14" fmla="*/ 75988 w 279328"/>
              <a:gd name="connsiteY14" fmla="*/ 232045 h 253935"/>
              <a:gd name="connsiteX15" fmla="*/ 19049 w 279328"/>
              <a:gd name="connsiteY15" fmla="*/ 253935 h 253935"/>
              <a:gd name="connsiteX16" fmla="*/ 31321 w 279328"/>
              <a:gd name="connsiteY16" fmla="*/ 210990 h 253935"/>
              <a:gd name="connsiteX17" fmla="*/ 0 w 279328"/>
              <a:gd name="connsiteY17" fmla="*/ 149187 h 253935"/>
              <a:gd name="connsiteX18" fmla="*/ 101580 w 279328"/>
              <a:gd name="connsiteY18" fmla="*/ 63484 h 253935"/>
              <a:gd name="connsiteX19" fmla="*/ 177748 w 279328"/>
              <a:gd name="connsiteY19" fmla="*/ 0 h 253935"/>
              <a:gd name="connsiteX20" fmla="*/ 279328 w 279328"/>
              <a:gd name="connsiteY20" fmla="*/ 85703 h 253935"/>
              <a:gd name="connsiteX21" fmla="*/ 248007 w 279328"/>
              <a:gd name="connsiteY21" fmla="*/ 147506 h 253935"/>
              <a:gd name="connsiteX22" fmla="*/ 260279 w 279328"/>
              <a:gd name="connsiteY22" fmla="*/ 190451 h 253935"/>
              <a:gd name="connsiteX23" fmla="*/ 212225 w 279328"/>
              <a:gd name="connsiteY23" fmla="*/ 171971 h 253935"/>
              <a:gd name="connsiteX24" fmla="*/ 214837 w 279328"/>
              <a:gd name="connsiteY24" fmla="*/ 159368 h 253935"/>
              <a:gd name="connsiteX25" fmla="*/ 241089 w 279328"/>
              <a:gd name="connsiteY25" fmla="*/ 169466 h 253935"/>
              <a:gd name="connsiteX26" fmla="*/ 235799 w 279328"/>
              <a:gd name="connsiteY26" fmla="*/ 150986 h 253935"/>
              <a:gd name="connsiteX27" fmla="*/ 240028 w 279328"/>
              <a:gd name="connsiteY27" fmla="*/ 137631 h 253935"/>
              <a:gd name="connsiteX28" fmla="*/ 266629 w 279328"/>
              <a:gd name="connsiteY28" fmla="*/ 85703 h 253935"/>
              <a:gd name="connsiteX29" fmla="*/ 177748 w 279328"/>
              <a:gd name="connsiteY29" fmla="*/ 12697 h 253935"/>
              <a:gd name="connsiteX30" fmla="*/ 99679 w 279328"/>
              <a:gd name="connsiteY30" fmla="*/ 50858 h 253935"/>
              <a:gd name="connsiteX31" fmla="*/ 84380 w 279328"/>
              <a:gd name="connsiteY31" fmla="*/ 51986 h 253935"/>
              <a:gd name="connsiteX32" fmla="*/ 177748 w 279328"/>
              <a:gd name="connsiteY32" fmla="*/ 0 h 2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9328" h="253935">
                <a:moveTo>
                  <a:pt x="101580" y="76181"/>
                </a:moveTo>
                <a:cubicBezTo>
                  <a:pt x="52568" y="76181"/>
                  <a:pt x="12699" y="108934"/>
                  <a:pt x="12699" y="149187"/>
                </a:cubicBezTo>
                <a:cubicBezTo>
                  <a:pt x="12699" y="168796"/>
                  <a:pt x="22139" y="187230"/>
                  <a:pt x="39300" y="201126"/>
                </a:cubicBezTo>
                <a:cubicBezTo>
                  <a:pt x="43257" y="204324"/>
                  <a:pt x="44925" y="209579"/>
                  <a:pt x="43516" y="214469"/>
                </a:cubicBezTo>
                <a:lnTo>
                  <a:pt x="38239" y="232950"/>
                </a:lnTo>
                <a:lnTo>
                  <a:pt x="71423" y="220183"/>
                </a:lnTo>
                <a:cubicBezTo>
                  <a:pt x="72884" y="219630"/>
                  <a:pt x="74436" y="219348"/>
                  <a:pt x="75988" y="219348"/>
                </a:cubicBezTo>
                <a:cubicBezTo>
                  <a:pt x="76893" y="219348"/>
                  <a:pt x="77811" y="219442"/>
                  <a:pt x="78703" y="219642"/>
                </a:cubicBezTo>
                <a:cubicBezTo>
                  <a:pt x="86437" y="221335"/>
                  <a:pt x="94131" y="222193"/>
                  <a:pt x="101580" y="222193"/>
                </a:cubicBezTo>
                <a:cubicBezTo>
                  <a:pt x="150578" y="222193"/>
                  <a:pt x="190447" y="189440"/>
                  <a:pt x="190447" y="149187"/>
                </a:cubicBezTo>
                <a:cubicBezTo>
                  <a:pt x="190447" y="108934"/>
                  <a:pt x="150578" y="76181"/>
                  <a:pt x="101580" y="76181"/>
                </a:cubicBezTo>
                <a:close/>
                <a:moveTo>
                  <a:pt x="101580" y="63484"/>
                </a:moveTo>
                <a:cubicBezTo>
                  <a:pt x="157665" y="63484"/>
                  <a:pt x="203146" y="101856"/>
                  <a:pt x="203146" y="149187"/>
                </a:cubicBezTo>
                <a:cubicBezTo>
                  <a:pt x="203146" y="196518"/>
                  <a:pt x="157665" y="234890"/>
                  <a:pt x="101580" y="234890"/>
                </a:cubicBezTo>
                <a:cubicBezTo>
                  <a:pt x="92708" y="234890"/>
                  <a:pt x="84173" y="233844"/>
                  <a:pt x="75988" y="232045"/>
                </a:cubicBezTo>
                <a:lnTo>
                  <a:pt x="19049" y="253935"/>
                </a:lnTo>
                <a:lnTo>
                  <a:pt x="31321" y="210990"/>
                </a:lnTo>
                <a:cubicBezTo>
                  <a:pt x="12052" y="195389"/>
                  <a:pt x="0" y="173499"/>
                  <a:pt x="0" y="149187"/>
                </a:cubicBezTo>
                <a:cubicBezTo>
                  <a:pt x="0" y="101856"/>
                  <a:pt x="45481" y="63484"/>
                  <a:pt x="101580" y="63484"/>
                </a:cubicBezTo>
                <a:close/>
                <a:moveTo>
                  <a:pt x="177748" y="0"/>
                </a:moveTo>
                <a:cubicBezTo>
                  <a:pt x="233860" y="0"/>
                  <a:pt x="279328" y="38373"/>
                  <a:pt x="279328" y="85703"/>
                </a:cubicBezTo>
                <a:cubicBezTo>
                  <a:pt x="279328" y="110015"/>
                  <a:pt x="267288" y="131905"/>
                  <a:pt x="248007" y="147506"/>
                </a:cubicBezTo>
                <a:lnTo>
                  <a:pt x="260279" y="190451"/>
                </a:lnTo>
                <a:lnTo>
                  <a:pt x="212225" y="171971"/>
                </a:lnTo>
                <a:cubicBezTo>
                  <a:pt x="213376" y="167856"/>
                  <a:pt x="214320" y="163671"/>
                  <a:pt x="214837" y="159368"/>
                </a:cubicBezTo>
                <a:lnTo>
                  <a:pt x="241089" y="169466"/>
                </a:lnTo>
                <a:lnTo>
                  <a:pt x="235799" y="150986"/>
                </a:lnTo>
                <a:cubicBezTo>
                  <a:pt x="234403" y="146107"/>
                  <a:pt x="236071" y="140840"/>
                  <a:pt x="240028" y="137631"/>
                </a:cubicBezTo>
                <a:cubicBezTo>
                  <a:pt x="257189" y="123746"/>
                  <a:pt x="266629" y="105313"/>
                  <a:pt x="266629" y="85703"/>
                </a:cubicBezTo>
                <a:cubicBezTo>
                  <a:pt x="266629" y="45450"/>
                  <a:pt x="226760" y="12697"/>
                  <a:pt x="177748" y="12697"/>
                </a:cubicBezTo>
                <a:cubicBezTo>
                  <a:pt x="144100" y="12697"/>
                  <a:pt x="114770" y="28145"/>
                  <a:pt x="99679" y="50858"/>
                </a:cubicBezTo>
                <a:cubicBezTo>
                  <a:pt x="94480" y="50928"/>
                  <a:pt x="89385" y="51340"/>
                  <a:pt x="84380" y="51986"/>
                </a:cubicBezTo>
                <a:cubicBezTo>
                  <a:pt x="99899" y="21408"/>
                  <a:pt x="135862" y="0"/>
                  <a:pt x="17774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5" name="Freeform: Shape 14">
            <a:extLst>
              <a:ext uri="{FF2B5EF4-FFF2-40B4-BE49-F238E27FC236}">
                <a16:creationId xmlns:a16="http://schemas.microsoft.com/office/drawing/2014/main" id="{D3832688-8F75-4834-9C99-E323FBD456F8}"/>
              </a:ext>
            </a:extLst>
          </p:cNvPr>
          <p:cNvSpPr/>
          <p:nvPr userDrawn="1"/>
        </p:nvSpPr>
        <p:spPr>
          <a:xfrm>
            <a:off x="11172873" y="4897086"/>
            <a:ext cx="152360" cy="209475"/>
          </a:xfrm>
          <a:custGeom>
            <a:avLst/>
            <a:gdLst>
              <a:gd name="connsiteX0" fmla="*/ 199640 w 203146"/>
              <a:gd name="connsiteY0" fmla="*/ 631 h 279300"/>
              <a:gd name="connsiteX1" fmla="*/ 202474 w 203146"/>
              <a:gd name="connsiteY1" fmla="*/ 9154 h 279300"/>
              <a:gd name="connsiteX2" fmla="*/ 169535 w 203146"/>
              <a:gd name="connsiteY2" fmla="*/ 41601 h 279300"/>
              <a:gd name="connsiteX3" fmla="*/ 117778 w 203146"/>
              <a:gd name="connsiteY3" fmla="*/ 37398 h 279300"/>
              <a:gd name="connsiteX4" fmla="*/ 88305 w 203146"/>
              <a:gd name="connsiteY4" fmla="*/ 34972 h 279300"/>
              <a:gd name="connsiteX5" fmla="*/ 76950 w 203146"/>
              <a:gd name="connsiteY5" fmla="*/ 51123 h 279300"/>
              <a:gd name="connsiteX6" fmla="*/ 139665 w 203146"/>
              <a:gd name="connsiteY6" fmla="*/ 120583 h 279300"/>
              <a:gd name="connsiteX7" fmla="*/ 139665 w 203146"/>
              <a:gd name="connsiteY7" fmla="*/ 209464 h 279300"/>
              <a:gd name="connsiteX8" fmla="*/ 69837 w 203146"/>
              <a:gd name="connsiteY8" fmla="*/ 279300 h 279300"/>
              <a:gd name="connsiteX9" fmla="*/ 0 w 203146"/>
              <a:gd name="connsiteY9" fmla="*/ 209464 h 279300"/>
              <a:gd name="connsiteX10" fmla="*/ 0 w 203146"/>
              <a:gd name="connsiteY10" fmla="*/ 120583 h 279300"/>
              <a:gd name="connsiteX11" fmla="*/ 64028 w 203146"/>
              <a:gd name="connsiteY11" fmla="*/ 51059 h 279300"/>
              <a:gd name="connsiteX12" fmla="*/ 81636 w 203146"/>
              <a:gd name="connsiteY12" fmla="*/ 24165 h 279300"/>
              <a:gd name="connsiteX13" fmla="*/ 123455 w 203146"/>
              <a:gd name="connsiteY13" fmla="*/ 26033 h 279300"/>
              <a:gd name="connsiteX14" fmla="*/ 191120 w 203146"/>
              <a:gd name="connsiteY14" fmla="*/ 3485 h 279300"/>
              <a:gd name="connsiteX15" fmla="*/ 199640 w 203146"/>
              <a:gd name="connsiteY15" fmla="*/ 631 h 279300"/>
              <a:gd name="connsiteX16" fmla="*/ 63480 w 203146"/>
              <a:gd name="connsiteY16" fmla="*/ 63824 h 279300"/>
              <a:gd name="connsiteX17" fmla="*/ 12696 w 203146"/>
              <a:gd name="connsiteY17" fmla="*/ 120583 h 279300"/>
              <a:gd name="connsiteX18" fmla="*/ 12696 w 203146"/>
              <a:gd name="connsiteY18" fmla="*/ 126940 h 279300"/>
              <a:gd name="connsiteX19" fmla="*/ 63480 w 203146"/>
              <a:gd name="connsiteY19" fmla="*/ 126940 h 279300"/>
              <a:gd name="connsiteX20" fmla="*/ 63480 w 203146"/>
              <a:gd name="connsiteY20" fmla="*/ 63824 h 279300"/>
              <a:gd name="connsiteX21" fmla="*/ 76185 w 203146"/>
              <a:gd name="connsiteY21" fmla="*/ 63824 h 279300"/>
              <a:gd name="connsiteX22" fmla="*/ 76185 w 203146"/>
              <a:gd name="connsiteY22" fmla="*/ 126940 h 279300"/>
              <a:gd name="connsiteX23" fmla="*/ 126969 w 203146"/>
              <a:gd name="connsiteY23" fmla="*/ 126940 h 279300"/>
              <a:gd name="connsiteX24" fmla="*/ 126969 w 203146"/>
              <a:gd name="connsiteY24" fmla="*/ 120583 h 279300"/>
              <a:gd name="connsiteX25" fmla="*/ 76185 w 203146"/>
              <a:gd name="connsiteY25" fmla="*/ 63824 h 279300"/>
              <a:gd name="connsiteX26" fmla="*/ 12696 w 203146"/>
              <a:gd name="connsiteY26" fmla="*/ 139628 h 279300"/>
              <a:gd name="connsiteX27" fmla="*/ 12696 w 203146"/>
              <a:gd name="connsiteY27" fmla="*/ 209464 h 279300"/>
              <a:gd name="connsiteX28" fmla="*/ 69837 w 203146"/>
              <a:gd name="connsiteY28" fmla="*/ 266599 h 279300"/>
              <a:gd name="connsiteX29" fmla="*/ 126969 w 203146"/>
              <a:gd name="connsiteY29" fmla="*/ 209464 h 279300"/>
              <a:gd name="connsiteX30" fmla="*/ 126969 w 203146"/>
              <a:gd name="connsiteY30" fmla="*/ 139628 h 279300"/>
              <a:gd name="connsiteX31" fmla="*/ 12696 w 203146"/>
              <a:gd name="connsiteY31" fmla="*/ 139628 h 27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03146" h="279300">
                <a:moveTo>
                  <a:pt x="199640" y="631"/>
                </a:moveTo>
                <a:cubicBezTo>
                  <a:pt x="202777" y="2214"/>
                  <a:pt x="204042" y="6015"/>
                  <a:pt x="202474" y="9154"/>
                </a:cubicBezTo>
                <a:cubicBezTo>
                  <a:pt x="195068" y="23970"/>
                  <a:pt x="184451" y="35802"/>
                  <a:pt x="169535" y="41601"/>
                </a:cubicBezTo>
                <a:cubicBezTo>
                  <a:pt x="157349" y="46349"/>
                  <a:pt x="141904" y="49450"/>
                  <a:pt x="117778" y="37398"/>
                </a:cubicBezTo>
                <a:cubicBezTo>
                  <a:pt x="103400" y="30210"/>
                  <a:pt x="97374" y="29367"/>
                  <a:pt x="88305" y="34972"/>
                </a:cubicBezTo>
                <a:cubicBezTo>
                  <a:pt x="82089" y="38812"/>
                  <a:pt x="78415" y="45143"/>
                  <a:pt x="76950" y="51123"/>
                </a:cubicBezTo>
                <a:cubicBezTo>
                  <a:pt x="112176" y="54691"/>
                  <a:pt x="139665" y="84426"/>
                  <a:pt x="139665" y="120583"/>
                </a:cubicBezTo>
                <a:lnTo>
                  <a:pt x="139665" y="209464"/>
                </a:lnTo>
                <a:cubicBezTo>
                  <a:pt x="139665" y="248034"/>
                  <a:pt x="108398" y="279300"/>
                  <a:pt x="69837" y="279300"/>
                </a:cubicBezTo>
                <a:cubicBezTo>
                  <a:pt x="31268" y="279300"/>
                  <a:pt x="0" y="248034"/>
                  <a:pt x="0" y="209464"/>
                </a:cubicBezTo>
                <a:lnTo>
                  <a:pt x="0" y="120583"/>
                </a:lnTo>
                <a:cubicBezTo>
                  <a:pt x="0" y="83985"/>
                  <a:pt x="28188" y="54004"/>
                  <a:pt x="64028" y="51059"/>
                </a:cubicBezTo>
                <a:cubicBezTo>
                  <a:pt x="65832" y="40083"/>
                  <a:pt x="72312" y="29938"/>
                  <a:pt x="81636" y="24165"/>
                </a:cubicBezTo>
                <a:cubicBezTo>
                  <a:pt x="90714" y="18573"/>
                  <a:pt x="103844" y="14966"/>
                  <a:pt x="123455" y="26033"/>
                </a:cubicBezTo>
                <a:cubicBezTo>
                  <a:pt x="157906" y="45467"/>
                  <a:pt x="176865" y="25228"/>
                  <a:pt x="191120" y="3485"/>
                </a:cubicBezTo>
                <a:cubicBezTo>
                  <a:pt x="193047" y="540"/>
                  <a:pt x="196495" y="-926"/>
                  <a:pt x="199640" y="631"/>
                </a:cubicBezTo>
                <a:close/>
                <a:moveTo>
                  <a:pt x="63480" y="63824"/>
                </a:moveTo>
                <a:cubicBezTo>
                  <a:pt x="34914" y="66990"/>
                  <a:pt x="12696" y="91185"/>
                  <a:pt x="12696" y="120583"/>
                </a:cubicBezTo>
                <a:lnTo>
                  <a:pt x="12696" y="126940"/>
                </a:lnTo>
                <a:lnTo>
                  <a:pt x="63480" y="126940"/>
                </a:lnTo>
                <a:lnTo>
                  <a:pt x="63480" y="63824"/>
                </a:lnTo>
                <a:close/>
                <a:moveTo>
                  <a:pt x="76185" y="63824"/>
                </a:moveTo>
                <a:lnTo>
                  <a:pt x="76185" y="126940"/>
                </a:lnTo>
                <a:lnTo>
                  <a:pt x="126969" y="126940"/>
                </a:lnTo>
                <a:lnTo>
                  <a:pt x="126969" y="120583"/>
                </a:lnTo>
                <a:cubicBezTo>
                  <a:pt x="126969" y="91185"/>
                  <a:pt x="104751" y="66990"/>
                  <a:pt x="76185" y="63824"/>
                </a:cubicBezTo>
                <a:close/>
                <a:moveTo>
                  <a:pt x="12696" y="139628"/>
                </a:moveTo>
                <a:lnTo>
                  <a:pt x="12696" y="209464"/>
                </a:lnTo>
                <a:cubicBezTo>
                  <a:pt x="12696" y="241029"/>
                  <a:pt x="38277" y="266599"/>
                  <a:pt x="69837" y="266599"/>
                </a:cubicBezTo>
                <a:cubicBezTo>
                  <a:pt x="101388" y="266599"/>
                  <a:pt x="126969" y="241029"/>
                  <a:pt x="126969" y="209464"/>
                </a:cubicBezTo>
                <a:cubicBezTo>
                  <a:pt x="126969" y="209464"/>
                  <a:pt x="126969" y="139628"/>
                  <a:pt x="126969" y="139628"/>
                </a:cubicBezTo>
                <a:lnTo>
                  <a:pt x="12696" y="139628"/>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6" name="Text Placeholder 5">
            <a:extLst>
              <a:ext uri="{FF2B5EF4-FFF2-40B4-BE49-F238E27FC236}">
                <a16:creationId xmlns:a16="http://schemas.microsoft.com/office/drawing/2014/main" id="{0B91B1E4-0B05-471B-8CB4-A52807CD6972}"/>
              </a:ext>
            </a:extLst>
          </p:cNvPr>
          <p:cNvSpPr txBox="1">
            <a:spLocks/>
          </p:cNvSpPr>
          <p:nvPr userDrawn="1"/>
        </p:nvSpPr>
        <p:spPr>
          <a:xfrm>
            <a:off x="8010472" y="4069033"/>
            <a:ext cx="3001417" cy="1037528"/>
          </a:xfrm>
          <a:prstGeom prst="rect">
            <a:avLst/>
          </a:prstGeom>
        </p:spPr>
        <p:txBody>
          <a:bodyPr vert="horz" lIns="68580" tIns="34290" rIns="68580" bIns="3429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India, Germany, Japan, USA &amp; China</a:t>
            </a:r>
          </a:p>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+91 44 6666 9600</a:t>
            </a:r>
          </a:p>
          <a:p>
            <a:pPr marL="0" indent="0" algn="r" defTabSz="685800">
              <a:lnSpc>
                <a:spcPct val="200000"/>
              </a:lnSpc>
              <a:spcBef>
                <a:spcPts val="0"/>
              </a:spcBef>
              <a:buNone/>
            </a:pPr>
            <a:r>
              <a:rPr lang="en-US" sz="1100" b="1" u="sng">
                <a:solidFill>
                  <a:schemeClr val="tx1"/>
                </a:solidFill>
                <a:latin typeface="Calibri Light" panose="020F0302020204030204"/>
                <a:ea typeface="Roboto" panose="02000000000000000000" pitchFamily="2" charset="0"/>
              </a:rPr>
              <a:t>www.jasmin-infotech.com</a:t>
            </a:r>
          </a:p>
        </p:txBody>
      </p:sp>
      <p:pic>
        <p:nvPicPr>
          <p:cNvPr id="17" name="Picture 2">
            <a:extLst>
              <a:ext uri="{FF2B5EF4-FFF2-40B4-BE49-F238E27FC236}">
                <a16:creationId xmlns:a16="http://schemas.microsoft.com/office/drawing/2014/main" id="{A081058F-3133-4197-B807-FC6CB78CE2B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5660041" cy="4561631"/>
          </a:xfrm>
          <a:prstGeom prst="rect">
            <a:avLst/>
          </a:prstGeom>
          <a:noFill/>
          <a:extLst>
            <a:ext uri="{909E8E84-426E-40DD-AFC4-6F175D3DCCD1}">
              <a14:hiddenFill xmlns:a14="http://schemas.microsoft.com/office/drawing/2010/main">
                <a:solidFill>
                  <a:srgbClr val="FFFFFF"/>
                </a:solidFill>
              </a14:hiddenFill>
            </a:ext>
          </a:extLst>
        </p:spPr>
      </p:pic>
      <p:sp>
        <p:nvSpPr>
          <p:cNvPr id="18" name="Isosceles Triangle 17">
            <a:extLst>
              <a:ext uri="{FF2B5EF4-FFF2-40B4-BE49-F238E27FC236}">
                <a16:creationId xmlns:a16="http://schemas.microsoft.com/office/drawing/2014/main" id="{3E6B2BDD-7865-4F6F-B5D7-A4B5A52B7464}"/>
              </a:ext>
            </a:extLst>
          </p:cNvPr>
          <p:cNvSpPr/>
          <p:nvPr userDrawn="1"/>
        </p:nvSpPr>
        <p:spPr>
          <a:xfrm rot="5400000">
            <a:off x="-467508" y="4483021"/>
            <a:ext cx="1972910" cy="1037896"/>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picture containing text, font, logo, graphics&#10;&#10;Description automatically generated">
            <a:extLst>
              <a:ext uri="{FF2B5EF4-FFF2-40B4-BE49-F238E27FC236}">
                <a16:creationId xmlns:a16="http://schemas.microsoft.com/office/drawing/2014/main" id="{F8BB3D50-38BC-132C-82A7-E5447A2A645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469253" y="195459"/>
            <a:ext cx="1855980" cy="1498672"/>
          </a:xfrm>
          <a:prstGeom prst="rect">
            <a:avLst/>
          </a:prstGeom>
        </p:spPr>
      </p:pic>
    </p:spTree>
    <p:extLst>
      <p:ext uri="{BB962C8B-B14F-4D97-AF65-F5344CB8AC3E}">
        <p14:creationId xmlns:p14="http://schemas.microsoft.com/office/powerpoint/2010/main" val="7322700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8" name="Text Box 16">
            <a:extLst>
              <a:ext uri="{FF2B5EF4-FFF2-40B4-BE49-F238E27FC236}">
                <a16:creationId xmlns:a16="http://schemas.microsoft.com/office/drawing/2014/main" id="{4124788B-26D4-40D5-ADB7-E3EFDD03A2B4}"/>
              </a:ext>
            </a:extLst>
          </p:cNvPr>
          <p:cNvSpPr txBox="1">
            <a:spLocks noChangeArrowheads="1"/>
          </p:cNvSpPr>
          <p:nvPr userDrawn="1"/>
        </p:nvSpPr>
        <p:spPr bwMode="auto">
          <a:xfrm>
            <a:off x="5337897" y="6411954"/>
            <a:ext cx="1676400" cy="253916"/>
          </a:xfrm>
          <a:prstGeom prst="rect">
            <a:avLst/>
          </a:prstGeom>
          <a:noFill/>
          <a:ln>
            <a:noFill/>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base" hangingPunct="0">
              <a:spcBef>
                <a:spcPct val="0"/>
              </a:spcBef>
              <a:spcAft>
                <a:spcPct val="0"/>
              </a:spcAft>
              <a:defRPr sz="1600">
                <a:solidFill>
                  <a:schemeClr val="tx1"/>
                </a:solidFill>
                <a:latin typeface="Tahoma" pitchFamily="34" charset="0"/>
              </a:defRPr>
            </a:lvl6pPr>
            <a:lvl7pPr marL="2971800" indent="-228600" algn="ctr" eaLnBrk="0" fontAlgn="base" hangingPunct="0">
              <a:spcBef>
                <a:spcPct val="0"/>
              </a:spcBef>
              <a:spcAft>
                <a:spcPct val="0"/>
              </a:spcAft>
              <a:defRPr sz="1600">
                <a:solidFill>
                  <a:schemeClr val="tx1"/>
                </a:solidFill>
                <a:latin typeface="Tahoma" pitchFamily="34" charset="0"/>
              </a:defRPr>
            </a:lvl7pPr>
            <a:lvl8pPr marL="3429000" indent="-228600" algn="ctr" eaLnBrk="0" fontAlgn="base" hangingPunct="0">
              <a:spcBef>
                <a:spcPct val="0"/>
              </a:spcBef>
              <a:spcAft>
                <a:spcPct val="0"/>
              </a:spcAft>
              <a:defRPr sz="1600">
                <a:solidFill>
                  <a:schemeClr val="tx1"/>
                </a:solidFill>
                <a:latin typeface="Tahoma" pitchFamily="34" charset="0"/>
              </a:defRPr>
            </a:lvl8pPr>
            <a:lvl9pPr marL="3886200" indent="-228600" algn="ctr" eaLnBrk="0" fontAlgn="base" hangingPunct="0">
              <a:spcBef>
                <a:spcPct val="0"/>
              </a:spcBef>
              <a:spcAft>
                <a:spcPct val="0"/>
              </a:spcAft>
              <a:defRPr sz="1600">
                <a:solidFill>
                  <a:schemeClr val="tx1"/>
                </a:solidFill>
                <a:latin typeface="Tahoma" pitchFamily="34" charset="0"/>
              </a:defRPr>
            </a:lvl9pPr>
          </a:lstStyle>
          <a:p>
            <a:pPr>
              <a:spcBef>
                <a:spcPct val="50000"/>
              </a:spcBef>
              <a:defRPr/>
            </a:pPr>
            <a:r>
              <a:rPr lang="en-US" sz="1050" b="0" u="sng">
                <a:solidFill>
                  <a:srgbClr val="000099"/>
                </a:solidFill>
                <a:latin typeface="+mn-lt"/>
              </a:rPr>
              <a:t>www.jasmin-infotech.com</a:t>
            </a:r>
            <a:endParaRPr lang="en-US" sz="1400" b="0" i="1">
              <a:solidFill>
                <a:srgbClr val="C14916"/>
              </a:solidFill>
              <a:latin typeface="+mn-lt"/>
            </a:endParaRPr>
          </a:p>
        </p:txBody>
      </p:sp>
      <p:sp>
        <p:nvSpPr>
          <p:cNvPr id="11" name="Slide Number Placeholder 12">
            <a:extLst>
              <a:ext uri="{FF2B5EF4-FFF2-40B4-BE49-F238E27FC236}">
                <a16:creationId xmlns:a16="http://schemas.microsoft.com/office/drawing/2014/main" id="{31D66A2A-A548-48C9-922B-D62471CE8727}"/>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2" name="Picture 1">
            <a:extLst>
              <a:ext uri="{FF2B5EF4-FFF2-40B4-BE49-F238E27FC236}">
                <a16:creationId xmlns:a16="http://schemas.microsoft.com/office/drawing/2014/main" id="{0D138D3F-CC47-0FF9-D4CB-EC6B2E5ACB8B}"/>
              </a:ext>
            </a:extLst>
          </p:cNvPr>
          <p:cNvPicPr>
            <a:picLocks noChangeAspect="1"/>
          </p:cNvPicPr>
          <p:nvPr userDrawn="1"/>
        </p:nvPicPr>
        <p:blipFill>
          <a:blip r:embed="rId2"/>
          <a:stretch>
            <a:fillRect/>
          </a:stretch>
        </p:blipFill>
        <p:spPr>
          <a:xfrm>
            <a:off x="4225129" y="2298963"/>
            <a:ext cx="3741742" cy="1200329"/>
          </a:xfrm>
          <a:prstGeom prst="rect">
            <a:avLst/>
          </a:prstGeom>
        </p:spPr>
      </p:pic>
      <p:sp>
        <p:nvSpPr>
          <p:cNvPr id="3" name="TextBox 2">
            <a:extLst>
              <a:ext uri="{FF2B5EF4-FFF2-40B4-BE49-F238E27FC236}">
                <a16:creationId xmlns:a16="http://schemas.microsoft.com/office/drawing/2014/main" id="{33E40779-73A9-914E-2480-9A29EBF05473}"/>
              </a:ext>
            </a:extLst>
          </p:cNvPr>
          <p:cNvSpPr txBox="1"/>
          <p:nvPr userDrawn="1"/>
        </p:nvSpPr>
        <p:spPr>
          <a:xfrm>
            <a:off x="4963435" y="3499292"/>
            <a:ext cx="2425324" cy="400110"/>
          </a:xfrm>
          <a:prstGeom prst="rect">
            <a:avLst/>
          </a:prstGeom>
          <a:noFill/>
        </p:spPr>
        <p:txBody>
          <a:bodyPr wrap="square">
            <a:spAutoFit/>
          </a:bodyPr>
          <a:lstStyle/>
          <a:p>
            <a:r>
              <a:rPr lang="en-IN" sz="2000" b="1" i="1">
                <a:solidFill>
                  <a:srgbClr val="000000"/>
                </a:solidFill>
                <a:effectLst/>
              </a:rPr>
              <a:t>Helping you innovate</a:t>
            </a:r>
            <a:endParaRPr lang="en-IN" sz="2000" b="1" i="1"/>
          </a:p>
        </p:txBody>
      </p:sp>
      <p:pic>
        <p:nvPicPr>
          <p:cNvPr id="4" name="Picture 3" descr="A picture containing text, font, logo, graphics&#10;&#10;Description automatically generated">
            <a:extLst>
              <a:ext uri="{FF2B5EF4-FFF2-40B4-BE49-F238E27FC236}">
                <a16:creationId xmlns:a16="http://schemas.microsoft.com/office/drawing/2014/main" id="{FE7E01E8-D30E-15CC-EEBD-2C36403598B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97054" y="247217"/>
            <a:ext cx="2197891" cy="1774759"/>
          </a:xfrm>
          <a:prstGeom prst="rect">
            <a:avLst/>
          </a:prstGeom>
        </p:spPr>
      </p:pic>
    </p:spTree>
    <p:extLst>
      <p:ext uri="{BB962C8B-B14F-4D97-AF65-F5344CB8AC3E}">
        <p14:creationId xmlns:p14="http://schemas.microsoft.com/office/powerpoint/2010/main" val="41921672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30750755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392019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5B1BB6A-62CB-411F-8E6F-CE29E323FDD6}"/>
              </a:ext>
            </a:extLst>
          </p:cNvPr>
          <p:cNvSpPr txBox="1">
            <a:spLocks/>
          </p:cNvSpPr>
          <p:nvPr userDrawn="1"/>
        </p:nvSpPr>
        <p:spPr>
          <a:xfrm>
            <a:off x="4917287" y="5337469"/>
            <a:ext cx="6094602" cy="8853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50">
                <a:solidFill>
                  <a:schemeClr val="accent2"/>
                </a:solidFill>
              </a:rPr>
              <a:t>THANK YOU!</a:t>
            </a:r>
            <a:endParaRPr lang="en-IN" sz="4050">
              <a:solidFill>
                <a:schemeClr val="accent2"/>
              </a:solidFill>
            </a:endParaRPr>
          </a:p>
        </p:txBody>
      </p:sp>
      <p:pic>
        <p:nvPicPr>
          <p:cNvPr id="11" name="Picture 10">
            <a:extLst>
              <a:ext uri="{FF2B5EF4-FFF2-40B4-BE49-F238E27FC236}">
                <a16:creationId xmlns:a16="http://schemas.microsoft.com/office/drawing/2014/main" id="{7D780C04-86F0-48AA-880D-9780441582D1}"/>
              </a:ext>
            </a:extLst>
          </p:cNvPr>
          <p:cNvPicPr>
            <a:picLocks noChangeAspect="1"/>
          </p:cNvPicPr>
          <p:nvPr userDrawn="1"/>
        </p:nvPicPr>
        <p:blipFill>
          <a:blip r:embed="rId2"/>
          <a:stretch>
            <a:fillRect/>
          </a:stretch>
        </p:blipFill>
        <p:spPr>
          <a:xfrm>
            <a:off x="4617128" y="2485236"/>
            <a:ext cx="3467080" cy="1112219"/>
          </a:xfrm>
          <a:prstGeom prst="rect">
            <a:avLst/>
          </a:prstGeom>
        </p:spPr>
      </p:pic>
      <p:sp>
        <p:nvSpPr>
          <p:cNvPr id="13" name="Freeform: Shape 12">
            <a:extLst>
              <a:ext uri="{FF2B5EF4-FFF2-40B4-BE49-F238E27FC236}">
                <a16:creationId xmlns:a16="http://schemas.microsoft.com/office/drawing/2014/main" id="{2F3AA549-D622-4A21-9ECE-DB969E0703AF}"/>
              </a:ext>
            </a:extLst>
          </p:cNvPr>
          <p:cNvSpPr/>
          <p:nvPr userDrawn="1"/>
        </p:nvSpPr>
        <p:spPr>
          <a:xfrm>
            <a:off x="11144304" y="4221882"/>
            <a:ext cx="209496" cy="209496"/>
          </a:xfrm>
          <a:custGeom>
            <a:avLst/>
            <a:gdLst>
              <a:gd name="connsiteX0" fmla="*/ 101580 w 279328"/>
              <a:gd name="connsiteY0" fmla="*/ 209496 h 279328"/>
              <a:gd name="connsiteX1" fmla="*/ 107916 w 279328"/>
              <a:gd name="connsiteY1" fmla="*/ 215846 h 279328"/>
              <a:gd name="connsiteX2" fmla="*/ 106067 w 279328"/>
              <a:gd name="connsiteY2" fmla="*/ 220333 h 279328"/>
              <a:gd name="connsiteX3" fmla="*/ 87018 w 279328"/>
              <a:gd name="connsiteY3" fmla="*/ 239382 h 279328"/>
              <a:gd name="connsiteX4" fmla="*/ 82531 w 279328"/>
              <a:gd name="connsiteY4" fmla="*/ 241244 h 279328"/>
              <a:gd name="connsiteX5" fmla="*/ 76182 w 279328"/>
              <a:gd name="connsiteY5" fmla="*/ 234894 h 279328"/>
              <a:gd name="connsiteX6" fmla="*/ 78044 w 279328"/>
              <a:gd name="connsiteY6" fmla="*/ 230407 h 279328"/>
              <a:gd name="connsiteX7" fmla="*/ 97079 w 279328"/>
              <a:gd name="connsiteY7" fmla="*/ 211358 h 279328"/>
              <a:gd name="connsiteX8" fmla="*/ 101580 w 279328"/>
              <a:gd name="connsiteY8" fmla="*/ 209496 h 279328"/>
              <a:gd name="connsiteX9" fmla="*/ 95230 w 279328"/>
              <a:gd name="connsiteY9" fmla="*/ 177748 h 279328"/>
              <a:gd name="connsiteX10" fmla="*/ 101580 w 279328"/>
              <a:gd name="connsiteY10" fmla="*/ 184111 h 279328"/>
              <a:gd name="connsiteX11" fmla="*/ 99718 w 279328"/>
              <a:gd name="connsiteY11" fmla="*/ 188585 h 279328"/>
              <a:gd name="connsiteX12" fmla="*/ 36235 w 279328"/>
              <a:gd name="connsiteY12" fmla="*/ 252081 h 279328"/>
              <a:gd name="connsiteX13" fmla="*/ 31748 w 279328"/>
              <a:gd name="connsiteY13" fmla="*/ 253930 h 279328"/>
              <a:gd name="connsiteX14" fmla="*/ 25398 w 279328"/>
              <a:gd name="connsiteY14" fmla="*/ 247580 h 279328"/>
              <a:gd name="connsiteX15" fmla="*/ 27247 w 279328"/>
              <a:gd name="connsiteY15" fmla="*/ 243093 h 279328"/>
              <a:gd name="connsiteX16" fmla="*/ 90743 w 279328"/>
              <a:gd name="connsiteY16" fmla="*/ 179611 h 279328"/>
              <a:gd name="connsiteX17" fmla="*/ 95230 w 279328"/>
              <a:gd name="connsiteY17" fmla="*/ 177748 h 279328"/>
              <a:gd name="connsiteX18" fmla="*/ 63483 w 279328"/>
              <a:gd name="connsiteY18" fmla="*/ 171412 h 279328"/>
              <a:gd name="connsiteX19" fmla="*/ 69833 w 279328"/>
              <a:gd name="connsiteY19" fmla="*/ 177748 h 279328"/>
              <a:gd name="connsiteX20" fmla="*/ 67971 w 279328"/>
              <a:gd name="connsiteY20" fmla="*/ 182249 h 279328"/>
              <a:gd name="connsiteX21" fmla="*/ 61621 w 279328"/>
              <a:gd name="connsiteY21" fmla="*/ 188585 h 279328"/>
              <a:gd name="connsiteX22" fmla="*/ 57134 w 279328"/>
              <a:gd name="connsiteY22" fmla="*/ 190448 h 279328"/>
              <a:gd name="connsiteX23" fmla="*/ 50784 w 279328"/>
              <a:gd name="connsiteY23" fmla="*/ 184111 h 279328"/>
              <a:gd name="connsiteX24" fmla="*/ 52647 w 279328"/>
              <a:gd name="connsiteY24" fmla="*/ 179611 h 279328"/>
              <a:gd name="connsiteX25" fmla="*/ 58996 w 279328"/>
              <a:gd name="connsiteY25" fmla="*/ 173261 h 279328"/>
              <a:gd name="connsiteX26" fmla="*/ 63483 w 279328"/>
              <a:gd name="connsiteY26" fmla="*/ 171412 h 279328"/>
              <a:gd name="connsiteX27" fmla="*/ 254176 w 279328"/>
              <a:gd name="connsiteY27" fmla="*/ 34140 h 279328"/>
              <a:gd name="connsiteX28" fmla="*/ 121728 w 279328"/>
              <a:gd name="connsiteY28" fmla="*/ 166588 h 279328"/>
              <a:gd name="connsiteX29" fmla="*/ 158816 w 279328"/>
              <a:gd name="connsiteY29" fmla="*/ 256646 h 279328"/>
              <a:gd name="connsiteX30" fmla="*/ 254176 w 279328"/>
              <a:gd name="connsiteY30" fmla="*/ 34140 h 279328"/>
              <a:gd name="connsiteX31" fmla="*/ 245188 w 279328"/>
              <a:gd name="connsiteY31" fmla="*/ 25153 h 279328"/>
              <a:gd name="connsiteX32" fmla="*/ 22695 w 279328"/>
              <a:gd name="connsiteY32" fmla="*/ 120525 h 279328"/>
              <a:gd name="connsiteX33" fmla="*/ 112753 w 279328"/>
              <a:gd name="connsiteY33" fmla="*/ 157601 h 279328"/>
              <a:gd name="connsiteX34" fmla="*/ 272978 w 279328"/>
              <a:gd name="connsiteY34" fmla="*/ 0 h 279328"/>
              <a:gd name="connsiteX35" fmla="*/ 279328 w 279328"/>
              <a:gd name="connsiteY35" fmla="*/ 6350 h 279328"/>
              <a:gd name="connsiteX36" fmla="*/ 278643 w 279328"/>
              <a:gd name="connsiteY36" fmla="*/ 9039 h 279328"/>
              <a:gd name="connsiteX37" fmla="*/ 278720 w 279328"/>
              <a:gd name="connsiteY37" fmla="*/ 9078 h 279328"/>
              <a:gd name="connsiteX38" fmla="*/ 164558 w 279328"/>
              <a:gd name="connsiteY38" fmla="*/ 275423 h 279328"/>
              <a:gd name="connsiteX39" fmla="*/ 164532 w 279328"/>
              <a:gd name="connsiteY39" fmla="*/ 275487 h 279328"/>
              <a:gd name="connsiteX40" fmla="*/ 164441 w 279328"/>
              <a:gd name="connsiteY40" fmla="*/ 275707 h 279328"/>
              <a:gd name="connsiteX41" fmla="*/ 164403 w 279328"/>
              <a:gd name="connsiteY41" fmla="*/ 275694 h 279328"/>
              <a:gd name="connsiteX42" fmla="*/ 158713 w 279328"/>
              <a:gd name="connsiteY42" fmla="*/ 279328 h 279328"/>
              <a:gd name="connsiteX43" fmla="*/ 152712 w 279328"/>
              <a:gd name="connsiteY43" fmla="*/ 274737 h 279328"/>
              <a:gd name="connsiteX44" fmla="*/ 152609 w 279328"/>
              <a:gd name="connsiteY44" fmla="*/ 274776 h 279328"/>
              <a:gd name="connsiteX45" fmla="*/ 109429 w 279328"/>
              <a:gd name="connsiteY45" fmla="*/ 169899 h 279328"/>
              <a:gd name="connsiteX46" fmla="*/ 4565 w 279328"/>
              <a:gd name="connsiteY46" fmla="*/ 126719 h 279328"/>
              <a:gd name="connsiteX47" fmla="*/ 4591 w 279328"/>
              <a:gd name="connsiteY47" fmla="*/ 126616 h 279328"/>
              <a:gd name="connsiteX48" fmla="*/ 0 w 279328"/>
              <a:gd name="connsiteY48" fmla="*/ 120615 h 279328"/>
              <a:gd name="connsiteX49" fmla="*/ 3634 w 279328"/>
              <a:gd name="connsiteY49" fmla="*/ 114925 h 279328"/>
              <a:gd name="connsiteX50" fmla="*/ 3621 w 279328"/>
              <a:gd name="connsiteY50" fmla="*/ 114900 h 279328"/>
              <a:gd name="connsiteX51" fmla="*/ 3841 w 279328"/>
              <a:gd name="connsiteY51" fmla="*/ 114796 h 279328"/>
              <a:gd name="connsiteX52" fmla="*/ 3905 w 279328"/>
              <a:gd name="connsiteY52" fmla="*/ 114770 h 279328"/>
              <a:gd name="connsiteX53" fmla="*/ 270250 w 279328"/>
              <a:gd name="connsiteY53" fmla="*/ 621 h 279328"/>
              <a:gd name="connsiteX54" fmla="*/ 270276 w 279328"/>
              <a:gd name="connsiteY54" fmla="*/ 673 h 279328"/>
              <a:gd name="connsiteX55" fmla="*/ 272978 w 279328"/>
              <a:gd name="connsiteY55" fmla="*/ 0 h 2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9328" h="279328">
                <a:moveTo>
                  <a:pt x="101580" y="209496"/>
                </a:moveTo>
                <a:cubicBezTo>
                  <a:pt x="105084" y="209496"/>
                  <a:pt x="107916" y="212341"/>
                  <a:pt x="107916" y="215846"/>
                </a:cubicBezTo>
                <a:cubicBezTo>
                  <a:pt x="107916" y="217604"/>
                  <a:pt x="107218" y="219195"/>
                  <a:pt x="106067" y="220333"/>
                </a:cubicBezTo>
                <a:lnTo>
                  <a:pt x="87018" y="239382"/>
                </a:lnTo>
                <a:cubicBezTo>
                  <a:pt x="85867" y="240533"/>
                  <a:pt x="84277" y="241244"/>
                  <a:pt x="82531" y="241244"/>
                </a:cubicBezTo>
                <a:cubicBezTo>
                  <a:pt x="79027" y="241244"/>
                  <a:pt x="76182" y="238399"/>
                  <a:pt x="76182" y="234894"/>
                </a:cubicBezTo>
                <a:cubicBezTo>
                  <a:pt x="76182" y="233148"/>
                  <a:pt x="76893" y="231545"/>
                  <a:pt x="78044" y="230407"/>
                </a:cubicBezTo>
                <a:lnTo>
                  <a:pt x="97079" y="211358"/>
                </a:lnTo>
                <a:cubicBezTo>
                  <a:pt x="98230" y="210207"/>
                  <a:pt x="99821" y="209496"/>
                  <a:pt x="101580" y="209496"/>
                </a:cubicBezTo>
                <a:close/>
                <a:moveTo>
                  <a:pt x="95230" y="177748"/>
                </a:moveTo>
                <a:cubicBezTo>
                  <a:pt x="98735" y="177748"/>
                  <a:pt x="101580" y="180606"/>
                  <a:pt x="101580" y="184111"/>
                </a:cubicBezTo>
                <a:cubicBezTo>
                  <a:pt x="101580" y="185857"/>
                  <a:pt x="100868" y="187447"/>
                  <a:pt x="99718" y="188585"/>
                </a:cubicBezTo>
                <a:lnTo>
                  <a:pt x="36235" y="252081"/>
                </a:lnTo>
                <a:cubicBezTo>
                  <a:pt x="35084" y="253232"/>
                  <a:pt x="33493" y="253930"/>
                  <a:pt x="31748" y="253930"/>
                </a:cubicBezTo>
                <a:cubicBezTo>
                  <a:pt x="28243" y="253930"/>
                  <a:pt x="25398" y="251098"/>
                  <a:pt x="25398" y="247580"/>
                </a:cubicBezTo>
                <a:cubicBezTo>
                  <a:pt x="25398" y="245848"/>
                  <a:pt x="26109" y="244257"/>
                  <a:pt x="27247" y="243093"/>
                </a:cubicBezTo>
                <a:lnTo>
                  <a:pt x="90743" y="179611"/>
                </a:lnTo>
                <a:cubicBezTo>
                  <a:pt x="91881" y="178473"/>
                  <a:pt x="93471" y="177748"/>
                  <a:pt x="95230" y="177748"/>
                </a:cubicBezTo>
                <a:close/>
                <a:moveTo>
                  <a:pt x="63483" y="171412"/>
                </a:moveTo>
                <a:cubicBezTo>
                  <a:pt x="66988" y="171412"/>
                  <a:pt x="69833" y="174257"/>
                  <a:pt x="69833" y="177748"/>
                </a:cubicBezTo>
                <a:cubicBezTo>
                  <a:pt x="69833" y="179507"/>
                  <a:pt x="69122" y="181098"/>
                  <a:pt x="67971" y="182249"/>
                </a:cubicBezTo>
                <a:lnTo>
                  <a:pt x="61621" y="188585"/>
                </a:lnTo>
                <a:cubicBezTo>
                  <a:pt x="60470" y="189749"/>
                  <a:pt x="58893" y="190448"/>
                  <a:pt x="57134" y="190448"/>
                </a:cubicBezTo>
                <a:cubicBezTo>
                  <a:pt x="53629" y="190448"/>
                  <a:pt x="50784" y="187603"/>
                  <a:pt x="50784" y="184111"/>
                </a:cubicBezTo>
                <a:cubicBezTo>
                  <a:pt x="50784" y="182352"/>
                  <a:pt x="51496" y="180774"/>
                  <a:pt x="52647" y="179611"/>
                </a:cubicBezTo>
                <a:lnTo>
                  <a:pt x="58996" y="173261"/>
                </a:lnTo>
                <a:cubicBezTo>
                  <a:pt x="60147" y="172123"/>
                  <a:pt x="61738" y="171412"/>
                  <a:pt x="63483" y="171412"/>
                </a:cubicBezTo>
                <a:close/>
                <a:moveTo>
                  <a:pt x="254176" y="34140"/>
                </a:moveTo>
                <a:lnTo>
                  <a:pt x="121728" y="166588"/>
                </a:lnTo>
                <a:lnTo>
                  <a:pt x="158816" y="256646"/>
                </a:lnTo>
                <a:cubicBezTo>
                  <a:pt x="158816" y="256646"/>
                  <a:pt x="254176" y="34140"/>
                  <a:pt x="254176" y="34140"/>
                </a:cubicBezTo>
                <a:close/>
                <a:moveTo>
                  <a:pt x="245188" y="25153"/>
                </a:moveTo>
                <a:lnTo>
                  <a:pt x="22695" y="120525"/>
                </a:lnTo>
                <a:cubicBezTo>
                  <a:pt x="22695" y="120525"/>
                  <a:pt x="112753" y="157601"/>
                  <a:pt x="112753" y="157601"/>
                </a:cubicBezTo>
                <a:close/>
                <a:moveTo>
                  <a:pt x="272978" y="0"/>
                </a:moveTo>
                <a:cubicBezTo>
                  <a:pt x="276483" y="0"/>
                  <a:pt x="279328" y="2845"/>
                  <a:pt x="279328" y="6350"/>
                </a:cubicBezTo>
                <a:cubicBezTo>
                  <a:pt x="279328" y="7332"/>
                  <a:pt x="279043" y="8225"/>
                  <a:pt x="278643" y="9039"/>
                </a:cubicBezTo>
                <a:lnTo>
                  <a:pt x="278720" y="9078"/>
                </a:lnTo>
                <a:lnTo>
                  <a:pt x="164558" y="275423"/>
                </a:lnTo>
                <a:cubicBezTo>
                  <a:pt x="164558" y="275449"/>
                  <a:pt x="164545" y="275462"/>
                  <a:pt x="164532" y="275487"/>
                </a:cubicBezTo>
                <a:lnTo>
                  <a:pt x="164441" y="275707"/>
                </a:lnTo>
                <a:lnTo>
                  <a:pt x="164403" y="275694"/>
                </a:lnTo>
                <a:cubicBezTo>
                  <a:pt x="163381" y="277828"/>
                  <a:pt x="161234" y="279328"/>
                  <a:pt x="158713" y="279328"/>
                </a:cubicBezTo>
                <a:cubicBezTo>
                  <a:pt x="155829" y="279328"/>
                  <a:pt x="153488" y="277375"/>
                  <a:pt x="152712" y="274737"/>
                </a:cubicBezTo>
                <a:lnTo>
                  <a:pt x="152609" y="274776"/>
                </a:lnTo>
                <a:lnTo>
                  <a:pt x="109429" y="169899"/>
                </a:lnTo>
                <a:lnTo>
                  <a:pt x="4565" y="126719"/>
                </a:lnTo>
                <a:lnTo>
                  <a:pt x="4591" y="126616"/>
                </a:lnTo>
                <a:cubicBezTo>
                  <a:pt x="1953" y="125840"/>
                  <a:pt x="0" y="123499"/>
                  <a:pt x="0" y="120615"/>
                </a:cubicBezTo>
                <a:cubicBezTo>
                  <a:pt x="0" y="118094"/>
                  <a:pt x="1500" y="115960"/>
                  <a:pt x="3634" y="114925"/>
                </a:cubicBezTo>
                <a:lnTo>
                  <a:pt x="3621" y="114900"/>
                </a:lnTo>
                <a:lnTo>
                  <a:pt x="3841" y="114796"/>
                </a:lnTo>
                <a:cubicBezTo>
                  <a:pt x="3867" y="114783"/>
                  <a:pt x="3892" y="114770"/>
                  <a:pt x="3905" y="114770"/>
                </a:cubicBezTo>
                <a:lnTo>
                  <a:pt x="270250" y="621"/>
                </a:lnTo>
                <a:lnTo>
                  <a:pt x="270276" y="673"/>
                </a:lnTo>
                <a:cubicBezTo>
                  <a:pt x="271103" y="259"/>
                  <a:pt x="272009" y="0"/>
                  <a:pt x="27297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4" name="Freeform: Shape 13">
            <a:extLst>
              <a:ext uri="{FF2B5EF4-FFF2-40B4-BE49-F238E27FC236}">
                <a16:creationId xmlns:a16="http://schemas.microsoft.com/office/drawing/2014/main" id="{9A92232A-8606-49DF-8121-568064219514}"/>
              </a:ext>
            </a:extLst>
          </p:cNvPr>
          <p:cNvSpPr/>
          <p:nvPr userDrawn="1"/>
        </p:nvSpPr>
        <p:spPr>
          <a:xfrm>
            <a:off x="11144304" y="4561631"/>
            <a:ext cx="209496" cy="190451"/>
          </a:xfrm>
          <a:custGeom>
            <a:avLst/>
            <a:gdLst>
              <a:gd name="connsiteX0" fmla="*/ 101580 w 279328"/>
              <a:gd name="connsiteY0" fmla="*/ 76181 h 253935"/>
              <a:gd name="connsiteX1" fmla="*/ 12699 w 279328"/>
              <a:gd name="connsiteY1" fmla="*/ 149187 h 253935"/>
              <a:gd name="connsiteX2" fmla="*/ 39300 w 279328"/>
              <a:gd name="connsiteY2" fmla="*/ 201126 h 253935"/>
              <a:gd name="connsiteX3" fmla="*/ 43516 w 279328"/>
              <a:gd name="connsiteY3" fmla="*/ 214469 h 253935"/>
              <a:gd name="connsiteX4" fmla="*/ 38239 w 279328"/>
              <a:gd name="connsiteY4" fmla="*/ 232950 h 253935"/>
              <a:gd name="connsiteX5" fmla="*/ 71423 w 279328"/>
              <a:gd name="connsiteY5" fmla="*/ 220183 h 253935"/>
              <a:gd name="connsiteX6" fmla="*/ 75988 w 279328"/>
              <a:gd name="connsiteY6" fmla="*/ 219348 h 253935"/>
              <a:gd name="connsiteX7" fmla="*/ 78703 w 279328"/>
              <a:gd name="connsiteY7" fmla="*/ 219642 h 253935"/>
              <a:gd name="connsiteX8" fmla="*/ 101580 w 279328"/>
              <a:gd name="connsiteY8" fmla="*/ 222193 h 253935"/>
              <a:gd name="connsiteX9" fmla="*/ 190447 w 279328"/>
              <a:gd name="connsiteY9" fmla="*/ 149187 h 253935"/>
              <a:gd name="connsiteX10" fmla="*/ 101580 w 279328"/>
              <a:gd name="connsiteY10" fmla="*/ 76181 h 253935"/>
              <a:gd name="connsiteX11" fmla="*/ 101580 w 279328"/>
              <a:gd name="connsiteY11" fmla="*/ 63484 h 253935"/>
              <a:gd name="connsiteX12" fmla="*/ 203146 w 279328"/>
              <a:gd name="connsiteY12" fmla="*/ 149187 h 253935"/>
              <a:gd name="connsiteX13" fmla="*/ 101580 w 279328"/>
              <a:gd name="connsiteY13" fmla="*/ 234890 h 253935"/>
              <a:gd name="connsiteX14" fmla="*/ 75988 w 279328"/>
              <a:gd name="connsiteY14" fmla="*/ 232045 h 253935"/>
              <a:gd name="connsiteX15" fmla="*/ 19049 w 279328"/>
              <a:gd name="connsiteY15" fmla="*/ 253935 h 253935"/>
              <a:gd name="connsiteX16" fmla="*/ 31321 w 279328"/>
              <a:gd name="connsiteY16" fmla="*/ 210990 h 253935"/>
              <a:gd name="connsiteX17" fmla="*/ 0 w 279328"/>
              <a:gd name="connsiteY17" fmla="*/ 149187 h 253935"/>
              <a:gd name="connsiteX18" fmla="*/ 101580 w 279328"/>
              <a:gd name="connsiteY18" fmla="*/ 63484 h 253935"/>
              <a:gd name="connsiteX19" fmla="*/ 177748 w 279328"/>
              <a:gd name="connsiteY19" fmla="*/ 0 h 253935"/>
              <a:gd name="connsiteX20" fmla="*/ 279328 w 279328"/>
              <a:gd name="connsiteY20" fmla="*/ 85703 h 253935"/>
              <a:gd name="connsiteX21" fmla="*/ 248007 w 279328"/>
              <a:gd name="connsiteY21" fmla="*/ 147506 h 253935"/>
              <a:gd name="connsiteX22" fmla="*/ 260279 w 279328"/>
              <a:gd name="connsiteY22" fmla="*/ 190451 h 253935"/>
              <a:gd name="connsiteX23" fmla="*/ 212225 w 279328"/>
              <a:gd name="connsiteY23" fmla="*/ 171971 h 253935"/>
              <a:gd name="connsiteX24" fmla="*/ 214837 w 279328"/>
              <a:gd name="connsiteY24" fmla="*/ 159368 h 253935"/>
              <a:gd name="connsiteX25" fmla="*/ 241089 w 279328"/>
              <a:gd name="connsiteY25" fmla="*/ 169466 h 253935"/>
              <a:gd name="connsiteX26" fmla="*/ 235799 w 279328"/>
              <a:gd name="connsiteY26" fmla="*/ 150986 h 253935"/>
              <a:gd name="connsiteX27" fmla="*/ 240028 w 279328"/>
              <a:gd name="connsiteY27" fmla="*/ 137631 h 253935"/>
              <a:gd name="connsiteX28" fmla="*/ 266629 w 279328"/>
              <a:gd name="connsiteY28" fmla="*/ 85703 h 253935"/>
              <a:gd name="connsiteX29" fmla="*/ 177748 w 279328"/>
              <a:gd name="connsiteY29" fmla="*/ 12697 h 253935"/>
              <a:gd name="connsiteX30" fmla="*/ 99679 w 279328"/>
              <a:gd name="connsiteY30" fmla="*/ 50858 h 253935"/>
              <a:gd name="connsiteX31" fmla="*/ 84380 w 279328"/>
              <a:gd name="connsiteY31" fmla="*/ 51986 h 253935"/>
              <a:gd name="connsiteX32" fmla="*/ 177748 w 279328"/>
              <a:gd name="connsiteY32" fmla="*/ 0 h 2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9328" h="253935">
                <a:moveTo>
                  <a:pt x="101580" y="76181"/>
                </a:moveTo>
                <a:cubicBezTo>
                  <a:pt x="52568" y="76181"/>
                  <a:pt x="12699" y="108934"/>
                  <a:pt x="12699" y="149187"/>
                </a:cubicBezTo>
                <a:cubicBezTo>
                  <a:pt x="12699" y="168796"/>
                  <a:pt x="22139" y="187230"/>
                  <a:pt x="39300" y="201126"/>
                </a:cubicBezTo>
                <a:cubicBezTo>
                  <a:pt x="43257" y="204324"/>
                  <a:pt x="44925" y="209579"/>
                  <a:pt x="43516" y="214469"/>
                </a:cubicBezTo>
                <a:lnTo>
                  <a:pt x="38239" y="232950"/>
                </a:lnTo>
                <a:lnTo>
                  <a:pt x="71423" y="220183"/>
                </a:lnTo>
                <a:cubicBezTo>
                  <a:pt x="72884" y="219630"/>
                  <a:pt x="74436" y="219348"/>
                  <a:pt x="75988" y="219348"/>
                </a:cubicBezTo>
                <a:cubicBezTo>
                  <a:pt x="76893" y="219348"/>
                  <a:pt x="77811" y="219442"/>
                  <a:pt x="78703" y="219642"/>
                </a:cubicBezTo>
                <a:cubicBezTo>
                  <a:pt x="86437" y="221335"/>
                  <a:pt x="94131" y="222193"/>
                  <a:pt x="101580" y="222193"/>
                </a:cubicBezTo>
                <a:cubicBezTo>
                  <a:pt x="150578" y="222193"/>
                  <a:pt x="190447" y="189440"/>
                  <a:pt x="190447" y="149187"/>
                </a:cubicBezTo>
                <a:cubicBezTo>
                  <a:pt x="190447" y="108934"/>
                  <a:pt x="150578" y="76181"/>
                  <a:pt x="101580" y="76181"/>
                </a:cubicBezTo>
                <a:close/>
                <a:moveTo>
                  <a:pt x="101580" y="63484"/>
                </a:moveTo>
                <a:cubicBezTo>
                  <a:pt x="157665" y="63484"/>
                  <a:pt x="203146" y="101856"/>
                  <a:pt x="203146" y="149187"/>
                </a:cubicBezTo>
                <a:cubicBezTo>
                  <a:pt x="203146" y="196518"/>
                  <a:pt x="157665" y="234890"/>
                  <a:pt x="101580" y="234890"/>
                </a:cubicBezTo>
                <a:cubicBezTo>
                  <a:pt x="92708" y="234890"/>
                  <a:pt x="84173" y="233844"/>
                  <a:pt x="75988" y="232045"/>
                </a:cubicBezTo>
                <a:lnTo>
                  <a:pt x="19049" y="253935"/>
                </a:lnTo>
                <a:lnTo>
                  <a:pt x="31321" y="210990"/>
                </a:lnTo>
                <a:cubicBezTo>
                  <a:pt x="12052" y="195389"/>
                  <a:pt x="0" y="173499"/>
                  <a:pt x="0" y="149187"/>
                </a:cubicBezTo>
                <a:cubicBezTo>
                  <a:pt x="0" y="101856"/>
                  <a:pt x="45481" y="63484"/>
                  <a:pt x="101580" y="63484"/>
                </a:cubicBezTo>
                <a:close/>
                <a:moveTo>
                  <a:pt x="177748" y="0"/>
                </a:moveTo>
                <a:cubicBezTo>
                  <a:pt x="233860" y="0"/>
                  <a:pt x="279328" y="38373"/>
                  <a:pt x="279328" y="85703"/>
                </a:cubicBezTo>
                <a:cubicBezTo>
                  <a:pt x="279328" y="110015"/>
                  <a:pt x="267288" y="131905"/>
                  <a:pt x="248007" y="147506"/>
                </a:cubicBezTo>
                <a:lnTo>
                  <a:pt x="260279" y="190451"/>
                </a:lnTo>
                <a:lnTo>
                  <a:pt x="212225" y="171971"/>
                </a:lnTo>
                <a:cubicBezTo>
                  <a:pt x="213376" y="167856"/>
                  <a:pt x="214320" y="163671"/>
                  <a:pt x="214837" y="159368"/>
                </a:cubicBezTo>
                <a:lnTo>
                  <a:pt x="241089" y="169466"/>
                </a:lnTo>
                <a:lnTo>
                  <a:pt x="235799" y="150986"/>
                </a:lnTo>
                <a:cubicBezTo>
                  <a:pt x="234403" y="146107"/>
                  <a:pt x="236071" y="140840"/>
                  <a:pt x="240028" y="137631"/>
                </a:cubicBezTo>
                <a:cubicBezTo>
                  <a:pt x="257189" y="123746"/>
                  <a:pt x="266629" y="105313"/>
                  <a:pt x="266629" y="85703"/>
                </a:cubicBezTo>
                <a:cubicBezTo>
                  <a:pt x="266629" y="45450"/>
                  <a:pt x="226760" y="12697"/>
                  <a:pt x="177748" y="12697"/>
                </a:cubicBezTo>
                <a:cubicBezTo>
                  <a:pt x="144100" y="12697"/>
                  <a:pt x="114770" y="28145"/>
                  <a:pt x="99679" y="50858"/>
                </a:cubicBezTo>
                <a:cubicBezTo>
                  <a:pt x="94480" y="50928"/>
                  <a:pt x="89385" y="51340"/>
                  <a:pt x="84380" y="51986"/>
                </a:cubicBezTo>
                <a:cubicBezTo>
                  <a:pt x="99899" y="21408"/>
                  <a:pt x="135862" y="0"/>
                  <a:pt x="17774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5" name="Freeform: Shape 14">
            <a:extLst>
              <a:ext uri="{FF2B5EF4-FFF2-40B4-BE49-F238E27FC236}">
                <a16:creationId xmlns:a16="http://schemas.microsoft.com/office/drawing/2014/main" id="{D3832688-8F75-4834-9C99-E323FBD456F8}"/>
              </a:ext>
            </a:extLst>
          </p:cNvPr>
          <p:cNvSpPr/>
          <p:nvPr userDrawn="1"/>
        </p:nvSpPr>
        <p:spPr>
          <a:xfrm>
            <a:off x="11172873" y="4897086"/>
            <a:ext cx="152360" cy="209475"/>
          </a:xfrm>
          <a:custGeom>
            <a:avLst/>
            <a:gdLst>
              <a:gd name="connsiteX0" fmla="*/ 199640 w 203146"/>
              <a:gd name="connsiteY0" fmla="*/ 631 h 279300"/>
              <a:gd name="connsiteX1" fmla="*/ 202474 w 203146"/>
              <a:gd name="connsiteY1" fmla="*/ 9154 h 279300"/>
              <a:gd name="connsiteX2" fmla="*/ 169535 w 203146"/>
              <a:gd name="connsiteY2" fmla="*/ 41601 h 279300"/>
              <a:gd name="connsiteX3" fmla="*/ 117778 w 203146"/>
              <a:gd name="connsiteY3" fmla="*/ 37398 h 279300"/>
              <a:gd name="connsiteX4" fmla="*/ 88305 w 203146"/>
              <a:gd name="connsiteY4" fmla="*/ 34972 h 279300"/>
              <a:gd name="connsiteX5" fmla="*/ 76950 w 203146"/>
              <a:gd name="connsiteY5" fmla="*/ 51123 h 279300"/>
              <a:gd name="connsiteX6" fmla="*/ 139665 w 203146"/>
              <a:gd name="connsiteY6" fmla="*/ 120583 h 279300"/>
              <a:gd name="connsiteX7" fmla="*/ 139665 w 203146"/>
              <a:gd name="connsiteY7" fmla="*/ 209464 h 279300"/>
              <a:gd name="connsiteX8" fmla="*/ 69837 w 203146"/>
              <a:gd name="connsiteY8" fmla="*/ 279300 h 279300"/>
              <a:gd name="connsiteX9" fmla="*/ 0 w 203146"/>
              <a:gd name="connsiteY9" fmla="*/ 209464 h 279300"/>
              <a:gd name="connsiteX10" fmla="*/ 0 w 203146"/>
              <a:gd name="connsiteY10" fmla="*/ 120583 h 279300"/>
              <a:gd name="connsiteX11" fmla="*/ 64028 w 203146"/>
              <a:gd name="connsiteY11" fmla="*/ 51059 h 279300"/>
              <a:gd name="connsiteX12" fmla="*/ 81636 w 203146"/>
              <a:gd name="connsiteY12" fmla="*/ 24165 h 279300"/>
              <a:gd name="connsiteX13" fmla="*/ 123455 w 203146"/>
              <a:gd name="connsiteY13" fmla="*/ 26033 h 279300"/>
              <a:gd name="connsiteX14" fmla="*/ 191120 w 203146"/>
              <a:gd name="connsiteY14" fmla="*/ 3485 h 279300"/>
              <a:gd name="connsiteX15" fmla="*/ 199640 w 203146"/>
              <a:gd name="connsiteY15" fmla="*/ 631 h 279300"/>
              <a:gd name="connsiteX16" fmla="*/ 63480 w 203146"/>
              <a:gd name="connsiteY16" fmla="*/ 63824 h 279300"/>
              <a:gd name="connsiteX17" fmla="*/ 12696 w 203146"/>
              <a:gd name="connsiteY17" fmla="*/ 120583 h 279300"/>
              <a:gd name="connsiteX18" fmla="*/ 12696 w 203146"/>
              <a:gd name="connsiteY18" fmla="*/ 126940 h 279300"/>
              <a:gd name="connsiteX19" fmla="*/ 63480 w 203146"/>
              <a:gd name="connsiteY19" fmla="*/ 126940 h 279300"/>
              <a:gd name="connsiteX20" fmla="*/ 63480 w 203146"/>
              <a:gd name="connsiteY20" fmla="*/ 63824 h 279300"/>
              <a:gd name="connsiteX21" fmla="*/ 76185 w 203146"/>
              <a:gd name="connsiteY21" fmla="*/ 63824 h 279300"/>
              <a:gd name="connsiteX22" fmla="*/ 76185 w 203146"/>
              <a:gd name="connsiteY22" fmla="*/ 126940 h 279300"/>
              <a:gd name="connsiteX23" fmla="*/ 126969 w 203146"/>
              <a:gd name="connsiteY23" fmla="*/ 126940 h 279300"/>
              <a:gd name="connsiteX24" fmla="*/ 126969 w 203146"/>
              <a:gd name="connsiteY24" fmla="*/ 120583 h 279300"/>
              <a:gd name="connsiteX25" fmla="*/ 76185 w 203146"/>
              <a:gd name="connsiteY25" fmla="*/ 63824 h 279300"/>
              <a:gd name="connsiteX26" fmla="*/ 12696 w 203146"/>
              <a:gd name="connsiteY26" fmla="*/ 139628 h 279300"/>
              <a:gd name="connsiteX27" fmla="*/ 12696 w 203146"/>
              <a:gd name="connsiteY27" fmla="*/ 209464 h 279300"/>
              <a:gd name="connsiteX28" fmla="*/ 69837 w 203146"/>
              <a:gd name="connsiteY28" fmla="*/ 266599 h 279300"/>
              <a:gd name="connsiteX29" fmla="*/ 126969 w 203146"/>
              <a:gd name="connsiteY29" fmla="*/ 209464 h 279300"/>
              <a:gd name="connsiteX30" fmla="*/ 126969 w 203146"/>
              <a:gd name="connsiteY30" fmla="*/ 139628 h 279300"/>
              <a:gd name="connsiteX31" fmla="*/ 12696 w 203146"/>
              <a:gd name="connsiteY31" fmla="*/ 139628 h 27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03146" h="279300">
                <a:moveTo>
                  <a:pt x="199640" y="631"/>
                </a:moveTo>
                <a:cubicBezTo>
                  <a:pt x="202777" y="2214"/>
                  <a:pt x="204042" y="6015"/>
                  <a:pt x="202474" y="9154"/>
                </a:cubicBezTo>
                <a:cubicBezTo>
                  <a:pt x="195068" y="23970"/>
                  <a:pt x="184451" y="35802"/>
                  <a:pt x="169535" y="41601"/>
                </a:cubicBezTo>
                <a:cubicBezTo>
                  <a:pt x="157349" y="46349"/>
                  <a:pt x="141904" y="49450"/>
                  <a:pt x="117778" y="37398"/>
                </a:cubicBezTo>
                <a:cubicBezTo>
                  <a:pt x="103400" y="30210"/>
                  <a:pt x="97374" y="29367"/>
                  <a:pt x="88305" y="34972"/>
                </a:cubicBezTo>
                <a:cubicBezTo>
                  <a:pt x="82089" y="38812"/>
                  <a:pt x="78415" y="45143"/>
                  <a:pt x="76950" y="51123"/>
                </a:cubicBezTo>
                <a:cubicBezTo>
                  <a:pt x="112176" y="54691"/>
                  <a:pt x="139665" y="84426"/>
                  <a:pt x="139665" y="120583"/>
                </a:cubicBezTo>
                <a:lnTo>
                  <a:pt x="139665" y="209464"/>
                </a:lnTo>
                <a:cubicBezTo>
                  <a:pt x="139665" y="248034"/>
                  <a:pt x="108398" y="279300"/>
                  <a:pt x="69837" y="279300"/>
                </a:cubicBezTo>
                <a:cubicBezTo>
                  <a:pt x="31268" y="279300"/>
                  <a:pt x="0" y="248034"/>
                  <a:pt x="0" y="209464"/>
                </a:cubicBezTo>
                <a:lnTo>
                  <a:pt x="0" y="120583"/>
                </a:lnTo>
                <a:cubicBezTo>
                  <a:pt x="0" y="83985"/>
                  <a:pt x="28188" y="54004"/>
                  <a:pt x="64028" y="51059"/>
                </a:cubicBezTo>
                <a:cubicBezTo>
                  <a:pt x="65832" y="40083"/>
                  <a:pt x="72312" y="29938"/>
                  <a:pt x="81636" y="24165"/>
                </a:cubicBezTo>
                <a:cubicBezTo>
                  <a:pt x="90714" y="18573"/>
                  <a:pt x="103844" y="14966"/>
                  <a:pt x="123455" y="26033"/>
                </a:cubicBezTo>
                <a:cubicBezTo>
                  <a:pt x="157906" y="45467"/>
                  <a:pt x="176865" y="25228"/>
                  <a:pt x="191120" y="3485"/>
                </a:cubicBezTo>
                <a:cubicBezTo>
                  <a:pt x="193047" y="540"/>
                  <a:pt x="196495" y="-926"/>
                  <a:pt x="199640" y="631"/>
                </a:cubicBezTo>
                <a:close/>
                <a:moveTo>
                  <a:pt x="63480" y="63824"/>
                </a:moveTo>
                <a:cubicBezTo>
                  <a:pt x="34914" y="66990"/>
                  <a:pt x="12696" y="91185"/>
                  <a:pt x="12696" y="120583"/>
                </a:cubicBezTo>
                <a:lnTo>
                  <a:pt x="12696" y="126940"/>
                </a:lnTo>
                <a:lnTo>
                  <a:pt x="63480" y="126940"/>
                </a:lnTo>
                <a:lnTo>
                  <a:pt x="63480" y="63824"/>
                </a:lnTo>
                <a:close/>
                <a:moveTo>
                  <a:pt x="76185" y="63824"/>
                </a:moveTo>
                <a:lnTo>
                  <a:pt x="76185" y="126940"/>
                </a:lnTo>
                <a:lnTo>
                  <a:pt x="126969" y="126940"/>
                </a:lnTo>
                <a:lnTo>
                  <a:pt x="126969" y="120583"/>
                </a:lnTo>
                <a:cubicBezTo>
                  <a:pt x="126969" y="91185"/>
                  <a:pt x="104751" y="66990"/>
                  <a:pt x="76185" y="63824"/>
                </a:cubicBezTo>
                <a:close/>
                <a:moveTo>
                  <a:pt x="12696" y="139628"/>
                </a:moveTo>
                <a:lnTo>
                  <a:pt x="12696" y="209464"/>
                </a:lnTo>
                <a:cubicBezTo>
                  <a:pt x="12696" y="241029"/>
                  <a:pt x="38277" y="266599"/>
                  <a:pt x="69837" y="266599"/>
                </a:cubicBezTo>
                <a:cubicBezTo>
                  <a:pt x="101388" y="266599"/>
                  <a:pt x="126969" y="241029"/>
                  <a:pt x="126969" y="209464"/>
                </a:cubicBezTo>
                <a:cubicBezTo>
                  <a:pt x="126969" y="209464"/>
                  <a:pt x="126969" y="139628"/>
                  <a:pt x="126969" y="139628"/>
                </a:cubicBezTo>
                <a:lnTo>
                  <a:pt x="12696" y="139628"/>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6" name="Text Placeholder 5">
            <a:extLst>
              <a:ext uri="{FF2B5EF4-FFF2-40B4-BE49-F238E27FC236}">
                <a16:creationId xmlns:a16="http://schemas.microsoft.com/office/drawing/2014/main" id="{0B91B1E4-0B05-471B-8CB4-A52807CD6972}"/>
              </a:ext>
            </a:extLst>
          </p:cNvPr>
          <p:cNvSpPr txBox="1">
            <a:spLocks/>
          </p:cNvSpPr>
          <p:nvPr userDrawn="1"/>
        </p:nvSpPr>
        <p:spPr>
          <a:xfrm>
            <a:off x="8010472" y="4069033"/>
            <a:ext cx="3001417" cy="1037528"/>
          </a:xfrm>
          <a:prstGeom prst="rect">
            <a:avLst/>
          </a:prstGeom>
        </p:spPr>
        <p:txBody>
          <a:bodyPr vert="horz" lIns="68580" tIns="34290" rIns="68580" bIns="3429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India, Germany, Japan, USA &amp; China</a:t>
            </a:r>
          </a:p>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+91 44 6666 9600</a:t>
            </a:r>
          </a:p>
          <a:p>
            <a:pPr marL="0" indent="0" algn="r" defTabSz="685800">
              <a:lnSpc>
                <a:spcPct val="200000"/>
              </a:lnSpc>
              <a:spcBef>
                <a:spcPts val="0"/>
              </a:spcBef>
              <a:buNone/>
            </a:pPr>
            <a:r>
              <a:rPr lang="en-US" sz="1100" b="1" u="sng">
                <a:solidFill>
                  <a:schemeClr val="tx1"/>
                </a:solidFill>
                <a:latin typeface="Calibri Light" panose="020F0302020204030204"/>
                <a:ea typeface="Roboto" panose="02000000000000000000" pitchFamily="2" charset="0"/>
              </a:rPr>
              <a:t>www.jasmin-infotech.com</a:t>
            </a:r>
          </a:p>
        </p:txBody>
      </p:sp>
      <p:pic>
        <p:nvPicPr>
          <p:cNvPr id="17" name="Picture 2">
            <a:extLst>
              <a:ext uri="{FF2B5EF4-FFF2-40B4-BE49-F238E27FC236}">
                <a16:creationId xmlns:a16="http://schemas.microsoft.com/office/drawing/2014/main" id="{A081058F-3133-4197-B807-FC6CB78CE2B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5660041" cy="4561631"/>
          </a:xfrm>
          <a:prstGeom prst="rect">
            <a:avLst/>
          </a:prstGeom>
          <a:noFill/>
          <a:extLst>
            <a:ext uri="{909E8E84-426E-40DD-AFC4-6F175D3DCCD1}">
              <a14:hiddenFill xmlns:a14="http://schemas.microsoft.com/office/drawing/2010/main">
                <a:solidFill>
                  <a:srgbClr val="FFFFFF"/>
                </a:solidFill>
              </a14:hiddenFill>
            </a:ext>
          </a:extLst>
        </p:spPr>
      </p:pic>
      <p:sp>
        <p:nvSpPr>
          <p:cNvPr id="18" name="Isosceles Triangle 17">
            <a:extLst>
              <a:ext uri="{FF2B5EF4-FFF2-40B4-BE49-F238E27FC236}">
                <a16:creationId xmlns:a16="http://schemas.microsoft.com/office/drawing/2014/main" id="{3E6B2BDD-7865-4F6F-B5D7-A4B5A52B7464}"/>
              </a:ext>
            </a:extLst>
          </p:cNvPr>
          <p:cNvSpPr/>
          <p:nvPr userDrawn="1"/>
        </p:nvSpPr>
        <p:spPr>
          <a:xfrm rot="5400000">
            <a:off x="-467508" y="4483021"/>
            <a:ext cx="1972910" cy="1037896"/>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picture containing text, font, logo, graphics&#10;&#10;Description automatically generated">
            <a:extLst>
              <a:ext uri="{FF2B5EF4-FFF2-40B4-BE49-F238E27FC236}">
                <a16:creationId xmlns:a16="http://schemas.microsoft.com/office/drawing/2014/main" id="{F8BB3D50-38BC-132C-82A7-E5447A2A645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469253" y="195459"/>
            <a:ext cx="1855980" cy="1498672"/>
          </a:xfrm>
          <a:prstGeom prst="rect">
            <a:avLst/>
          </a:prstGeom>
        </p:spPr>
      </p:pic>
    </p:spTree>
    <p:extLst>
      <p:ext uri="{BB962C8B-B14F-4D97-AF65-F5344CB8AC3E}">
        <p14:creationId xmlns:p14="http://schemas.microsoft.com/office/powerpoint/2010/main" val="2986099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11876182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24625618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819251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 Box 16">
            <a:extLst>
              <a:ext uri="{FF2B5EF4-FFF2-40B4-BE49-F238E27FC236}">
                <a16:creationId xmlns:a16="http://schemas.microsoft.com/office/drawing/2014/main" id="{4124788B-26D4-40D5-ADB7-E3EFDD03A2B4}"/>
              </a:ext>
            </a:extLst>
          </p:cNvPr>
          <p:cNvSpPr txBox="1">
            <a:spLocks noChangeArrowheads="1"/>
          </p:cNvSpPr>
          <p:nvPr userDrawn="1"/>
        </p:nvSpPr>
        <p:spPr bwMode="auto">
          <a:xfrm>
            <a:off x="5337897" y="6411954"/>
            <a:ext cx="1676400" cy="253916"/>
          </a:xfrm>
          <a:prstGeom prst="rect">
            <a:avLst/>
          </a:prstGeom>
          <a:noFill/>
          <a:ln>
            <a:noFill/>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base" hangingPunct="0">
              <a:spcBef>
                <a:spcPct val="0"/>
              </a:spcBef>
              <a:spcAft>
                <a:spcPct val="0"/>
              </a:spcAft>
              <a:defRPr sz="1600">
                <a:solidFill>
                  <a:schemeClr val="tx1"/>
                </a:solidFill>
                <a:latin typeface="Tahoma" pitchFamily="34" charset="0"/>
              </a:defRPr>
            </a:lvl6pPr>
            <a:lvl7pPr marL="2971800" indent="-228600" algn="ctr" eaLnBrk="0" fontAlgn="base" hangingPunct="0">
              <a:spcBef>
                <a:spcPct val="0"/>
              </a:spcBef>
              <a:spcAft>
                <a:spcPct val="0"/>
              </a:spcAft>
              <a:defRPr sz="1600">
                <a:solidFill>
                  <a:schemeClr val="tx1"/>
                </a:solidFill>
                <a:latin typeface="Tahoma" pitchFamily="34" charset="0"/>
              </a:defRPr>
            </a:lvl7pPr>
            <a:lvl8pPr marL="3429000" indent="-228600" algn="ctr" eaLnBrk="0" fontAlgn="base" hangingPunct="0">
              <a:spcBef>
                <a:spcPct val="0"/>
              </a:spcBef>
              <a:spcAft>
                <a:spcPct val="0"/>
              </a:spcAft>
              <a:defRPr sz="1600">
                <a:solidFill>
                  <a:schemeClr val="tx1"/>
                </a:solidFill>
                <a:latin typeface="Tahoma" pitchFamily="34" charset="0"/>
              </a:defRPr>
            </a:lvl8pPr>
            <a:lvl9pPr marL="3886200" indent="-228600" algn="ctr" eaLnBrk="0" fontAlgn="base" hangingPunct="0">
              <a:spcBef>
                <a:spcPct val="0"/>
              </a:spcBef>
              <a:spcAft>
                <a:spcPct val="0"/>
              </a:spcAft>
              <a:defRPr sz="1600">
                <a:solidFill>
                  <a:schemeClr val="tx1"/>
                </a:solidFill>
                <a:latin typeface="Tahoma" pitchFamily="34" charset="0"/>
              </a:defRPr>
            </a:lvl9pPr>
          </a:lstStyle>
          <a:p>
            <a:pPr>
              <a:spcBef>
                <a:spcPct val="50000"/>
              </a:spcBef>
              <a:defRPr/>
            </a:pPr>
            <a:r>
              <a:rPr lang="en-US" sz="1050" b="0" u="sng">
                <a:solidFill>
                  <a:srgbClr val="000099"/>
                </a:solidFill>
                <a:latin typeface="+mn-lt"/>
              </a:rPr>
              <a:t>www.jasmin-infotech.com</a:t>
            </a:r>
            <a:endParaRPr lang="en-US" sz="1400" b="0" i="1">
              <a:solidFill>
                <a:srgbClr val="C14916"/>
              </a:solidFill>
              <a:latin typeface="+mn-lt"/>
            </a:endParaRPr>
          </a:p>
        </p:txBody>
      </p:sp>
      <p:sp>
        <p:nvSpPr>
          <p:cNvPr id="11" name="Slide Number Placeholder 12">
            <a:extLst>
              <a:ext uri="{FF2B5EF4-FFF2-40B4-BE49-F238E27FC236}">
                <a16:creationId xmlns:a16="http://schemas.microsoft.com/office/drawing/2014/main" id="{31D66A2A-A548-48C9-922B-D62471CE8727}"/>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2" name="Picture 1">
            <a:extLst>
              <a:ext uri="{FF2B5EF4-FFF2-40B4-BE49-F238E27FC236}">
                <a16:creationId xmlns:a16="http://schemas.microsoft.com/office/drawing/2014/main" id="{0D138D3F-CC47-0FF9-D4CB-EC6B2E5ACB8B}"/>
              </a:ext>
            </a:extLst>
          </p:cNvPr>
          <p:cNvPicPr>
            <a:picLocks noChangeAspect="1"/>
          </p:cNvPicPr>
          <p:nvPr userDrawn="1"/>
        </p:nvPicPr>
        <p:blipFill>
          <a:blip r:embed="rId2"/>
          <a:stretch>
            <a:fillRect/>
          </a:stretch>
        </p:blipFill>
        <p:spPr>
          <a:xfrm>
            <a:off x="4225129" y="2298963"/>
            <a:ext cx="3741742" cy="1200329"/>
          </a:xfrm>
          <a:prstGeom prst="rect">
            <a:avLst/>
          </a:prstGeom>
        </p:spPr>
      </p:pic>
      <p:sp>
        <p:nvSpPr>
          <p:cNvPr id="3" name="TextBox 2">
            <a:extLst>
              <a:ext uri="{FF2B5EF4-FFF2-40B4-BE49-F238E27FC236}">
                <a16:creationId xmlns:a16="http://schemas.microsoft.com/office/drawing/2014/main" id="{33E40779-73A9-914E-2480-9A29EBF05473}"/>
              </a:ext>
            </a:extLst>
          </p:cNvPr>
          <p:cNvSpPr txBox="1"/>
          <p:nvPr userDrawn="1"/>
        </p:nvSpPr>
        <p:spPr>
          <a:xfrm>
            <a:off x="4963435" y="3499292"/>
            <a:ext cx="2425324" cy="400110"/>
          </a:xfrm>
          <a:prstGeom prst="rect">
            <a:avLst/>
          </a:prstGeom>
          <a:noFill/>
        </p:spPr>
        <p:txBody>
          <a:bodyPr wrap="square">
            <a:spAutoFit/>
          </a:bodyPr>
          <a:lstStyle/>
          <a:p>
            <a:r>
              <a:rPr lang="en-IN" sz="2000" b="1" i="1">
                <a:solidFill>
                  <a:srgbClr val="000000"/>
                </a:solidFill>
                <a:effectLst/>
              </a:rPr>
              <a:t>Helping you innovate</a:t>
            </a:r>
            <a:endParaRPr lang="en-IN" sz="2000" b="1" i="1"/>
          </a:p>
        </p:txBody>
      </p:sp>
    </p:spTree>
    <p:extLst>
      <p:ext uri="{BB962C8B-B14F-4D97-AF65-F5344CB8AC3E}">
        <p14:creationId xmlns:p14="http://schemas.microsoft.com/office/powerpoint/2010/main" val="10443603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23855570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D500-044D-4F8A-9311-1D19A1E0D640}"/>
              </a:ext>
            </a:extLst>
          </p:cNvPr>
          <p:cNvSpPr>
            <a:spLocks noGrp="1"/>
          </p:cNvSpPr>
          <p:nvPr>
            <p:ph type="title"/>
          </p:nvPr>
        </p:nvSpPr>
        <p:spPr>
          <a:xfrm>
            <a:off x="831850" y="1709739"/>
            <a:ext cx="10515600" cy="1719262"/>
          </a:xfrm>
        </p:spPr>
        <p:txBody>
          <a:bodyPr anchor="b">
            <a:normAutofit/>
          </a:bodyPr>
          <a:lstStyle>
            <a:lvl1pPr>
              <a:defRPr sz="2800">
                <a:latin typeface="Century Gothic" panose="020B0502020202020204" pitchFamily="34" charset="0"/>
              </a:defRPr>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A8A540-5472-4C45-9471-5968D6BC44BB}"/>
              </a:ext>
            </a:extLst>
          </p:cNvPr>
          <p:cNvSpPr>
            <a:spLocks noGrp="1"/>
          </p:cNvSpPr>
          <p:nvPr>
            <p:ph type="body" idx="1"/>
          </p:nvPr>
        </p:nvSpPr>
        <p:spPr>
          <a:xfrm>
            <a:off x="838200" y="3839370"/>
            <a:ext cx="10515600" cy="1500187"/>
          </a:xfrm>
        </p:spPr>
        <p:txBody>
          <a:bodyPr/>
          <a:lstStyle>
            <a:lvl1pPr marL="0" indent="0">
              <a:buNone/>
              <a:defRPr sz="2400">
                <a:solidFill>
                  <a:schemeClr val="tx1">
                    <a:tint val="75000"/>
                  </a:schemeClr>
                </a:solidFill>
                <a:latin typeface="Century Gothic" panose="020B0502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hidden="1">
            <a:extLst>
              <a:ext uri="{FF2B5EF4-FFF2-40B4-BE49-F238E27FC236}">
                <a16:creationId xmlns:a16="http://schemas.microsoft.com/office/drawing/2014/main" id="{470DE521-D3F7-4AC9-95DC-EFEFD3DE8597}"/>
              </a:ext>
            </a:extLst>
          </p:cNvPr>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hidden="1">
            <a:extLst>
              <a:ext uri="{FF2B5EF4-FFF2-40B4-BE49-F238E27FC236}">
                <a16:creationId xmlns:a16="http://schemas.microsoft.com/office/drawing/2014/main" id="{4B1DF27C-CA9A-40E8-A56A-2B7A4035CDE7}"/>
              </a:ext>
            </a:extLst>
          </p:cNvPr>
          <p:cNvSpPr>
            <a:spLocks noGrp="1"/>
          </p:cNvSpPr>
          <p:nvPr>
            <p:ph type="ftr" sz="quarter" idx="11"/>
          </p:nvPr>
        </p:nvSpPr>
        <p:spPr>
          <a:xfrm>
            <a:off x="4038600" y="6356350"/>
            <a:ext cx="4114800" cy="365125"/>
          </a:xfrm>
          <a:prstGeom prst="rect">
            <a:avLst/>
          </a:prstGeom>
        </p:spPr>
        <p:txBody>
          <a:bodyPr/>
          <a:lstStyle/>
          <a:p>
            <a:r>
              <a:rPr lang="en-US"/>
              <a:t>CONFIDENTIAL I Shared under NDA</a:t>
            </a:r>
            <a:endParaRPr lang="en-IN"/>
          </a:p>
        </p:txBody>
      </p:sp>
      <p:cxnSp>
        <p:nvCxnSpPr>
          <p:cNvPr id="7" name="Straight Connector 6">
            <a:extLst>
              <a:ext uri="{FF2B5EF4-FFF2-40B4-BE49-F238E27FC236}">
                <a16:creationId xmlns:a16="http://schemas.microsoft.com/office/drawing/2014/main" id="{61B7E32C-6A60-4344-8FB2-6251996B6247}"/>
              </a:ext>
            </a:extLst>
          </p:cNvPr>
          <p:cNvCxnSpPr>
            <a:cxnSpLocks/>
          </p:cNvCxnSpPr>
          <p:nvPr userDrawn="1"/>
        </p:nvCxnSpPr>
        <p:spPr>
          <a:xfrm>
            <a:off x="838200" y="3455687"/>
            <a:ext cx="11353800" cy="0"/>
          </a:xfrm>
          <a:prstGeom prst="line">
            <a:avLst/>
          </a:prstGeom>
          <a:ln w="38100">
            <a:solidFill>
              <a:srgbClr val="000087"/>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39106E4-29D0-496D-9A43-CB891643C286}"/>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A42DA796-DA88-4A79-99C5-26352F6730FB}"/>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1" name="Picture 10">
            <a:extLst>
              <a:ext uri="{FF2B5EF4-FFF2-40B4-BE49-F238E27FC236}">
                <a16:creationId xmlns:a16="http://schemas.microsoft.com/office/drawing/2014/main" id="{1B906B2E-F395-462F-BCAA-5B24E2A416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31876311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18390315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544738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5B1BB6A-62CB-411F-8E6F-CE29E323FDD6}"/>
              </a:ext>
            </a:extLst>
          </p:cNvPr>
          <p:cNvSpPr txBox="1">
            <a:spLocks/>
          </p:cNvSpPr>
          <p:nvPr userDrawn="1"/>
        </p:nvSpPr>
        <p:spPr>
          <a:xfrm>
            <a:off x="4917287" y="5337469"/>
            <a:ext cx="6094602" cy="8853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50">
                <a:solidFill>
                  <a:schemeClr val="accent2"/>
                </a:solidFill>
              </a:rPr>
              <a:t>THANK YOU!</a:t>
            </a:r>
            <a:endParaRPr lang="en-IN" sz="4050">
              <a:solidFill>
                <a:schemeClr val="accent2"/>
              </a:solidFill>
            </a:endParaRPr>
          </a:p>
        </p:txBody>
      </p:sp>
      <p:pic>
        <p:nvPicPr>
          <p:cNvPr id="11" name="Picture 10">
            <a:extLst>
              <a:ext uri="{FF2B5EF4-FFF2-40B4-BE49-F238E27FC236}">
                <a16:creationId xmlns:a16="http://schemas.microsoft.com/office/drawing/2014/main" id="{7D780C04-86F0-48AA-880D-9780441582D1}"/>
              </a:ext>
            </a:extLst>
          </p:cNvPr>
          <p:cNvPicPr>
            <a:picLocks noChangeAspect="1"/>
          </p:cNvPicPr>
          <p:nvPr userDrawn="1"/>
        </p:nvPicPr>
        <p:blipFill>
          <a:blip r:embed="rId2"/>
          <a:stretch>
            <a:fillRect/>
          </a:stretch>
        </p:blipFill>
        <p:spPr>
          <a:xfrm>
            <a:off x="4617128" y="2485236"/>
            <a:ext cx="3467080" cy="1112219"/>
          </a:xfrm>
          <a:prstGeom prst="rect">
            <a:avLst/>
          </a:prstGeom>
        </p:spPr>
      </p:pic>
      <p:sp>
        <p:nvSpPr>
          <p:cNvPr id="13" name="Freeform: Shape 12">
            <a:extLst>
              <a:ext uri="{FF2B5EF4-FFF2-40B4-BE49-F238E27FC236}">
                <a16:creationId xmlns:a16="http://schemas.microsoft.com/office/drawing/2014/main" id="{2F3AA549-D622-4A21-9ECE-DB969E0703AF}"/>
              </a:ext>
            </a:extLst>
          </p:cNvPr>
          <p:cNvSpPr/>
          <p:nvPr userDrawn="1"/>
        </p:nvSpPr>
        <p:spPr>
          <a:xfrm>
            <a:off x="11144304" y="4221882"/>
            <a:ext cx="209496" cy="209496"/>
          </a:xfrm>
          <a:custGeom>
            <a:avLst/>
            <a:gdLst>
              <a:gd name="connsiteX0" fmla="*/ 101580 w 279328"/>
              <a:gd name="connsiteY0" fmla="*/ 209496 h 279328"/>
              <a:gd name="connsiteX1" fmla="*/ 107916 w 279328"/>
              <a:gd name="connsiteY1" fmla="*/ 215846 h 279328"/>
              <a:gd name="connsiteX2" fmla="*/ 106067 w 279328"/>
              <a:gd name="connsiteY2" fmla="*/ 220333 h 279328"/>
              <a:gd name="connsiteX3" fmla="*/ 87018 w 279328"/>
              <a:gd name="connsiteY3" fmla="*/ 239382 h 279328"/>
              <a:gd name="connsiteX4" fmla="*/ 82531 w 279328"/>
              <a:gd name="connsiteY4" fmla="*/ 241244 h 279328"/>
              <a:gd name="connsiteX5" fmla="*/ 76182 w 279328"/>
              <a:gd name="connsiteY5" fmla="*/ 234894 h 279328"/>
              <a:gd name="connsiteX6" fmla="*/ 78044 w 279328"/>
              <a:gd name="connsiteY6" fmla="*/ 230407 h 279328"/>
              <a:gd name="connsiteX7" fmla="*/ 97079 w 279328"/>
              <a:gd name="connsiteY7" fmla="*/ 211358 h 279328"/>
              <a:gd name="connsiteX8" fmla="*/ 101580 w 279328"/>
              <a:gd name="connsiteY8" fmla="*/ 209496 h 279328"/>
              <a:gd name="connsiteX9" fmla="*/ 95230 w 279328"/>
              <a:gd name="connsiteY9" fmla="*/ 177748 h 279328"/>
              <a:gd name="connsiteX10" fmla="*/ 101580 w 279328"/>
              <a:gd name="connsiteY10" fmla="*/ 184111 h 279328"/>
              <a:gd name="connsiteX11" fmla="*/ 99718 w 279328"/>
              <a:gd name="connsiteY11" fmla="*/ 188585 h 279328"/>
              <a:gd name="connsiteX12" fmla="*/ 36235 w 279328"/>
              <a:gd name="connsiteY12" fmla="*/ 252081 h 279328"/>
              <a:gd name="connsiteX13" fmla="*/ 31748 w 279328"/>
              <a:gd name="connsiteY13" fmla="*/ 253930 h 279328"/>
              <a:gd name="connsiteX14" fmla="*/ 25398 w 279328"/>
              <a:gd name="connsiteY14" fmla="*/ 247580 h 279328"/>
              <a:gd name="connsiteX15" fmla="*/ 27247 w 279328"/>
              <a:gd name="connsiteY15" fmla="*/ 243093 h 279328"/>
              <a:gd name="connsiteX16" fmla="*/ 90743 w 279328"/>
              <a:gd name="connsiteY16" fmla="*/ 179611 h 279328"/>
              <a:gd name="connsiteX17" fmla="*/ 95230 w 279328"/>
              <a:gd name="connsiteY17" fmla="*/ 177748 h 279328"/>
              <a:gd name="connsiteX18" fmla="*/ 63483 w 279328"/>
              <a:gd name="connsiteY18" fmla="*/ 171412 h 279328"/>
              <a:gd name="connsiteX19" fmla="*/ 69833 w 279328"/>
              <a:gd name="connsiteY19" fmla="*/ 177748 h 279328"/>
              <a:gd name="connsiteX20" fmla="*/ 67971 w 279328"/>
              <a:gd name="connsiteY20" fmla="*/ 182249 h 279328"/>
              <a:gd name="connsiteX21" fmla="*/ 61621 w 279328"/>
              <a:gd name="connsiteY21" fmla="*/ 188585 h 279328"/>
              <a:gd name="connsiteX22" fmla="*/ 57134 w 279328"/>
              <a:gd name="connsiteY22" fmla="*/ 190448 h 279328"/>
              <a:gd name="connsiteX23" fmla="*/ 50784 w 279328"/>
              <a:gd name="connsiteY23" fmla="*/ 184111 h 279328"/>
              <a:gd name="connsiteX24" fmla="*/ 52647 w 279328"/>
              <a:gd name="connsiteY24" fmla="*/ 179611 h 279328"/>
              <a:gd name="connsiteX25" fmla="*/ 58996 w 279328"/>
              <a:gd name="connsiteY25" fmla="*/ 173261 h 279328"/>
              <a:gd name="connsiteX26" fmla="*/ 63483 w 279328"/>
              <a:gd name="connsiteY26" fmla="*/ 171412 h 279328"/>
              <a:gd name="connsiteX27" fmla="*/ 254176 w 279328"/>
              <a:gd name="connsiteY27" fmla="*/ 34140 h 279328"/>
              <a:gd name="connsiteX28" fmla="*/ 121728 w 279328"/>
              <a:gd name="connsiteY28" fmla="*/ 166588 h 279328"/>
              <a:gd name="connsiteX29" fmla="*/ 158816 w 279328"/>
              <a:gd name="connsiteY29" fmla="*/ 256646 h 279328"/>
              <a:gd name="connsiteX30" fmla="*/ 254176 w 279328"/>
              <a:gd name="connsiteY30" fmla="*/ 34140 h 279328"/>
              <a:gd name="connsiteX31" fmla="*/ 245188 w 279328"/>
              <a:gd name="connsiteY31" fmla="*/ 25153 h 279328"/>
              <a:gd name="connsiteX32" fmla="*/ 22695 w 279328"/>
              <a:gd name="connsiteY32" fmla="*/ 120525 h 279328"/>
              <a:gd name="connsiteX33" fmla="*/ 112753 w 279328"/>
              <a:gd name="connsiteY33" fmla="*/ 157601 h 279328"/>
              <a:gd name="connsiteX34" fmla="*/ 272978 w 279328"/>
              <a:gd name="connsiteY34" fmla="*/ 0 h 279328"/>
              <a:gd name="connsiteX35" fmla="*/ 279328 w 279328"/>
              <a:gd name="connsiteY35" fmla="*/ 6350 h 279328"/>
              <a:gd name="connsiteX36" fmla="*/ 278643 w 279328"/>
              <a:gd name="connsiteY36" fmla="*/ 9039 h 279328"/>
              <a:gd name="connsiteX37" fmla="*/ 278720 w 279328"/>
              <a:gd name="connsiteY37" fmla="*/ 9078 h 279328"/>
              <a:gd name="connsiteX38" fmla="*/ 164558 w 279328"/>
              <a:gd name="connsiteY38" fmla="*/ 275423 h 279328"/>
              <a:gd name="connsiteX39" fmla="*/ 164532 w 279328"/>
              <a:gd name="connsiteY39" fmla="*/ 275487 h 279328"/>
              <a:gd name="connsiteX40" fmla="*/ 164441 w 279328"/>
              <a:gd name="connsiteY40" fmla="*/ 275707 h 279328"/>
              <a:gd name="connsiteX41" fmla="*/ 164403 w 279328"/>
              <a:gd name="connsiteY41" fmla="*/ 275694 h 279328"/>
              <a:gd name="connsiteX42" fmla="*/ 158713 w 279328"/>
              <a:gd name="connsiteY42" fmla="*/ 279328 h 279328"/>
              <a:gd name="connsiteX43" fmla="*/ 152712 w 279328"/>
              <a:gd name="connsiteY43" fmla="*/ 274737 h 279328"/>
              <a:gd name="connsiteX44" fmla="*/ 152609 w 279328"/>
              <a:gd name="connsiteY44" fmla="*/ 274776 h 279328"/>
              <a:gd name="connsiteX45" fmla="*/ 109429 w 279328"/>
              <a:gd name="connsiteY45" fmla="*/ 169899 h 279328"/>
              <a:gd name="connsiteX46" fmla="*/ 4565 w 279328"/>
              <a:gd name="connsiteY46" fmla="*/ 126719 h 279328"/>
              <a:gd name="connsiteX47" fmla="*/ 4591 w 279328"/>
              <a:gd name="connsiteY47" fmla="*/ 126616 h 279328"/>
              <a:gd name="connsiteX48" fmla="*/ 0 w 279328"/>
              <a:gd name="connsiteY48" fmla="*/ 120615 h 279328"/>
              <a:gd name="connsiteX49" fmla="*/ 3634 w 279328"/>
              <a:gd name="connsiteY49" fmla="*/ 114925 h 279328"/>
              <a:gd name="connsiteX50" fmla="*/ 3621 w 279328"/>
              <a:gd name="connsiteY50" fmla="*/ 114900 h 279328"/>
              <a:gd name="connsiteX51" fmla="*/ 3841 w 279328"/>
              <a:gd name="connsiteY51" fmla="*/ 114796 h 279328"/>
              <a:gd name="connsiteX52" fmla="*/ 3905 w 279328"/>
              <a:gd name="connsiteY52" fmla="*/ 114770 h 279328"/>
              <a:gd name="connsiteX53" fmla="*/ 270250 w 279328"/>
              <a:gd name="connsiteY53" fmla="*/ 621 h 279328"/>
              <a:gd name="connsiteX54" fmla="*/ 270276 w 279328"/>
              <a:gd name="connsiteY54" fmla="*/ 673 h 279328"/>
              <a:gd name="connsiteX55" fmla="*/ 272978 w 279328"/>
              <a:gd name="connsiteY55" fmla="*/ 0 h 2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9328" h="279328">
                <a:moveTo>
                  <a:pt x="101580" y="209496"/>
                </a:moveTo>
                <a:cubicBezTo>
                  <a:pt x="105084" y="209496"/>
                  <a:pt x="107916" y="212341"/>
                  <a:pt x="107916" y="215846"/>
                </a:cubicBezTo>
                <a:cubicBezTo>
                  <a:pt x="107916" y="217604"/>
                  <a:pt x="107218" y="219195"/>
                  <a:pt x="106067" y="220333"/>
                </a:cubicBezTo>
                <a:lnTo>
                  <a:pt x="87018" y="239382"/>
                </a:lnTo>
                <a:cubicBezTo>
                  <a:pt x="85867" y="240533"/>
                  <a:pt x="84277" y="241244"/>
                  <a:pt x="82531" y="241244"/>
                </a:cubicBezTo>
                <a:cubicBezTo>
                  <a:pt x="79027" y="241244"/>
                  <a:pt x="76182" y="238399"/>
                  <a:pt x="76182" y="234894"/>
                </a:cubicBezTo>
                <a:cubicBezTo>
                  <a:pt x="76182" y="233148"/>
                  <a:pt x="76893" y="231545"/>
                  <a:pt x="78044" y="230407"/>
                </a:cubicBezTo>
                <a:lnTo>
                  <a:pt x="97079" y="211358"/>
                </a:lnTo>
                <a:cubicBezTo>
                  <a:pt x="98230" y="210207"/>
                  <a:pt x="99821" y="209496"/>
                  <a:pt x="101580" y="209496"/>
                </a:cubicBezTo>
                <a:close/>
                <a:moveTo>
                  <a:pt x="95230" y="177748"/>
                </a:moveTo>
                <a:cubicBezTo>
                  <a:pt x="98735" y="177748"/>
                  <a:pt x="101580" y="180606"/>
                  <a:pt x="101580" y="184111"/>
                </a:cubicBezTo>
                <a:cubicBezTo>
                  <a:pt x="101580" y="185857"/>
                  <a:pt x="100868" y="187447"/>
                  <a:pt x="99718" y="188585"/>
                </a:cubicBezTo>
                <a:lnTo>
                  <a:pt x="36235" y="252081"/>
                </a:lnTo>
                <a:cubicBezTo>
                  <a:pt x="35084" y="253232"/>
                  <a:pt x="33493" y="253930"/>
                  <a:pt x="31748" y="253930"/>
                </a:cubicBezTo>
                <a:cubicBezTo>
                  <a:pt x="28243" y="253930"/>
                  <a:pt x="25398" y="251098"/>
                  <a:pt x="25398" y="247580"/>
                </a:cubicBezTo>
                <a:cubicBezTo>
                  <a:pt x="25398" y="245848"/>
                  <a:pt x="26109" y="244257"/>
                  <a:pt x="27247" y="243093"/>
                </a:cubicBezTo>
                <a:lnTo>
                  <a:pt x="90743" y="179611"/>
                </a:lnTo>
                <a:cubicBezTo>
                  <a:pt x="91881" y="178473"/>
                  <a:pt x="93471" y="177748"/>
                  <a:pt x="95230" y="177748"/>
                </a:cubicBezTo>
                <a:close/>
                <a:moveTo>
                  <a:pt x="63483" y="171412"/>
                </a:moveTo>
                <a:cubicBezTo>
                  <a:pt x="66988" y="171412"/>
                  <a:pt x="69833" y="174257"/>
                  <a:pt x="69833" y="177748"/>
                </a:cubicBezTo>
                <a:cubicBezTo>
                  <a:pt x="69833" y="179507"/>
                  <a:pt x="69122" y="181098"/>
                  <a:pt x="67971" y="182249"/>
                </a:cubicBezTo>
                <a:lnTo>
                  <a:pt x="61621" y="188585"/>
                </a:lnTo>
                <a:cubicBezTo>
                  <a:pt x="60470" y="189749"/>
                  <a:pt x="58893" y="190448"/>
                  <a:pt x="57134" y="190448"/>
                </a:cubicBezTo>
                <a:cubicBezTo>
                  <a:pt x="53629" y="190448"/>
                  <a:pt x="50784" y="187603"/>
                  <a:pt x="50784" y="184111"/>
                </a:cubicBezTo>
                <a:cubicBezTo>
                  <a:pt x="50784" y="182352"/>
                  <a:pt x="51496" y="180774"/>
                  <a:pt x="52647" y="179611"/>
                </a:cubicBezTo>
                <a:lnTo>
                  <a:pt x="58996" y="173261"/>
                </a:lnTo>
                <a:cubicBezTo>
                  <a:pt x="60147" y="172123"/>
                  <a:pt x="61738" y="171412"/>
                  <a:pt x="63483" y="171412"/>
                </a:cubicBezTo>
                <a:close/>
                <a:moveTo>
                  <a:pt x="254176" y="34140"/>
                </a:moveTo>
                <a:lnTo>
                  <a:pt x="121728" y="166588"/>
                </a:lnTo>
                <a:lnTo>
                  <a:pt x="158816" y="256646"/>
                </a:lnTo>
                <a:cubicBezTo>
                  <a:pt x="158816" y="256646"/>
                  <a:pt x="254176" y="34140"/>
                  <a:pt x="254176" y="34140"/>
                </a:cubicBezTo>
                <a:close/>
                <a:moveTo>
                  <a:pt x="245188" y="25153"/>
                </a:moveTo>
                <a:lnTo>
                  <a:pt x="22695" y="120525"/>
                </a:lnTo>
                <a:cubicBezTo>
                  <a:pt x="22695" y="120525"/>
                  <a:pt x="112753" y="157601"/>
                  <a:pt x="112753" y="157601"/>
                </a:cubicBezTo>
                <a:close/>
                <a:moveTo>
                  <a:pt x="272978" y="0"/>
                </a:moveTo>
                <a:cubicBezTo>
                  <a:pt x="276483" y="0"/>
                  <a:pt x="279328" y="2845"/>
                  <a:pt x="279328" y="6350"/>
                </a:cubicBezTo>
                <a:cubicBezTo>
                  <a:pt x="279328" y="7332"/>
                  <a:pt x="279043" y="8225"/>
                  <a:pt x="278643" y="9039"/>
                </a:cubicBezTo>
                <a:lnTo>
                  <a:pt x="278720" y="9078"/>
                </a:lnTo>
                <a:lnTo>
                  <a:pt x="164558" y="275423"/>
                </a:lnTo>
                <a:cubicBezTo>
                  <a:pt x="164558" y="275449"/>
                  <a:pt x="164545" y="275462"/>
                  <a:pt x="164532" y="275487"/>
                </a:cubicBezTo>
                <a:lnTo>
                  <a:pt x="164441" y="275707"/>
                </a:lnTo>
                <a:lnTo>
                  <a:pt x="164403" y="275694"/>
                </a:lnTo>
                <a:cubicBezTo>
                  <a:pt x="163381" y="277828"/>
                  <a:pt x="161234" y="279328"/>
                  <a:pt x="158713" y="279328"/>
                </a:cubicBezTo>
                <a:cubicBezTo>
                  <a:pt x="155829" y="279328"/>
                  <a:pt x="153488" y="277375"/>
                  <a:pt x="152712" y="274737"/>
                </a:cubicBezTo>
                <a:lnTo>
                  <a:pt x="152609" y="274776"/>
                </a:lnTo>
                <a:lnTo>
                  <a:pt x="109429" y="169899"/>
                </a:lnTo>
                <a:lnTo>
                  <a:pt x="4565" y="126719"/>
                </a:lnTo>
                <a:lnTo>
                  <a:pt x="4591" y="126616"/>
                </a:lnTo>
                <a:cubicBezTo>
                  <a:pt x="1953" y="125840"/>
                  <a:pt x="0" y="123499"/>
                  <a:pt x="0" y="120615"/>
                </a:cubicBezTo>
                <a:cubicBezTo>
                  <a:pt x="0" y="118094"/>
                  <a:pt x="1500" y="115960"/>
                  <a:pt x="3634" y="114925"/>
                </a:cubicBezTo>
                <a:lnTo>
                  <a:pt x="3621" y="114900"/>
                </a:lnTo>
                <a:lnTo>
                  <a:pt x="3841" y="114796"/>
                </a:lnTo>
                <a:cubicBezTo>
                  <a:pt x="3867" y="114783"/>
                  <a:pt x="3892" y="114770"/>
                  <a:pt x="3905" y="114770"/>
                </a:cubicBezTo>
                <a:lnTo>
                  <a:pt x="270250" y="621"/>
                </a:lnTo>
                <a:lnTo>
                  <a:pt x="270276" y="673"/>
                </a:lnTo>
                <a:cubicBezTo>
                  <a:pt x="271103" y="259"/>
                  <a:pt x="272009" y="0"/>
                  <a:pt x="27297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4" name="Freeform: Shape 13">
            <a:extLst>
              <a:ext uri="{FF2B5EF4-FFF2-40B4-BE49-F238E27FC236}">
                <a16:creationId xmlns:a16="http://schemas.microsoft.com/office/drawing/2014/main" id="{9A92232A-8606-49DF-8121-568064219514}"/>
              </a:ext>
            </a:extLst>
          </p:cNvPr>
          <p:cNvSpPr/>
          <p:nvPr userDrawn="1"/>
        </p:nvSpPr>
        <p:spPr>
          <a:xfrm>
            <a:off x="11144304" y="4561631"/>
            <a:ext cx="209496" cy="190451"/>
          </a:xfrm>
          <a:custGeom>
            <a:avLst/>
            <a:gdLst>
              <a:gd name="connsiteX0" fmla="*/ 101580 w 279328"/>
              <a:gd name="connsiteY0" fmla="*/ 76181 h 253935"/>
              <a:gd name="connsiteX1" fmla="*/ 12699 w 279328"/>
              <a:gd name="connsiteY1" fmla="*/ 149187 h 253935"/>
              <a:gd name="connsiteX2" fmla="*/ 39300 w 279328"/>
              <a:gd name="connsiteY2" fmla="*/ 201126 h 253935"/>
              <a:gd name="connsiteX3" fmla="*/ 43516 w 279328"/>
              <a:gd name="connsiteY3" fmla="*/ 214469 h 253935"/>
              <a:gd name="connsiteX4" fmla="*/ 38239 w 279328"/>
              <a:gd name="connsiteY4" fmla="*/ 232950 h 253935"/>
              <a:gd name="connsiteX5" fmla="*/ 71423 w 279328"/>
              <a:gd name="connsiteY5" fmla="*/ 220183 h 253935"/>
              <a:gd name="connsiteX6" fmla="*/ 75988 w 279328"/>
              <a:gd name="connsiteY6" fmla="*/ 219348 h 253935"/>
              <a:gd name="connsiteX7" fmla="*/ 78703 w 279328"/>
              <a:gd name="connsiteY7" fmla="*/ 219642 h 253935"/>
              <a:gd name="connsiteX8" fmla="*/ 101580 w 279328"/>
              <a:gd name="connsiteY8" fmla="*/ 222193 h 253935"/>
              <a:gd name="connsiteX9" fmla="*/ 190447 w 279328"/>
              <a:gd name="connsiteY9" fmla="*/ 149187 h 253935"/>
              <a:gd name="connsiteX10" fmla="*/ 101580 w 279328"/>
              <a:gd name="connsiteY10" fmla="*/ 76181 h 253935"/>
              <a:gd name="connsiteX11" fmla="*/ 101580 w 279328"/>
              <a:gd name="connsiteY11" fmla="*/ 63484 h 253935"/>
              <a:gd name="connsiteX12" fmla="*/ 203146 w 279328"/>
              <a:gd name="connsiteY12" fmla="*/ 149187 h 253935"/>
              <a:gd name="connsiteX13" fmla="*/ 101580 w 279328"/>
              <a:gd name="connsiteY13" fmla="*/ 234890 h 253935"/>
              <a:gd name="connsiteX14" fmla="*/ 75988 w 279328"/>
              <a:gd name="connsiteY14" fmla="*/ 232045 h 253935"/>
              <a:gd name="connsiteX15" fmla="*/ 19049 w 279328"/>
              <a:gd name="connsiteY15" fmla="*/ 253935 h 253935"/>
              <a:gd name="connsiteX16" fmla="*/ 31321 w 279328"/>
              <a:gd name="connsiteY16" fmla="*/ 210990 h 253935"/>
              <a:gd name="connsiteX17" fmla="*/ 0 w 279328"/>
              <a:gd name="connsiteY17" fmla="*/ 149187 h 253935"/>
              <a:gd name="connsiteX18" fmla="*/ 101580 w 279328"/>
              <a:gd name="connsiteY18" fmla="*/ 63484 h 253935"/>
              <a:gd name="connsiteX19" fmla="*/ 177748 w 279328"/>
              <a:gd name="connsiteY19" fmla="*/ 0 h 253935"/>
              <a:gd name="connsiteX20" fmla="*/ 279328 w 279328"/>
              <a:gd name="connsiteY20" fmla="*/ 85703 h 253935"/>
              <a:gd name="connsiteX21" fmla="*/ 248007 w 279328"/>
              <a:gd name="connsiteY21" fmla="*/ 147506 h 253935"/>
              <a:gd name="connsiteX22" fmla="*/ 260279 w 279328"/>
              <a:gd name="connsiteY22" fmla="*/ 190451 h 253935"/>
              <a:gd name="connsiteX23" fmla="*/ 212225 w 279328"/>
              <a:gd name="connsiteY23" fmla="*/ 171971 h 253935"/>
              <a:gd name="connsiteX24" fmla="*/ 214837 w 279328"/>
              <a:gd name="connsiteY24" fmla="*/ 159368 h 253935"/>
              <a:gd name="connsiteX25" fmla="*/ 241089 w 279328"/>
              <a:gd name="connsiteY25" fmla="*/ 169466 h 253935"/>
              <a:gd name="connsiteX26" fmla="*/ 235799 w 279328"/>
              <a:gd name="connsiteY26" fmla="*/ 150986 h 253935"/>
              <a:gd name="connsiteX27" fmla="*/ 240028 w 279328"/>
              <a:gd name="connsiteY27" fmla="*/ 137631 h 253935"/>
              <a:gd name="connsiteX28" fmla="*/ 266629 w 279328"/>
              <a:gd name="connsiteY28" fmla="*/ 85703 h 253935"/>
              <a:gd name="connsiteX29" fmla="*/ 177748 w 279328"/>
              <a:gd name="connsiteY29" fmla="*/ 12697 h 253935"/>
              <a:gd name="connsiteX30" fmla="*/ 99679 w 279328"/>
              <a:gd name="connsiteY30" fmla="*/ 50858 h 253935"/>
              <a:gd name="connsiteX31" fmla="*/ 84380 w 279328"/>
              <a:gd name="connsiteY31" fmla="*/ 51986 h 253935"/>
              <a:gd name="connsiteX32" fmla="*/ 177748 w 279328"/>
              <a:gd name="connsiteY32" fmla="*/ 0 h 2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9328" h="253935">
                <a:moveTo>
                  <a:pt x="101580" y="76181"/>
                </a:moveTo>
                <a:cubicBezTo>
                  <a:pt x="52568" y="76181"/>
                  <a:pt x="12699" y="108934"/>
                  <a:pt x="12699" y="149187"/>
                </a:cubicBezTo>
                <a:cubicBezTo>
                  <a:pt x="12699" y="168796"/>
                  <a:pt x="22139" y="187230"/>
                  <a:pt x="39300" y="201126"/>
                </a:cubicBezTo>
                <a:cubicBezTo>
                  <a:pt x="43257" y="204324"/>
                  <a:pt x="44925" y="209579"/>
                  <a:pt x="43516" y="214469"/>
                </a:cubicBezTo>
                <a:lnTo>
                  <a:pt x="38239" y="232950"/>
                </a:lnTo>
                <a:lnTo>
                  <a:pt x="71423" y="220183"/>
                </a:lnTo>
                <a:cubicBezTo>
                  <a:pt x="72884" y="219630"/>
                  <a:pt x="74436" y="219348"/>
                  <a:pt x="75988" y="219348"/>
                </a:cubicBezTo>
                <a:cubicBezTo>
                  <a:pt x="76893" y="219348"/>
                  <a:pt x="77811" y="219442"/>
                  <a:pt x="78703" y="219642"/>
                </a:cubicBezTo>
                <a:cubicBezTo>
                  <a:pt x="86437" y="221335"/>
                  <a:pt x="94131" y="222193"/>
                  <a:pt x="101580" y="222193"/>
                </a:cubicBezTo>
                <a:cubicBezTo>
                  <a:pt x="150578" y="222193"/>
                  <a:pt x="190447" y="189440"/>
                  <a:pt x="190447" y="149187"/>
                </a:cubicBezTo>
                <a:cubicBezTo>
                  <a:pt x="190447" y="108934"/>
                  <a:pt x="150578" y="76181"/>
                  <a:pt x="101580" y="76181"/>
                </a:cubicBezTo>
                <a:close/>
                <a:moveTo>
                  <a:pt x="101580" y="63484"/>
                </a:moveTo>
                <a:cubicBezTo>
                  <a:pt x="157665" y="63484"/>
                  <a:pt x="203146" y="101856"/>
                  <a:pt x="203146" y="149187"/>
                </a:cubicBezTo>
                <a:cubicBezTo>
                  <a:pt x="203146" y="196518"/>
                  <a:pt x="157665" y="234890"/>
                  <a:pt x="101580" y="234890"/>
                </a:cubicBezTo>
                <a:cubicBezTo>
                  <a:pt x="92708" y="234890"/>
                  <a:pt x="84173" y="233844"/>
                  <a:pt x="75988" y="232045"/>
                </a:cubicBezTo>
                <a:lnTo>
                  <a:pt x="19049" y="253935"/>
                </a:lnTo>
                <a:lnTo>
                  <a:pt x="31321" y="210990"/>
                </a:lnTo>
                <a:cubicBezTo>
                  <a:pt x="12052" y="195389"/>
                  <a:pt x="0" y="173499"/>
                  <a:pt x="0" y="149187"/>
                </a:cubicBezTo>
                <a:cubicBezTo>
                  <a:pt x="0" y="101856"/>
                  <a:pt x="45481" y="63484"/>
                  <a:pt x="101580" y="63484"/>
                </a:cubicBezTo>
                <a:close/>
                <a:moveTo>
                  <a:pt x="177748" y="0"/>
                </a:moveTo>
                <a:cubicBezTo>
                  <a:pt x="233860" y="0"/>
                  <a:pt x="279328" y="38373"/>
                  <a:pt x="279328" y="85703"/>
                </a:cubicBezTo>
                <a:cubicBezTo>
                  <a:pt x="279328" y="110015"/>
                  <a:pt x="267288" y="131905"/>
                  <a:pt x="248007" y="147506"/>
                </a:cubicBezTo>
                <a:lnTo>
                  <a:pt x="260279" y="190451"/>
                </a:lnTo>
                <a:lnTo>
                  <a:pt x="212225" y="171971"/>
                </a:lnTo>
                <a:cubicBezTo>
                  <a:pt x="213376" y="167856"/>
                  <a:pt x="214320" y="163671"/>
                  <a:pt x="214837" y="159368"/>
                </a:cubicBezTo>
                <a:lnTo>
                  <a:pt x="241089" y="169466"/>
                </a:lnTo>
                <a:lnTo>
                  <a:pt x="235799" y="150986"/>
                </a:lnTo>
                <a:cubicBezTo>
                  <a:pt x="234403" y="146107"/>
                  <a:pt x="236071" y="140840"/>
                  <a:pt x="240028" y="137631"/>
                </a:cubicBezTo>
                <a:cubicBezTo>
                  <a:pt x="257189" y="123746"/>
                  <a:pt x="266629" y="105313"/>
                  <a:pt x="266629" y="85703"/>
                </a:cubicBezTo>
                <a:cubicBezTo>
                  <a:pt x="266629" y="45450"/>
                  <a:pt x="226760" y="12697"/>
                  <a:pt x="177748" y="12697"/>
                </a:cubicBezTo>
                <a:cubicBezTo>
                  <a:pt x="144100" y="12697"/>
                  <a:pt x="114770" y="28145"/>
                  <a:pt x="99679" y="50858"/>
                </a:cubicBezTo>
                <a:cubicBezTo>
                  <a:pt x="94480" y="50928"/>
                  <a:pt x="89385" y="51340"/>
                  <a:pt x="84380" y="51986"/>
                </a:cubicBezTo>
                <a:cubicBezTo>
                  <a:pt x="99899" y="21408"/>
                  <a:pt x="135862" y="0"/>
                  <a:pt x="17774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5" name="Freeform: Shape 14">
            <a:extLst>
              <a:ext uri="{FF2B5EF4-FFF2-40B4-BE49-F238E27FC236}">
                <a16:creationId xmlns:a16="http://schemas.microsoft.com/office/drawing/2014/main" id="{D3832688-8F75-4834-9C99-E323FBD456F8}"/>
              </a:ext>
            </a:extLst>
          </p:cNvPr>
          <p:cNvSpPr/>
          <p:nvPr userDrawn="1"/>
        </p:nvSpPr>
        <p:spPr>
          <a:xfrm>
            <a:off x="11172873" y="4897086"/>
            <a:ext cx="152360" cy="209475"/>
          </a:xfrm>
          <a:custGeom>
            <a:avLst/>
            <a:gdLst>
              <a:gd name="connsiteX0" fmla="*/ 199640 w 203146"/>
              <a:gd name="connsiteY0" fmla="*/ 631 h 279300"/>
              <a:gd name="connsiteX1" fmla="*/ 202474 w 203146"/>
              <a:gd name="connsiteY1" fmla="*/ 9154 h 279300"/>
              <a:gd name="connsiteX2" fmla="*/ 169535 w 203146"/>
              <a:gd name="connsiteY2" fmla="*/ 41601 h 279300"/>
              <a:gd name="connsiteX3" fmla="*/ 117778 w 203146"/>
              <a:gd name="connsiteY3" fmla="*/ 37398 h 279300"/>
              <a:gd name="connsiteX4" fmla="*/ 88305 w 203146"/>
              <a:gd name="connsiteY4" fmla="*/ 34972 h 279300"/>
              <a:gd name="connsiteX5" fmla="*/ 76950 w 203146"/>
              <a:gd name="connsiteY5" fmla="*/ 51123 h 279300"/>
              <a:gd name="connsiteX6" fmla="*/ 139665 w 203146"/>
              <a:gd name="connsiteY6" fmla="*/ 120583 h 279300"/>
              <a:gd name="connsiteX7" fmla="*/ 139665 w 203146"/>
              <a:gd name="connsiteY7" fmla="*/ 209464 h 279300"/>
              <a:gd name="connsiteX8" fmla="*/ 69837 w 203146"/>
              <a:gd name="connsiteY8" fmla="*/ 279300 h 279300"/>
              <a:gd name="connsiteX9" fmla="*/ 0 w 203146"/>
              <a:gd name="connsiteY9" fmla="*/ 209464 h 279300"/>
              <a:gd name="connsiteX10" fmla="*/ 0 w 203146"/>
              <a:gd name="connsiteY10" fmla="*/ 120583 h 279300"/>
              <a:gd name="connsiteX11" fmla="*/ 64028 w 203146"/>
              <a:gd name="connsiteY11" fmla="*/ 51059 h 279300"/>
              <a:gd name="connsiteX12" fmla="*/ 81636 w 203146"/>
              <a:gd name="connsiteY12" fmla="*/ 24165 h 279300"/>
              <a:gd name="connsiteX13" fmla="*/ 123455 w 203146"/>
              <a:gd name="connsiteY13" fmla="*/ 26033 h 279300"/>
              <a:gd name="connsiteX14" fmla="*/ 191120 w 203146"/>
              <a:gd name="connsiteY14" fmla="*/ 3485 h 279300"/>
              <a:gd name="connsiteX15" fmla="*/ 199640 w 203146"/>
              <a:gd name="connsiteY15" fmla="*/ 631 h 279300"/>
              <a:gd name="connsiteX16" fmla="*/ 63480 w 203146"/>
              <a:gd name="connsiteY16" fmla="*/ 63824 h 279300"/>
              <a:gd name="connsiteX17" fmla="*/ 12696 w 203146"/>
              <a:gd name="connsiteY17" fmla="*/ 120583 h 279300"/>
              <a:gd name="connsiteX18" fmla="*/ 12696 w 203146"/>
              <a:gd name="connsiteY18" fmla="*/ 126940 h 279300"/>
              <a:gd name="connsiteX19" fmla="*/ 63480 w 203146"/>
              <a:gd name="connsiteY19" fmla="*/ 126940 h 279300"/>
              <a:gd name="connsiteX20" fmla="*/ 63480 w 203146"/>
              <a:gd name="connsiteY20" fmla="*/ 63824 h 279300"/>
              <a:gd name="connsiteX21" fmla="*/ 76185 w 203146"/>
              <a:gd name="connsiteY21" fmla="*/ 63824 h 279300"/>
              <a:gd name="connsiteX22" fmla="*/ 76185 w 203146"/>
              <a:gd name="connsiteY22" fmla="*/ 126940 h 279300"/>
              <a:gd name="connsiteX23" fmla="*/ 126969 w 203146"/>
              <a:gd name="connsiteY23" fmla="*/ 126940 h 279300"/>
              <a:gd name="connsiteX24" fmla="*/ 126969 w 203146"/>
              <a:gd name="connsiteY24" fmla="*/ 120583 h 279300"/>
              <a:gd name="connsiteX25" fmla="*/ 76185 w 203146"/>
              <a:gd name="connsiteY25" fmla="*/ 63824 h 279300"/>
              <a:gd name="connsiteX26" fmla="*/ 12696 w 203146"/>
              <a:gd name="connsiteY26" fmla="*/ 139628 h 279300"/>
              <a:gd name="connsiteX27" fmla="*/ 12696 w 203146"/>
              <a:gd name="connsiteY27" fmla="*/ 209464 h 279300"/>
              <a:gd name="connsiteX28" fmla="*/ 69837 w 203146"/>
              <a:gd name="connsiteY28" fmla="*/ 266599 h 279300"/>
              <a:gd name="connsiteX29" fmla="*/ 126969 w 203146"/>
              <a:gd name="connsiteY29" fmla="*/ 209464 h 279300"/>
              <a:gd name="connsiteX30" fmla="*/ 126969 w 203146"/>
              <a:gd name="connsiteY30" fmla="*/ 139628 h 279300"/>
              <a:gd name="connsiteX31" fmla="*/ 12696 w 203146"/>
              <a:gd name="connsiteY31" fmla="*/ 139628 h 27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03146" h="279300">
                <a:moveTo>
                  <a:pt x="199640" y="631"/>
                </a:moveTo>
                <a:cubicBezTo>
                  <a:pt x="202777" y="2214"/>
                  <a:pt x="204042" y="6015"/>
                  <a:pt x="202474" y="9154"/>
                </a:cubicBezTo>
                <a:cubicBezTo>
                  <a:pt x="195068" y="23970"/>
                  <a:pt x="184451" y="35802"/>
                  <a:pt x="169535" y="41601"/>
                </a:cubicBezTo>
                <a:cubicBezTo>
                  <a:pt x="157349" y="46349"/>
                  <a:pt x="141904" y="49450"/>
                  <a:pt x="117778" y="37398"/>
                </a:cubicBezTo>
                <a:cubicBezTo>
                  <a:pt x="103400" y="30210"/>
                  <a:pt x="97374" y="29367"/>
                  <a:pt x="88305" y="34972"/>
                </a:cubicBezTo>
                <a:cubicBezTo>
                  <a:pt x="82089" y="38812"/>
                  <a:pt x="78415" y="45143"/>
                  <a:pt x="76950" y="51123"/>
                </a:cubicBezTo>
                <a:cubicBezTo>
                  <a:pt x="112176" y="54691"/>
                  <a:pt x="139665" y="84426"/>
                  <a:pt x="139665" y="120583"/>
                </a:cubicBezTo>
                <a:lnTo>
                  <a:pt x="139665" y="209464"/>
                </a:lnTo>
                <a:cubicBezTo>
                  <a:pt x="139665" y="248034"/>
                  <a:pt x="108398" y="279300"/>
                  <a:pt x="69837" y="279300"/>
                </a:cubicBezTo>
                <a:cubicBezTo>
                  <a:pt x="31268" y="279300"/>
                  <a:pt x="0" y="248034"/>
                  <a:pt x="0" y="209464"/>
                </a:cubicBezTo>
                <a:lnTo>
                  <a:pt x="0" y="120583"/>
                </a:lnTo>
                <a:cubicBezTo>
                  <a:pt x="0" y="83985"/>
                  <a:pt x="28188" y="54004"/>
                  <a:pt x="64028" y="51059"/>
                </a:cubicBezTo>
                <a:cubicBezTo>
                  <a:pt x="65832" y="40083"/>
                  <a:pt x="72312" y="29938"/>
                  <a:pt x="81636" y="24165"/>
                </a:cubicBezTo>
                <a:cubicBezTo>
                  <a:pt x="90714" y="18573"/>
                  <a:pt x="103844" y="14966"/>
                  <a:pt x="123455" y="26033"/>
                </a:cubicBezTo>
                <a:cubicBezTo>
                  <a:pt x="157906" y="45467"/>
                  <a:pt x="176865" y="25228"/>
                  <a:pt x="191120" y="3485"/>
                </a:cubicBezTo>
                <a:cubicBezTo>
                  <a:pt x="193047" y="540"/>
                  <a:pt x="196495" y="-926"/>
                  <a:pt x="199640" y="631"/>
                </a:cubicBezTo>
                <a:close/>
                <a:moveTo>
                  <a:pt x="63480" y="63824"/>
                </a:moveTo>
                <a:cubicBezTo>
                  <a:pt x="34914" y="66990"/>
                  <a:pt x="12696" y="91185"/>
                  <a:pt x="12696" y="120583"/>
                </a:cubicBezTo>
                <a:lnTo>
                  <a:pt x="12696" y="126940"/>
                </a:lnTo>
                <a:lnTo>
                  <a:pt x="63480" y="126940"/>
                </a:lnTo>
                <a:lnTo>
                  <a:pt x="63480" y="63824"/>
                </a:lnTo>
                <a:close/>
                <a:moveTo>
                  <a:pt x="76185" y="63824"/>
                </a:moveTo>
                <a:lnTo>
                  <a:pt x="76185" y="126940"/>
                </a:lnTo>
                <a:lnTo>
                  <a:pt x="126969" y="126940"/>
                </a:lnTo>
                <a:lnTo>
                  <a:pt x="126969" y="120583"/>
                </a:lnTo>
                <a:cubicBezTo>
                  <a:pt x="126969" y="91185"/>
                  <a:pt x="104751" y="66990"/>
                  <a:pt x="76185" y="63824"/>
                </a:cubicBezTo>
                <a:close/>
                <a:moveTo>
                  <a:pt x="12696" y="139628"/>
                </a:moveTo>
                <a:lnTo>
                  <a:pt x="12696" y="209464"/>
                </a:lnTo>
                <a:cubicBezTo>
                  <a:pt x="12696" y="241029"/>
                  <a:pt x="38277" y="266599"/>
                  <a:pt x="69837" y="266599"/>
                </a:cubicBezTo>
                <a:cubicBezTo>
                  <a:pt x="101388" y="266599"/>
                  <a:pt x="126969" y="241029"/>
                  <a:pt x="126969" y="209464"/>
                </a:cubicBezTo>
                <a:cubicBezTo>
                  <a:pt x="126969" y="209464"/>
                  <a:pt x="126969" y="139628"/>
                  <a:pt x="126969" y="139628"/>
                </a:cubicBezTo>
                <a:lnTo>
                  <a:pt x="12696" y="139628"/>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6" name="Text Placeholder 5">
            <a:extLst>
              <a:ext uri="{FF2B5EF4-FFF2-40B4-BE49-F238E27FC236}">
                <a16:creationId xmlns:a16="http://schemas.microsoft.com/office/drawing/2014/main" id="{0B91B1E4-0B05-471B-8CB4-A52807CD6972}"/>
              </a:ext>
            </a:extLst>
          </p:cNvPr>
          <p:cNvSpPr txBox="1">
            <a:spLocks/>
          </p:cNvSpPr>
          <p:nvPr userDrawn="1"/>
        </p:nvSpPr>
        <p:spPr>
          <a:xfrm>
            <a:off x="8010472" y="4069033"/>
            <a:ext cx="3001417" cy="1037528"/>
          </a:xfrm>
          <a:prstGeom prst="rect">
            <a:avLst/>
          </a:prstGeom>
        </p:spPr>
        <p:txBody>
          <a:bodyPr vert="horz" lIns="68580" tIns="34290" rIns="68580" bIns="3429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India, Germany, Japan, USA &amp; China</a:t>
            </a:r>
          </a:p>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+91 44 6666 9600</a:t>
            </a:r>
          </a:p>
          <a:p>
            <a:pPr marL="0" indent="0" algn="r" defTabSz="685800">
              <a:lnSpc>
                <a:spcPct val="200000"/>
              </a:lnSpc>
              <a:spcBef>
                <a:spcPts val="0"/>
              </a:spcBef>
              <a:buNone/>
            </a:pPr>
            <a:r>
              <a:rPr lang="en-US" sz="1100" b="1" u="sng">
                <a:solidFill>
                  <a:schemeClr val="tx1"/>
                </a:solidFill>
                <a:latin typeface="Calibri Light" panose="020F0302020204030204"/>
                <a:ea typeface="Roboto" panose="02000000000000000000" pitchFamily="2" charset="0"/>
              </a:rPr>
              <a:t>www.jasmin-infotech.com</a:t>
            </a:r>
          </a:p>
        </p:txBody>
      </p:sp>
      <p:pic>
        <p:nvPicPr>
          <p:cNvPr id="17" name="Picture 2">
            <a:extLst>
              <a:ext uri="{FF2B5EF4-FFF2-40B4-BE49-F238E27FC236}">
                <a16:creationId xmlns:a16="http://schemas.microsoft.com/office/drawing/2014/main" id="{A081058F-3133-4197-B807-FC6CB78CE2B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5660041" cy="4561631"/>
          </a:xfrm>
          <a:prstGeom prst="rect">
            <a:avLst/>
          </a:prstGeom>
          <a:noFill/>
          <a:extLst>
            <a:ext uri="{909E8E84-426E-40DD-AFC4-6F175D3DCCD1}">
              <a14:hiddenFill xmlns:a14="http://schemas.microsoft.com/office/drawing/2010/main">
                <a:solidFill>
                  <a:srgbClr val="FFFFFF"/>
                </a:solidFill>
              </a14:hiddenFill>
            </a:ext>
          </a:extLst>
        </p:spPr>
      </p:pic>
      <p:sp>
        <p:nvSpPr>
          <p:cNvPr id="18" name="Isosceles Triangle 17">
            <a:extLst>
              <a:ext uri="{FF2B5EF4-FFF2-40B4-BE49-F238E27FC236}">
                <a16:creationId xmlns:a16="http://schemas.microsoft.com/office/drawing/2014/main" id="{3E6B2BDD-7865-4F6F-B5D7-A4B5A52B7464}"/>
              </a:ext>
            </a:extLst>
          </p:cNvPr>
          <p:cNvSpPr/>
          <p:nvPr userDrawn="1"/>
        </p:nvSpPr>
        <p:spPr>
          <a:xfrm rot="5400000">
            <a:off x="-467508" y="4483021"/>
            <a:ext cx="1972910" cy="1037896"/>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10997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8" name="Text Box 16">
            <a:extLst>
              <a:ext uri="{FF2B5EF4-FFF2-40B4-BE49-F238E27FC236}">
                <a16:creationId xmlns:a16="http://schemas.microsoft.com/office/drawing/2014/main" id="{4124788B-26D4-40D5-ADB7-E3EFDD03A2B4}"/>
              </a:ext>
            </a:extLst>
          </p:cNvPr>
          <p:cNvSpPr txBox="1">
            <a:spLocks noChangeArrowheads="1"/>
          </p:cNvSpPr>
          <p:nvPr userDrawn="1"/>
        </p:nvSpPr>
        <p:spPr bwMode="auto">
          <a:xfrm>
            <a:off x="5337897" y="6411954"/>
            <a:ext cx="1676400" cy="253916"/>
          </a:xfrm>
          <a:prstGeom prst="rect">
            <a:avLst/>
          </a:prstGeom>
          <a:noFill/>
          <a:ln>
            <a:noFill/>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base" hangingPunct="0">
              <a:spcBef>
                <a:spcPct val="0"/>
              </a:spcBef>
              <a:spcAft>
                <a:spcPct val="0"/>
              </a:spcAft>
              <a:defRPr sz="1600">
                <a:solidFill>
                  <a:schemeClr val="tx1"/>
                </a:solidFill>
                <a:latin typeface="Tahoma" pitchFamily="34" charset="0"/>
              </a:defRPr>
            </a:lvl6pPr>
            <a:lvl7pPr marL="2971800" indent="-228600" algn="ctr" eaLnBrk="0" fontAlgn="base" hangingPunct="0">
              <a:spcBef>
                <a:spcPct val="0"/>
              </a:spcBef>
              <a:spcAft>
                <a:spcPct val="0"/>
              </a:spcAft>
              <a:defRPr sz="1600">
                <a:solidFill>
                  <a:schemeClr val="tx1"/>
                </a:solidFill>
                <a:latin typeface="Tahoma" pitchFamily="34" charset="0"/>
              </a:defRPr>
            </a:lvl7pPr>
            <a:lvl8pPr marL="3429000" indent="-228600" algn="ctr" eaLnBrk="0" fontAlgn="base" hangingPunct="0">
              <a:spcBef>
                <a:spcPct val="0"/>
              </a:spcBef>
              <a:spcAft>
                <a:spcPct val="0"/>
              </a:spcAft>
              <a:defRPr sz="1600">
                <a:solidFill>
                  <a:schemeClr val="tx1"/>
                </a:solidFill>
                <a:latin typeface="Tahoma" pitchFamily="34" charset="0"/>
              </a:defRPr>
            </a:lvl8pPr>
            <a:lvl9pPr marL="3886200" indent="-228600" algn="ctr" eaLnBrk="0" fontAlgn="base" hangingPunct="0">
              <a:spcBef>
                <a:spcPct val="0"/>
              </a:spcBef>
              <a:spcAft>
                <a:spcPct val="0"/>
              </a:spcAft>
              <a:defRPr sz="1600">
                <a:solidFill>
                  <a:schemeClr val="tx1"/>
                </a:solidFill>
                <a:latin typeface="Tahoma" pitchFamily="34" charset="0"/>
              </a:defRPr>
            </a:lvl9pPr>
          </a:lstStyle>
          <a:p>
            <a:pPr>
              <a:spcBef>
                <a:spcPct val="50000"/>
              </a:spcBef>
              <a:defRPr/>
            </a:pPr>
            <a:r>
              <a:rPr lang="en-US" sz="1050" b="0" u="sng">
                <a:solidFill>
                  <a:srgbClr val="000099"/>
                </a:solidFill>
                <a:latin typeface="+mn-lt"/>
              </a:rPr>
              <a:t>www.jasmin-infotech.com</a:t>
            </a:r>
            <a:endParaRPr lang="en-US" sz="1400" b="0" i="1">
              <a:solidFill>
                <a:srgbClr val="C14916"/>
              </a:solidFill>
              <a:latin typeface="+mn-lt"/>
            </a:endParaRPr>
          </a:p>
        </p:txBody>
      </p:sp>
      <p:sp>
        <p:nvSpPr>
          <p:cNvPr id="11" name="Slide Number Placeholder 12">
            <a:extLst>
              <a:ext uri="{FF2B5EF4-FFF2-40B4-BE49-F238E27FC236}">
                <a16:creationId xmlns:a16="http://schemas.microsoft.com/office/drawing/2014/main" id="{31D66A2A-A548-48C9-922B-D62471CE8727}"/>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2" name="Picture 1">
            <a:extLst>
              <a:ext uri="{FF2B5EF4-FFF2-40B4-BE49-F238E27FC236}">
                <a16:creationId xmlns:a16="http://schemas.microsoft.com/office/drawing/2014/main" id="{0D138D3F-CC47-0FF9-D4CB-EC6B2E5ACB8B}"/>
              </a:ext>
            </a:extLst>
          </p:cNvPr>
          <p:cNvPicPr>
            <a:picLocks noChangeAspect="1"/>
          </p:cNvPicPr>
          <p:nvPr userDrawn="1"/>
        </p:nvPicPr>
        <p:blipFill>
          <a:blip r:embed="rId2"/>
          <a:stretch>
            <a:fillRect/>
          </a:stretch>
        </p:blipFill>
        <p:spPr>
          <a:xfrm>
            <a:off x="4225129" y="2298963"/>
            <a:ext cx="3741742" cy="1200329"/>
          </a:xfrm>
          <a:prstGeom prst="rect">
            <a:avLst/>
          </a:prstGeom>
        </p:spPr>
      </p:pic>
      <p:sp>
        <p:nvSpPr>
          <p:cNvPr id="3" name="TextBox 2">
            <a:extLst>
              <a:ext uri="{FF2B5EF4-FFF2-40B4-BE49-F238E27FC236}">
                <a16:creationId xmlns:a16="http://schemas.microsoft.com/office/drawing/2014/main" id="{33E40779-73A9-914E-2480-9A29EBF05473}"/>
              </a:ext>
            </a:extLst>
          </p:cNvPr>
          <p:cNvSpPr txBox="1"/>
          <p:nvPr userDrawn="1"/>
        </p:nvSpPr>
        <p:spPr>
          <a:xfrm>
            <a:off x="4963435" y="3499292"/>
            <a:ext cx="2425324" cy="400110"/>
          </a:xfrm>
          <a:prstGeom prst="rect">
            <a:avLst/>
          </a:prstGeom>
          <a:noFill/>
        </p:spPr>
        <p:txBody>
          <a:bodyPr wrap="square">
            <a:spAutoFit/>
          </a:bodyPr>
          <a:lstStyle/>
          <a:p>
            <a:r>
              <a:rPr lang="en-IN" sz="2000" b="1" i="1">
                <a:solidFill>
                  <a:srgbClr val="000000"/>
                </a:solidFill>
                <a:effectLst/>
              </a:rPr>
              <a:t>Helping you innovate</a:t>
            </a:r>
            <a:endParaRPr lang="en-IN" sz="2000" b="1" i="1"/>
          </a:p>
        </p:txBody>
      </p:sp>
      <p:pic>
        <p:nvPicPr>
          <p:cNvPr id="4" name="Picture 3" descr="A picture containing text, font, logo, graphics&#10;&#10;Description automatically generated">
            <a:extLst>
              <a:ext uri="{FF2B5EF4-FFF2-40B4-BE49-F238E27FC236}">
                <a16:creationId xmlns:a16="http://schemas.microsoft.com/office/drawing/2014/main" id="{FE7E01E8-D30E-15CC-EEBD-2C36403598B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97054" y="247217"/>
            <a:ext cx="2197891" cy="1774759"/>
          </a:xfrm>
          <a:prstGeom prst="rect">
            <a:avLst/>
          </a:prstGeom>
        </p:spPr>
      </p:pic>
    </p:spTree>
    <p:extLst>
      <p:ext uri="{BB962C8B-B14F-4D97-AF65-F5344CB8AC3E}">
        <p14:creationId xmlns:p14="http://schemas.microsoft.com/office/powerpoint/2010/main" val="34585136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15871616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251907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5B1BB6A-62CB-411F-8E6F-CE29E323FDD6}"/>
              </a:ext>
            </a:extLst>
          </p:cNvPr>
          <p:cNvSpPr txBox="1">
            <a:spLocks/>
          </p:cNvSpPr>
          <p:nvPr userDrawn="1"/>
        </p:nvSpPr>
        <p:spPr>
          <a:xfrm>
            <a:off x="4917287" y="5337469"/>
            <a:ext cx="6094602" cy="8853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50">
                <a:solidFill>
                  <a:schemeClr val="accent2"/>
                </a:solidFill>
              </a:rPr>
              <a:t>THANK YOU!</a:t>
            </a:r>
            <a:endParaRPr lang="en-IN" sz="4050">
              <a:solidFill>
                <a:schemeClr val="accent2"/>
              </a:solidFill>
            </a:endParaRPr>
          </a:p>
        </p:txBody>
      </p:sp>
      <p:pic>
        <p:nvPicPr>
          <p:cNvPr id="11" name="Picture 10">
            <a:extLst>
              <a:ext uri="{FF2B5EF4-FFF2-40B4-BE49-F238E27FC236}">
                <a16:creationId xmlns:a16="http://schemas.microsoft.com/office/drawing/2014/main" id="{7D780C04-86F0-48AA-880D-9780441582D1}"/>
              </a:ext>
            </a:extLst>
          </p:cNvPr>
          <p:cNvPicPr>
            <a:picLocks noChangeAspect="1"/>
          </p:cNvPicPr>
          <p:nvPr userDrawn="1"/>
        </p:nvPicPr>
        <p:blipFill>
          <a:blip r:embed="rId2"/>
          <a:stretch>
            <a:fillRect/>
          </a:stretch>
        </p:blipFill>
        <p:spPr>
          <a:xfrm>
            <a:off x="4617128" y="2485236"/>
            <a:ext cx="3467080" cy="1112219"/>
          </a:xfrm>
          <a:prstGeom prst="rect">
            <a:avLst/>
          </a:prstGeom>
        </p:spPr>
      </p:pic>
      <p:sp>
        <p:nvSpPr>
          <p:cNvPr id="13" name="Freeform: Shape 12">
            <a:extLst>
              <a:ext uri="{FF2B5EF4-FFF2-40B4-BE49-F238E27FC236}">
                <a16:creationId xmlns:a16="http://schemas.microsoft.com/office/drawing/2014/main" id="{2F3AA549-D622-4A21-9ECE-DB969E0703AF}"/>
              </a:ext>
            </a:extLst>
          </p:cNvPr>
          <p:cNvSpPr/>
          <p:nvPr userDrawn="1"/>
        </p:nvSpPr>
        <p:spPr>
          <a:xfrm>
            <a:off x="11144304" y="4221882"/>
            <a:ext cx="209496" cy="209496"/>
          </a:xfrm>
          <a:custGeom>
            <a:avLst/>
            <a:gdLst>
              <a:gd name="connsiteX0" fmla="*/ 101580 w 279328"/>
              <a:gd name="connsiteY0" fmla="*/ 209496 h 279328"/>
              <a:gd name="connsiteX1" fmla="*/ 107916 w 279328"/>
              <a:gd name="connsiteY1" fmla="*/ 215846 h 279328"/>
              <a:gd name="connsiteX2" fmla="*/ 106067 w 279328"/>
              <a:gd name="connsiteY2" fmla="*/ 220333 h 279328"/>
              <a:gd name="connsiteX3" fmla="*/ 87018 w 279328"/>
              <a:gd name="connsiteY3" fmla="*/ 239382 h 279328"/>
              <a:gd name="connsiteX4" fmla="*/ 82531 w 279328"/>
              <a:gd name="connsiteY4" fmla="*/ 241244 h 279328"/>
              <a:gd name="connsiteX5" fmla="*/ 76182 w 279328"/>
              <a:gd name="connsiteY5" fmla="*/ 234894 h 279328"/>
              <a:gd name="connsiteX6" fmla="*/ 78044 w 279328"/>
              <a:gd name="connsiteY6" fmla="*/ 230407 h 279328"/>
              <a:gd name="connsiteX7" fmla="*/ 97079 w 279328"/>
              <a:gd name="connsiteY7" fmla="*/ 211358 h 279328"/>
              <a:gd name="connsiteX8" fmla="*/ 101580 w 279328"/>
              <a:gd name="connsiteY8" fmla="*/ 209496 h 279328"/>
              <a:gd name="connsiteX9" fmla="*/ 95230 w 279328"/>
              <a:gd name="connsiteY9" fmla="*/ 177748 h 279328"/>
              <a:gd name="connsiteX10" fmla="*/ 101580 w 279328"/>
              <a:gd name="connsiteY10" fmla="*/ 184111 h 279328"/>
              <a:gd name="connsiteX11" fmla="*/ 99718 w 279328"/>
              <a:gd name="connsiteY11" fmla="*/ 188585 h 279328"/>
              <a:gd name="connsiteX12" fmla="*/ 36235 w 279328"/>
              <a:gd name="connsiteY12" fmla="*/ 252081 h 279328"/>
              <a:gd name="connsiteX13" fmla="*/ 31748 w 279328"/>
              <a:gd name="connsiteY13" fmla="*/ 253930 h 279328"/>
              <a:gd name="connsiteX14" fmla="*/ 25398 w 279328"/>
              <a:gd name="connsiteY14" fmla="*/ 247580 h 279328"/>
              <a:gd name="connsiteX15" fmla="*/ 27247 w 279328"/>
              <a:gd name="connsiteY15" fmla="*/ 243093 h 279328"/>
              <a:gd name="connsiteX16" fmla="*/ 90743 w 279328"/>
              <a:gd name="connsiteY16" fmla="*/ 179611 h 279328"/>
              <a:gd name="connsiteX17" fmla="*/ 95230 w 279328"/>
              <a:gd name="connsiteY17" fmla="*/ 177748 h 279328"/>
              <a:gd name="connsiteX18" fmla="*/ 63483 w 279328"/>
              <a:gd name="connsiteY18" fmla="*/ 171412 h 279328"/>
              <a:gd name="connsiteX19" fmla="*/ 69833 w 279328"/>
              <a:gd name="connsiteY19" fmla="*/ 177748 h 279328"/>
              <a:gd name="connsiteX20" fmla="*/ 67971 w 279328"/>
              <a:gd name="connsiteY20" fmla="*/ 182249 h 279328"/>
              <a:gd name="connsiteX21" fmla="*/ 61621 w 279328"/>
              <a:gd name="connsiteY21" fmla="*/ 188585 h 279328"/>
              <a:gd name="connsiteX22" fmla="*/ 57134 w 279328"/>
              <a:gd name="connsiteY22" fmla="*/ 190448 h 279328"/>
              <a:gd name="connsiteX23" fmla="*/ 50784 w 279328"/>
              <a:gd name="connsiteY23" fmla="*/ 184111 h 279328"/>
              <a:gd name="connsiteX24" fmla="*/ 52647 w 279328"/>
              <a:gd name="connsiteY24" fmla="*/ 179611 h 279328"/>
              <a:gd name="connsiteX25" fmla="*/ 58996 w 279328"/>
              <a:gd name="connsiteY25" fmla="*/ 173261 h 279328"/>
              <a:gd name="connsiteX26" fmla="*/ 63483 w 279328"/>
              <a:gd name="connsiteY26" fmla="*/ 171412 h 279328"/>
              <a:gd name="connsiteX27" fmla="*/ 254176 w 279328"/>
              <a:gd name="connsiteY27" fmla="*/ 34140 h 279328"/>
              <a:gd name="connsiteX28" fmla="*/ 121728 w 279328"/>
              <a:gd name="connsiteY28" fmla="*/ 166588 h 279328"/>
              <a:gd name="connsiteX29" fmla="*/ 158816 w 279328"/>
              <a:gd name="connsiteY29" fmla="*/ 256646 h 279328"/>
              <a:gd name="connsiteX30" fmla="*/ 254176 w 279328"/>
              <a:gd name="connsiteY30" fmla="*/ 34140 h 279328"/>
              <a:gd name="connsiteX31" fmla="*/ 245188 w 279328"/>
              <a:gd name="connsiteY31" fmla="*/ 25153 h 279328"/>
              <a:gd name="connsiteX32" fmla="*/ 22695 w 279328"/>
              <a:gd name="connsiteY32" fmla="*/ 120525 h 279328"/>
              <a:gd name="connsiteX33" fmla="*/ 112753 w 279328"/>
              <a:gd name="connsiteY33" fmla="*/ 157601 h 279328"/>
              <a:gd name="connsiteX34" fmla="*/ 272978 w 279328"/>
              <a:gd name="connsiteY34" fmla="*/ 0 h 279328"/>
              <a:gd name="connsiteX35" fmla="*/ 279328 w 279328"/>
              <a:gd name="connsiteY35" fmla="*/ 6350 h 279328"/>
              <a:gd name="connsiteX36" fmla="*/ 278643 w 279328"/>
              <a:gd name="connsiteY36" fmla="*/ 9039 h 279328"/>
              <a:gd name="connsiteX37" fmla="*/ 278720 w 279328"/>
              <a:gd name="connsiteY37" fmla="*/ 9078 h 279328"/>
              <a:gd name="connsiteX38" fmla="*/ 164558 w 279328"/>
              <a:gd name="connsiteY38" fmla="*/ 275423 h 279328"/>
              <a:gd name="connsiteX39" fmla="*/ 164532 w 279328"/>
              <a:gd name="connsiteY39" fmla="*/ 275487 h 279328"/>
              <a:gd name="connsiteX40" fmla="*/ 164441 w 279328"/>
              <a:gd name="connsiteY40" fmla="*/ 275707 h 279328"/>
              <a:gd name="connsiteX41" fmla="*/ 164403 w 279328"/>
              <a:gd name="connsiteY41" fmla="*/ 275694 h 279328"/>
              <a:gd name="connsiteX42" fmla="*/ 158713 w 279328"/>
              <a:gd name="connsiteY42" fmla="*/ 279328 h 279328"/>
              <a:gd name="connsiteX43" fmla="*/ 152712 w 279328"/>
              <a:gd name="connsiteY43" fmla="*/ 274737 h 279328"/>
              <a:gd name="connsiteX44" fmla="*/ 152609 w 279328"/>
              <a:gd name="connsiteY44" fmla="*/ 274776 h 279328"/>
              <a:gd name="connsiteX45" fmla="*/ 109429 w 279328"/>
              <a:gd name="connsiteY45" fmla="*/ 169899 h 279328"/>
              <a:gd name="connsiteX46" fmla="*/ 4565 w 279328"/>
              <a:gd name="connsiteY46" fmla="*/ 126719 h 279328"/>
              <a:gd name="connsiteX47" fmla="*/ 4591 w 279328"/>
              <a:gd name="connsiteY47" fmla="*/ 126616 h 279328"/>
              <a:gd name="connsiteX48" fmla="*/ 0 w 279328"/>
              <a:gd name="connsiteY48" fmla="*/ 120615 h 279328"/>
              <a:gd name="connsiteX49" fmla="*/ 3634 w 279328"/>
              <a:gd name="connsiteY49" fmla="*/ 114925 h 279328"/>
              <a:gd name="connsiteX50" fmla="*/ 3621 w 279328"/>
              <a:gd name="connsiteY50" fmla="*/ 114900 h 279328"/>
              <a:gd name="connsiteX51" fmla="*/ 3841 w 279328"/>
              <a:gd name="connsiteY51" fmla="*/ 114796 h 279328"/>
              <a:gd name="connsiteX52" fmla="*/ 3905 w 279328"/>
              <a:gd name="connsiteY52" fmla="*/ 114770 h 279328"/>
              <a:gd name="connsiteX53" fmla="*/ 270250 w 279328"/>
              <a:gd name="connsiteY53" fmla="*/ 621 h 279328"/>
              <a:gd name="connsiteX54" fmla="*/ 270276 w 279328"/>
              <a:gd name="connsiteY54" fmla="*/ 673 h 279328"/>
              <a:gd name="connsiteX55" fmla="*/ 272978 w 279328"/>
              <a:gd name="connsiteY55" fmla="*/ 0 h 2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9328" h="279328">
                <a:moveTo>
                  <a:pt x="101580" y="209496"/>
                </a:moveTo>
                <a:cubicBezTo>
                  <a:pt x="105084" y="209496"/>
                  <a:pt x="107916" y="212341"/>
                  <a:pt x="107916" y="215846"/>
                </a:cubicBezTo>
                <a:cubicBezTo>
                  <a:pt x="107916" y="217604"/>
                  <a:pt x="107218" y="219195"/>
                  <a:pt x="106067" y="220333"/>
                </a:cubicBezTo>
                <a:lnTo>
                  <a:pt x="87018" y="239382"/>
                </a:lnTo>
                <a:cubicBezTo>
                  <a:pt x="85867" y="240533"/>
                  <a:pt x="84277" y="241244"/>
                  <a:pt x="82531" y="241244"/>
                </a:cubicBezTo>
                <a:cubicBezTo>
                  <a:pt x="79027" y="241244"/>
                  <a:pt x="76182" y="238399"/>
                  <a:pt x="76182" y="234894"/>
                </a:cubicBezTo>
                <a:cubicBezTo>
                  <a:pt x="76182" y="233148"/>
                  <a:pt x="76893" y="231545"/>
                  <a:pt x="78044" y="230407"/>
                </a:cubicBezTo>
                <a:lnTo>
                  <a:pt x="97079" y="211358"/>
                </a:lnTo>
                <a:cubicBezTo>
                  <a:pt x="98230" y="210207"/>
                  <a:pt x="99821" y="209496"/>
                  <a:pt x="101580" y="209496"/>
                </a:cubicBezTo>
                <a:close/>
                <a:moveTo>
                  <a:pt x="95230" y="177748"/>
                </a:moveTo>
                <a:cubicBezTo>
                  <a:pt x="98735" y="177748"/>
                  <a:pt x="101580" y="180606"/>
                  <a:pt x="101580" y="184111"/>
                </a:cubicBezTo>
                <a:cubicBezTo>
                  <a:pt x="101580" y="185857"/>
                  <a:pt x="100868" y="187447"/>
                  <a:pt x="99718" y="188585"/>
                </a:cubicBezTo>
                <a:lnTo>
                  <a:pt x="36235" y="252081"/>
                </a:lnTo>
                <a:cubicBezTo>
                  <a:pt x="35084" y="253232"/>
                  <a:pt x="33493" y="253930"/>
                  <a:pt x="31748" y="253930"/>
                </a:cubicBezTo>
                <a:cubicBezTo>
                  <a:pt x="28243" y="253930"/>
                  <a:pt x="25398" y="251098"/>
                  <a:pt x="25398" y="247580"/>
                </a:cubicBezTo>
                <a:cubicBezTo>
                  <a:pt x="25398" y="245848"/>
                  <a:pt x="26109" y="244257"/>
                  <a:pt x="27247" y="243093"/>
                </a:cubicBezTo>
                <a:lnTo>
                  <a:pt x="90743" y="179611"/>
                </a:lnTo>
                <a:cubicBezTo>
                  <a:pt x="91881" y="178473"/>
                  <a:pt x="93471" y="177748"/>
                  <a:pt x="95230" y="177748"/>
                </a:cubicBezTo>
                <a:close/>
                <a:moveTo>
                  <a:pt x="63483" y="171412"/>
                </a:moveTo>
                <a:cubicBezTo>
                  <a:pt x="66988" y="171412"/>
                  <a:pt x="69833" y="174257"/>
                  <a:pt x="69833" y="177748"/>
                </a:cubicBezTo>
                <a:cubicBezTo>
                  <a:pt x="69833" y="179507"/>
                  <a:pt x="69122" y="181098"/>
                  <a:pt x="67971" y="182249"/>
                </a:cubicBezTo>
                <a:lnTo>
                  <a:pt x="61621" y="188585"/>
                </a:lnTo>
                <a:cubicBezTo>
                  <a:pt x="60470" y="189749"/>
                  <a:pt x="58893" y="190448"/>
                  <a:pt x="57134" y="190448"/>
                </a:cubicBezTo>
                <a:cubicBezTo>
                  <a:pt x="53629" y="190448"/>
                  <a:pt x="50784" y="187603"/>
                  <a:pt x="50784" y="184111"/>
                </a:cubicBezTo>
                <a:cubicBezTo>
                  <a:pt x="50784" y="182352"/>
                  <a:pt x="51496" y="180774"/>
                  <a:pt x="52647" y="179611"/>
                </a:cubicBezTo>
                <a:lnTo>
                  <a:pt x="58996" y="173261"/>
                </a:lnTo>
                <a:cubicBezTo>
                  <a:pt x="60147" y="172123"/>
                  <a:pt x="61738" y="171412"/>
                  <a:pt x="63483" y="171412"/>
                </a:cubicBezTo>
                <a:close/>
                <a:moveTo>
                  <a:pt x="254176" y="34140"/>
                </a:moveTo>
                <a:lnTo>
                  <a:pt x="121728" y="166588"/>
                </a:lnTo>
                <a:lnTo>
                  <a:pt x="158816" y="256646"/>
                </a:lnTo>
                <a:cubicBezTo>
                  <a:pt x="158816" y="256646"/>
                  <a:pt x="254176" y="34140"/>
                  <a:pt x="254176" y="34140"/>
                </a:cubicBezTo>
                <a:close/>
                <a:moveTo>
                  <a:pt x="245188" y="25153"/>
                </a:moveTo>
                <a:lnTo>
                  <a:pt x="22695" y="120525"/>
                </a:lnTo>
                <a:cubicBezTo>
                  <a:pt x="22695" y="120525"/>
                  <a:pt x="112753" y="157601"/>
                  <a:pt x="112753" y="157601"/>
                </a:cubicBezTo>
                <a:close/>
                <a:moveTo>
                  <a:pt x="272978" y="0"/>
                </a:moveTo>
                <a:cubicBezTo>
                  <a:pt x="276483" y="0"/>
                  <a:pt x="279328" y="2845"/>
                  <a:pt x="279328" y="6350"/>
                </a:cubicBezTo>
                <a:cubicBezTo>
                  <a:pt x="279328" y="7332"/>
                  <a:pt x="279043" y="8225"/>
                  <a:pt x="278643" y="9039"/>
                </a:cubicBezTo>
                <a:lnTo>
                  <a:pt x="278720" y="9078"/>
                </a:lnTo>
                <a:lnTo>
                  <a:pt x="164558" y="275423"/>
                </a:lnTo>
                <a:cubicBezTo>
                  <a:pt x="164558" y="275449"/>
                  <a:pt x="164545" y="275462"/>
                  <a:pt x="164532" y="275487"/>
                </a:cubicBezTo>
                <a:lnTo>
                  <a:pt x="164441" y="275707"/>
                </a:lnTo>
                <a:lnTo>
                  <a:pt x="164403" y="275694"/>
                </a:lnTo>
                <a:cubicBezTo>
                  <a:pt x="163381" y="277828"/>
                  <a:pt x="161234" y="279328"/>
                  <a:pt x="158713" y="279328"/>
                </a:cubicBezTo>
                <a:cubicBezTo>
                  <a:pt x="155829" y="279328"/>
                  <a:pt x="153488" y="277375"/>
                  <a:pt x="152712" y="274737"/>
                </a:cubicBezTo>
                <a:lnTo>
                  <a:pt x="152609" y="274776"/>
                </a:lnTo>
                <a:lnTo>
                  <a:pt x="109429" y="169899"/>
                </a:lnTo>
                <a:lnTo>
                  <a:pt x="4565" y="126719"/>
                </a:lnTo>
                <a:lnTo>
                  <a:pt x="4591" y="126616"/>
                </a:lnTo>
                <a:cubicBezTo>
                  <a:pt x="1953" y="125840"/>
                  <a:pt x="0" y="123499"/>
                  <a:pt x="0" y="120615"/>
                </a:cubicBezTo>
                <a:cubicBezTo>
                  <a:pt x="0" y="118094"/>
                  <a:pt x="1500" y="115960"/>
                  <a:pt x="3634" y="114925"/>
                </a:cubicBezTo>
                <a:lnTo>
                  <a:pt x="3621" y="114900"/>
                </a:lnTo>
                <a:lnTo>
                  <a:pt x="3841" y="114796"/>
                </a:lnTo>
                <a:cubicBezTo>
                  <a:pt x="3867" y="114783"/>
                  <a:pt x="3892" y="114770"/>
                  <a:pt x="3905" y="114770"/>
                </a:cubicBezTo>
                <a:lnTo>
                  <a:pt x="270250" y="621"/>
                </a:lnTo>
                <a:lnTo>
                  <a:pt x="270276" y="673"/>
                </a:lnTo>
                <a:cubicBezTo>
                  <a:pt x="271103" y="259"/>
                  <a:pt x="272009" y="0"/>
                  <a:pt x="27297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4" name="Freeform: Shape 13">
            <a:extLst>
              <a:ext uri="{FF2B5EF4-FFF2-40B4-BE49-F238E27FC236}">
                <a16:creationId xmlns:a16="http://schemas.microsoft.com/office/drawing/2014/main" id="{9A92232A-8606-49DF-8121-568064219514}"/>
              </a:ext>
            </a:extLst>
          </p:cNvPr>
          <p:cNvSpPr/>
          <p:nvPr userDrawn="1"/>
        </p:nvSpPr>
        <p:spPr>
          <a:xfrm>
            <a:off x="11144304" y="4561631"/>
            <a:ext cx="209496" cy="190451"/>
          </a:xfrm>
          <a:custGeom>
            <a:avLst/>
            <a:gdLst>
              <a:gd name="connsiteX0" fmla="*/ 101580 w 279328"/>
              <a:gd name="connsiteY0" fmla="*/ 76181 h 253935"/>
              <a:gd name="connsiteX1" fmla="*/ 12699 w 279328"/>
              <a:gd name="connsiteY1" fmla="*/ 149187 h 253935"/>
              <a:gd name="connsiteX2" fmla="*/ 39300 w 279328"/>
              <a:gd name="connsiteY2" fmla="*/ 201126 h 253935"/>
              <a:gd name="connsiteX3" fmla="*/ 43516 w 279328"/>
              <a:gd name="connsiteY3" fmla="*/ 214469 h 253935"/>
              <a:gd name="connsiteX4" fmla="*/ 38239 w 279328"/>
              <a:gd name="connsiteY4" fmla="*/ 232950 h 253935"/>
              <a:gd name="connsiteX5" fmla="*/ 71423 w 279328"/>
              <a:gd name="connsiteY5" fmla="*/ 220183 h 253935"/>
              <a:gd name="connsiteX6" fmla="*/ 75988 w 279328"/>
              <a:gd name="connsiteY6" fmla="*/ 219348 h 253935"/>
              <a:gd name="connsiteX7" fmla="*/ 78703 w 279328"/>
              <a:gd name="connsiteY7" fmla="*/ 219642 h 253935"/>
              <a:gd name="connsiteX8" fmla="*/ 101580 w 279328"/>
              <a:gd name="connsiteY8" fmla="*/ 222193 h 253935"/>
              <a:gd name="connsiteX9" fmla="*/ 190447 w 279328"/>
              <a:gd name="connsiteY9" fmla="*/ 149187 h 253935"/>
              <a:gd name="connsiteX10" fmla="*/ 101580 w 279328"/>
              <a:gd name="connsiteY10" fmla="*/ 76181 h 253935"/>
              <a:gd name="connsiteX11" fmla="*/ 101580 w 279328"/>
              <a:gd name="connsiteY11" fmla="*/ 63484 h 253935"/>
              <a:gd name="connsiteX12" fmla="*/ 203146 w 279328"/>
              <a:gd name="connsiteY12" fmla="*/ 149187 h 253935"/>
              <a:gd name="connsiteX13" fmla="*/ 101580 w 279328"/>
              <a:gd name="connsiteY13" fmla="*/ 234890 h 253935"/>
              <a:gd name="connsiteX14" fmla="*/ 75988 w 279328"/>
              <a:gd name="connsiteY14" fmla="*/ 232045 h 253935"/>
              <a:gd name="connsiteX15" fmla="*/ 19049 w 279328"/>
              <a:gd name="connsiteY15" fmla="*/ 253935 h 253935"/>
              <a:gd name="connsiteX16" fmla="*/ 31321 w 279328"/>
              <a:gd name="connsiteY16" fmla="*/ 210990 h 253935"/>
              <a:gd name="connsiteX17" fmla="*/ 0 w 279328"/>
              <a:gd name="connsiteY17" fmla="*/ 149187 h 253935"/>
              <a:gd name="connsiteX18" fmla="*/ 101580 w 279328"/>
              <a:gd name="connsiteY18" fmla="*/ 63484 h 253935"/>
              <a:gd name="connsiteX19" fmla="*/ 177748 w 279328"/>
              <a:gd name="connsiteY19" fmla="*/ 0 h 253935"/>
              <a:gd name="connsiteX20" fmla="*/ 279328 w 279328"/>
              <a:gd name="connsiteY20" fmla="*/ 85703 h 253935"/>
              <a:gd name="connsiteX21" fmla="*/ 248007 w 279328"/>
              <a:gd name="connsiteY21" fmla="*/ 147506 h 253935"/>
              <a:gd name="connsiteX22" fmla="*/ 260279 w 279328"/>
              <a:gd name="connsiteY22" fmla="*/ 190451 h 253935"/>
              <a:gd name="connsiteX23" fmla="*/ 212225 w 279328"/>
              <a:gd name="connsiteY23" fmla="*/ 171971 h 253935"/>
              <a:gd name="connsiteX24" fmla="*/ 214837 w 279328"/>
              <a:gd name="connsiteY24" fmla="*/ 159368 h 253935"/>
              <a:gd name="connsiteX25" fmla="*/ 241089 w 279328"/>
              <a:gd name="connsiteY25" fmla="*/ 169466 h 253935"/>
              <a:gd name="connsiteX26" fmla="*/ 235799 w 279328"/>
              <a:gd name="connsiteY26" fmla="*/ 150986 h 253935"/>
              <a:gd name="connsiteX27" fmla="*/ 240028 w 279328"/>
              <a:gd name="connsiteY27" fmla="*/ 137631 h 253935"/>
              <a:gd name="connsiteX28" fmla="*/ 266629 w 279328"/>
              <a:gd name="connsiteY28" fmla="*/ 85703 h 253935"/>
              <a:gd name="connsiteX29" fmla="*/ 177748 w 279328"/>
              <a:gd name="connsiteY29" fmla="*/ 12697 h 253935"/>
              <a:gd name="connsiteX30" fmla="*/ 99679 w 279328"/>
              <a:gd name="connsiteY30" fmla="*/ 50858 h 253935"/>
              <a:gd name="connsiteX31" fmla="*/ 84380 w 279328"/>
              <a:gd name="connsiteY31" fmla="*/ 51986 h 253935"/>
              <a:gd name="connsiteX32" fmla="*/ 177748 w 279328"/>
              <a:gd name="connsiteY32" fmla="*/ 0 h 2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9328" h="253935">
                <a:moveTo>
                  <a:pt x="101580" y="76181"/>
                </a:moveTo>
                <a:cubicBezTo>
                  <a:pt x="52568" y="76181"/>
                  <a:pt x="12699" y="108934"/>
                  <a:pt x="12699" y="149187"/>
                </a:cubicBezTo>
                <a:cubicBezTo>
                  <a:pt x="12699" y="168796"/>
                  <a:pt x="22139" y="187230"/>
                  <a:pt x="39300" y="201126"/>
                </a:cubicBezTo>
                <a:cubicBezTo>
                  <a:pt x="43257" y="204324"/>
                  <a:pt x="44925" y="209579"/>
                  <a:pt x="43516" y="214469"/>
                </a:cubicBezTo>
                <a:lnTo>
                  <a:pt x="38239" y="232950"/>
                </a:lnTo>
                <a:lnTo>
                  <a:pt x="71423" y="220183"/>
                </a:lnTo>
                <a:cubicBezTo>
                  <a:pt x="72884" y="219630"/>
                  <a:pt x="74436" y="219348"/>
                  <a:pt x="75988" y="219348"/>
                </a:cubicBezTo>
                <a:cubicBezTo>
                  <a:pt x="76893" y="219348"/>
                  <a:pt x="77811" y="219442"/>
                  <a:pt x="78703" y="219642"/>
                </a:cubicBezTo>
                <a:cubicBezTo>
                  <a:pt x="86437" y="221335"/>
                  <a:pt x="94131" y="222193"/>
                  <a:pt x="101580" y="222193"/>
                </a:cubicBezTo>
                <a:cubicBezTo>
                  <a:pt x="150578" y="222193"/>
                  <a:pt x="190447" y="189440"/>
                  <a:pt x="190447" y="149187"/>
                </a:cubicBezTo>
                <a:cubicBezTo>
                  <a:pt x="190447" y="108934"/>
                  <a:pt x="150578" y="76181"/>
                  <a:pt x="101580" y="76181"/>
                </a:cubicBezTo>
                <a:close/>
                <a:moveTo>
                  <a:pt x="101580" y="63484"/>
                </a:moveTo>
                <a:cubicBezTo>
                  <a:pt x="157665" y="63484"/>
                  <a:pt x="203146" y="101856"/>
                  <a:pt x="203146" y="149187"/>
                </a:cubicBezTo>
                <a:cubicBezTo>
                  <a:pt x="203146" y="196518"/>
                  <a:pt x="157665" y="234890"/>
                  <a:pt x="101580" y="234890"/>
                </a:cubicBezTo>
                <a:cubicBezTo>
                  <a:pt x="92708" y="234890"/>
                  <a:pt x="84173" y="233844"/>
                  <a:pt x="75988" y="232045"/>
                </a:cubicBezTo>
                <a:lnTo>
                  <a:pt x="19049" y="253935"/>
                </a:lnTo>
                <a:lnTo>
                  <a:pt x="31321" y="210990"/>
                </a:lnTo>
                <a:cubicBezTo>
                  <a:pt x="12052" y="195389"/>
                  <a:pt x="0" y="173499"/>
                  <a:pt x="0" y="149187"/>
                </a:cubicBezTo>
                <a:cubicBezTo>
                  <a:pt x="0" y="101856"/>
                  <a:pt x="45481" y="63484"/>
                  <a:pt x="101580" y="63484"/>
                </a:cubicBezTo>
                <a:close/>
                <a:moveTo>
                  <a:pt x="177748" y="0"/>
                </a:moveTo>
                <a:cubicBezTo>
                  <a:pt x="233860" y="0"/>
                  <a:pt x="279328" y="38373"/>
                  <a:pt x="279328" y="85703"/>
                </a:cubicBezTo>
                <a:cubicBezTo>
                  <a:pt x="279328" y="110015"/>
                  <a:pt x="267288" y="131905"/>
                  <a:pt x="248007" y="147506"/>
                </a:cubicBezTo>
                <a:lnTo>
                  <a:pt x="260279" y="190451"/>
                </a:lnTo>
                <a:lnTo>
                  <a:pt x="212225" y="171971"/>
                </a:lnTo>
                <a:cubicBezTo>
                  <a:pt x="213376" y="167856"/>
                  <a:pt x="214320" y="163671"/>
                  <a:pt x="214837" y="159368"/>
                </a:cubicBezTo>
                <a:lnTo>
                  <a:pt x="241089" y="169466"/>
                </a:lnTo>
                <a:lnTo>
                  <a:pt x="235799" y="150986"/>
                </a:lnTo>
                <a:cubicBezTo>
                  <a:pt x="234403" y="146107"/>
                  <a:pt x="236071" y="140840"/>
                  <a:pt x="240028" y="137631"/>
                </a:cubicBezTo>
                <a:cubicBezTo>
                  <a:pt x="257189" y="123746"/>
                  <a:pt x="266629" y="105313"/>
                  <a:pt x="266629" y="85703"/>
                </a:cubicBezTo>
                <a:cubicBezTo>
                  <a:pt x="266629" y="45450"/>
                  <a:pt x="226760" y="12697"/>
                  <a:pt x="177748" y="12697"/>
                </a:cubicBezTo>
                <a:cubicBezTo>
                  <a:pt x="144100" y="12697"/>
                  <a:pt x="114770" y="28145"/>
                  <a:pt x="99679" y="50858"/>
                </a:cubicBezTo>
                <a:cubicBezTo>
                  <a:pt x="94480" y="50928"/>
                  <a:pt x="89385" y="51340"/>
                  <a:pt x="84380" y="51986"/>
                </a:cubicBezTo>
                <a:cubicBezTo>
                  <a:pt x="99899" y="21408"/>
                  <a:pt x="135862" y="0"/>
                  <a:pt x="17774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5" name="Freeform: Shape 14">
            <a:extLst>
              <a:ext uri="{FF2B5EF4-FFF2-40B4-BE49-F238E27FC236}">
                <a16:creationId xmlns:a16="http://schemas.microsoft.com/office/drawing/2014/main" id="{D3832688-8F75-4834-9C99-E323FBD456F8}"/>
              </a:ext>
            </a:extLst>
          </p:cNvPr>
          <p:cNvSpPr/>
          <p:nvPr userDrawn="1"/>
        </p:nvSpPr>
        <p:spPr>
          <a:xfrm>
            <a:off x="11172873" y="4897086"/>
            <a:ext cx="152360" cy="209475"/>
          </a:xfrm>
          <a:custGeom>
            <a:avLst/>
            <a:gdLst>
              <a:gd name="connsiteX0" fmla="*/ 199640 w 203146"/>
              <a:gd name="connsiteY0" fmla="*/ 631 h 279300"/>
              <a:gd name="connsiteX1" fmla="*/ 202474 w 203146"/>
              <a:gd name="connsiteY1" fmla="*/ 9154 h 279300"/>
              <a:gd name="connsiteX2" fmla="*/ 169535 w 203146"/>
              <a:gd name="connsiteY2" fmla="*/ 41601 h 279300"/>
              <a:gd name="connsiteX3" fmla="*/ 117778 w 203146"/>
              <a:gd name="connsiteY3" fmla="*/ 37398 h 279300"/>
              <a:gd name="connsiteX4" fmla="*/ 88305 w 203146"/>
              <a:gd name="connsiteY4" fmla="*/ 34972 h 279300"/>
              <a:gd name="connsiteX5" fmla="*/ 76950 w 203146"/>
              <a:gd name="connsiteY5" fmla="*/ 51123 h 279300"/>
              <a:gd name="connsiteX6" fmla="*/ 139665 w 203146"/>
              <a:gd name="connsiteY6" fmla="*/ 120583 h 279300"/>
              <a:gd name="connsiteX7" fmla="*/ 139665 w 203146"/>
              <a:gd name="connsiteY7" fmla="*/ 209464 h 279300"/>
              <a:gd name="connsiteX8" fmla="*/ 69837 w 203146"/>
              <a:gd name="connsiteY8" fmla="*/ 279300 h 279300"/>
              <a:gd name="connsiteX9" fmla="*/ 0 w 203146"/>
              <a:gd name="connsiteY9" fmla="*/ 209464 h 279300"/>
              <a:gd name="connsiteX10" fmla="*/ 0 w 203146"/>
              <a:gd name="connsiteY10" fmla="*/ 120583 h 279300"/>
              <a:gd name="connsiteX11" fmla="*/ 64028 w 203146"/>
              <a:gd name="connsiteY11" fmla="*/ 51059 h 279300"/>
              <a:gd name="connsiteX12" fmla="*/ 81636 w 203146"/>
              <a:gd name="connsiteY12" fmla="*/ 24165 h 279300"/>
              <a:gd name="connsiteX13" fmla="*/ 123455 w 203146"/>
              <a:gd name="connsiteY13" fmla="*/ 26033 h 279300"/>
              <a:gd name="connsiteX14" fmla="*/ 191120 w 203146"/>
              <a:gd name="connsiteY14" fmla="*/ 3485 h 279300"/>
              <a:gd name="connsiteX15" fmla="*/ 199640 w 203146"/>
              <a:gd name="connsiteY15" fmla="*/ 631 h 279300"/>
              <a:gd name="connsiteX16" fmla="*/ 63480 w 203146"/>
              <a:gd name="connsiteY16" fmla="*/ 63824 h 279300"/>
              <a:gd name="connsiteX17" fmla="*/ 12696 w 203146"/>
              <a:gd name="connsiteY17" fmla="*/ 120583 h 279300"/>
              <a:gd name="connsiteX18" fmla="*/ 12696 w 203146"/>
              <a:gd name="connsiteY18" fmla="*/ 126940 h 279300"/>
              <a:gd name="connsiteX19" fmla="*/ 63480 w 203146"/>
              <a:gd name="connsiteY19" fmla="*/ 126940 h 279300"/>
              <a:gd name="connsiteX20" fmla="*/ 63480 w 203146"/>
              <a:gd name="connsiteY20" fmla="*/ 63824 h 279300"/>
              <a:gd name="connsiteX21" fmla="*/ 76185 w 203146"/>
              <a:gd name="connsiteY21" fmla="*/ 63824 h 279300"/>
              <a:gd name="connsiteX22" fmla="*/ 76185 w 203146"/>
              <a:gd name="connsiteY22" fmla="*/ 126940 h 279300"/>
              <a:gd name="connsiteX23" fmla="*/ 126969 w 203146"/>
              <a:gd name="connsiteY23" fmla="*/ 126940 h 279300"/>
              <a:gd name="connsiteX24" fmla="*/ 126969 w 203146"/>
              <a:gd name="connsiteY24" fmla="*/ 120583 h 279300"/>
              <a:gd name="connsiteX25" fmla="*/ 76185 w 203146"/>
              <a:gd name="connsiteY25" fmla="*/ 63824 h 279300"/>
              <a:gd name="connsiteX26" fmla="*/ 12696 w 203146"/>
              <a:gd name="connsiteY26" fmla="*/ 139628 h 279300"/>
              <a:gd name="connsiteX27" fmla="*/ 12696 w 203146"/>
              <a:gd name="connsiteY27" fmla="*/ 209464 h 279300"/>
              <a:gd name="connsiteX28" fmla="*/ 69837 w 203146"/>
              <a:gd name="connsiteY28" fmla="*/ 266599 h 279300"/>
              <a:gd name="connsiteX29" fmla="*/ 126969 w 203146"/>
              <a:gd name="connsiteY29" fmla="*/ 209464 h 279300"/>
              <a:gd name="connsiteX30" fmla="*/ 126969 w 203146"/>
              <a:gd name="connsiteY30" fmla="*/ 139628 h 279300"/>
              <a:gd name="connsiteX31" fmla="*/ 12696 w 203146"/>
              <a:gd name="connsiteY31" fmla="*/ 139628 h 27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03146" h="279300">
                <a:moveTo>
                  <a:pt x="199640" y="631"/>
                </a:moveTo>
                <a:cubicBezTo>
                  <a:pt x="202777" y="2214"/>
                  <a:pt x="204042" y="6015"/>
                  <a:pt x="202474" y="9154"/>
                </a:cubicBezTo>
                <a:cubicBezTo>
                  <a:pt x="195068" y="23970"/>
                  <a:pt x="184451" y="35802"/>
                  <a:pt x="169535" y="41601"/>
                </a:cubicBezTo>
                <a:cubicBezTo>
                  <a:pt x="157349" y="46349"/>
                  <a:pt x="141904" y="49450"/>
                  <a:pt x="117778" y="37398"/>
                </a:cubicBezTo>
                <a:cubicBezTo>
                  <a:pt x="103400" y="30210"/>
                  <a:pt x="97374" y="29367"/>
                  <a:pt x="88305" y="34972"/>
                </a:cubicBezTo>
                <a:cubicBezTo>
                  <a:pt x="82089" y="38812"/>
                  <a:pt x="78415" y="45143"/>
                  <a:pt x="76950" y="51123"/>
                </a:cubicBezTo>
                <a:cubicBezTo>
                  <a:pt x="112176" y="54691"/>
                  <a:pt x="139665" y="84426"/>
                  <a:pt x="139665" y="120583"/>
                </a:cubicBezTo>
                <a:lnTo>
                  <a:pt x="139665" y="209464"/>
                </a:lnTo>
                <a:cubicBezTo>
                  <a:pt x="139665" y="248034"/>
                  <a:pt x="108398" y="279300"/>
                  <a:pt x="69837" y="279300"/>
                </a:cubicBezTo>
                <a:cubicBezTo>
                  <a:pt x="31268" y="279300"/>
                  <a:pt x="0" y="248034"/>
                  <a:pt x="0" y="209464"/>
                </a:cubicBezTo>
                <a:lnTo>
                  <a:pt x="0" y="120583"/>
                </a:lnTo>
                <a:cubicBezTo>
                  <a:pt x="0" y="83985"/>
                  <a:pt x="28188" y="54004"/>
                  <a:pt x="64028" y="51059"/>
                </a:cubicBezTo>
                <a:cubicBezTo>
                  <a:pt x="65832" y="40083"/>
                  <a:pt x="72312" y="29938"/>
                  <a:pt x="81636" y="24165"/>
                </a:cubicBezTo>
                <a:cubicBezTo>
                  <a:pt x="90714" y="18573"/>
                  <a:pt x="103844" y="14966"/>
                  <a:pt x="123455" y="26033"/>
                </a:cubicBezTo>
                <a:cubicBezTo>
                  <a:pt x="157906" y="45467"/>
                  <a:pt x="176865" y="25228"/>
                  <a:pt x="191120" y="3485"/>
                </a:cubicBezTo>
                <a:cubicBezTo>
                  <a:pt x="193047" y="540"/>
                  <a:pt x="196495" y="-926"/>
                  <a:pt x="199640" y="631"/>
                </a:cubicBezTo>
                <a:close/>
                <a:moveTo>
                  <a:pt x="63480" y="63824"/>
                </a:moveTo>
                <a:cubicBezTo>
                  <a:pt x="34914" y="66990"/>
                  <a:pt x="12696" y="91185"/>
                  <a:pt x="12696" y="120583"/>
                </a:cubicBezTo>
                <a:lnTo>
                  <a:pt x="12696" y="126940"/>
                </a:lnTo>
                <a:lnTo>
                  <a:pt x="63480" y="126940"/>
                </a:lnTo>
                <a:lnTo>
                  <a:pt x="63480" y="63824"/>
                </a:lnTo>
                <a:close/>
                <a:moveTo>
                  <a:pt x="76185" y="63824"/>
                </a:moveTo>
                <a:lnTo>
                  <a:pt x="76185" y="126940"/>
                </a:lnTo>
                <a:lnTo>
                  <a:pt x="126969" y="126940"/>
                </a:lnTo>
                <a:lnTo>
                  <a:pt x="126969" y="120583"/>
                </a:lnTo>
                <a:cubicBezTo>
                  <a:pt x="126969" y="91185"/>
                  <a:pt x="104751" y="66990"/>
                  <a:pt x="76185" y="63824"/>
                </a:cubicBezTo>
                <a:close/>
                <a:moveTo>
                  <a:pt x="12696" y="139628"/>
                </a:moveTo>
                <a:lnTo>
                  <a:pt x="12696" y="209464"/>
                </a:lnTo>
                <a:cubicBezTo>
                  <a:pt x="12696" y="241029"/>
                  <a:pt x="38277" y="266599"/>
                  <a:pt x="69837" y="266599"/>
                </a:cubicBezTo>
                <a:cubicBezTo>
                  <a:pt x="101388" y="266599"/>
                  <a:pt x="126969" y="241029"/>
                  <a:pt x="126969" y="209464"/>
                </a:cubicBezTo>
                <a:cubicBezTo>
                  <a:pt x="126969" y="209464"/>
                  <a:pt x="126969" y="139628"/>
                  <a:pt x="126969" y="139628"/>
                </a:cubicBezTo>
                <a:lnTo>
                  <a:pt x="12696" y="139628"/>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US" sz="1013">
              <a:solidFill>
                <a:prstClr val="white"/>
              </a:solidFill>
              <a:latin typeface="Calibri" panose="020F0502020204030204"/>
            </a:endParaRPr>
          </a:p>
        </p:txBody>
      </p:sp>
      <p:sp>
        <p:nvSpPr>
          <p:cNvPr id="16" name="Text Placeholder 5">
            <a:extLst>
              <a:ext uri="{FF2B5EF4-FFF2-40B4-BE49-F238E27FC236}">
                <a16:creationId xmlns:a16="http://schemas.microsoft.com/office/drawing/2014/main" id="{0B91B1E4-0B05-471B-8CB4-A52807CD6972}"/>
              </a:ext>
            </a:extLst>
          </p:cNvPr>
          <p:cNvSpPr txBox="1">
            <a:spLocks/>
          </p:cNvSpPr>
          <p:nvPr userDrawn="1"/>
        </p:nvSpPr>
        <p:spPr>
          <a:xfrm>
            <a:off x="8010472" y="4069033"/>
            <a:ext cx="3001417" cy="1037528"/>
          </a:xfrm>
          <a:prstGeom prst="rect">
            <a:avLst/>
          </a:prstGeom>
        </p:spPr>
        <p:txBody>
          <a:bodyPr vert="horz" lIns="68580" tIns="34290" rIns="68580" bIns="3429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India, Germany, Japan, USA &amp; China</a:t>
            </a:r>
          </a:p>
          <a:p>
            <a:pPr marL="0" indent="0" algn="r" defTabSz="685800">
              <a:lnSpc>
                <a:spcPct val="200000"/>
              </a:lnSpc>
              <a:spcBef>
                <a:spcPts val="0"/>
              </a:spcBef>
              <a:buNone/>
            </a:pPr>
            <a:r>
              <a:rPr lang="en-US" sz="1100" b="1">
                <a:solidFill>
                  <a:schemeClr val="tx1"/>
                </a:solidFill>
                <a:latin typeface="Calibri Light" panose="020F0302020204030204"/>
                <a:ea typeface="Roboto" panose="02000000000000000000" pitchFamily="2" charset="0"/>
              </a:rPr>
              <a:t>+91 44 6666 9600</a:t>
            </a:r>
          </a:p>
          <a:p>
            <a:pPr marL="0" indent="0" algn="r" defTabSz="685800">
              <a:lnSpc>
                <a:spcPct val="200000"/>
              </a:lnSpc>
              <a:spcBef>
                <a:spcPts val="0"/>
              </a:spcBef>
              <a:buNone/>
            </a:pPr>
            <a:r>
              <a:rPr lang="en-US" sz="1100" b="1" u="sng">
                <a:solidFill>
                  <a:schemeClr val="tx1"/>
                </a:solidFill>
                <a:latin typeface="Calibri Light" panose="020F0302020204030204"/>
                <a:ea typeface="Roboto" panose="02000000000000000000" pitchFamily="2" charset="0"/>
              </a:rPr>
              <a:t>www.jasmin-infotech.com</a:t>
            </a:r>
          </a:p>
        </p:txBody>
      </p:sp>
      <p:pic>
        <p:nvPicPr>
          <p:cNvPr id="17" name="Picture 2">
            <a:extLst>
              <a:ext uri="{FF2B5EF4-FFF2-40B4-BE49-F238E27FC236}">
                <a16:creationId xmlns:a16="http://schemas.microsoft.com/office/drawing/2014/main" id="{A081058F-3133-4197-B807-FC6CB78CE2B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5660041" cy="4561631"/>
          </a:xfrm>
          <a:prstGeom prst="rect">
            <a:avLst/>
          </a:prstGeom>
          <a:noFill/>
          <a:extLst>
            <a:ext uri="{909E8E84-426E-40DD-AFC4-6F175D3DCCD1}">
              <a14:hiddenFill xmlns:a14="http://schemas.microsoft.com/office/drawing/2010/main">
                <a:solidFill>
                  <a:srgbClr val="FFFFFF"/>
                </a:solidFill>
              </a14:hiddenFill>
            </a:ext>
          </a:extLst>
        </p:spPr>
      </p:pic>
      <p:sp>
        <p:nvSpPr>
          <p:cNvPr id="18" name="Isosceles Triangle 17">
            <a:extLst>
              <a:ext uri="{FF2B5EF4-FFF2-40B4-BE49-F238E27FC236}">
                <a16:creationId xmlns:a16="http://schemas.microsoft.com/office/drawing/2014/main" id="{3E6B2BDD-7865-4F6F-B5D7-A4B5A52B7464}"/>
              </a:ext>
            </a:extLst>
          </p:cNvPr>
          <p:cNvSpPr/>
          <p:nvPr userDrawn="1"/>
        </p:nvSpPr>
        <p:spPr>
          <a:xfrm rot="5400000">
            <a:off x="-467508" y="4483021"/>
            <a:ext cx="1972910" cy="1037896"/>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807012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68088"/>
            <a:ext cx="11335108" cy="5088260"/>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BB4F4F2C-6052-4C5E-8666-50B26C3430D9}"/>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28026290-33FD-442D-B8F4-AA106F7AFECA}"/>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D7D019D-615E-477C-9081-4003E46BBA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16" name="TextBox 15">
            <a:extLst>
              <a:ext uri="{FF2B5EF4-FFF2-40B4-BE49-F238E27FC236}">
                <a16:creationId xmlns:a16="http://schemas.microsoft.com/office/drawing/2014/main" id="{6B8B8F03-C00E-48FD-AE30-ACE3CA0240CF}"/>
              </a:ext>
            </a:extLst>
          </p:cNvPr>
          <p:cNvSpPr txBox="1"/>
          <p:nvPr userDrawn="1"/>
        </p:nvSpPr>
        <p:spPr>
          <a:xfrm>
            <a:off x="448575" y="387200"/>
            <a:ext cx="10230376" cy="523220"/>
          </a:xfrm>
          <a:prstGeom prst="rect">
            <a:avLst/>
          </a:prstGeom>
          <a:noFill/>
        </p:spPr>
        <p:txBody>
          <a:bodyPr wrap="square" rtlCol="0" anchor="ctr">
            <a:spAutoFit/>
          </a:bodyPr>
          <a:lstStyle/>
          <a:p>
            <a:r>
              <a:rPr lang="en-US" sz="2800">
                <a:solidFill>
                  <a:srgbClr val="010086"/>
                </a:solidFill>
                <a:latin typeface="Century Gothic" panose="020B0502020202020204" pitchFamily="34" charset="0"/>
              </a:rPr>
              <a:t>Document history</a:t>
            </a:r>
            <a:endParaRPr lang="en-IN" sz="2800">
              <a:latin typeface="Century Gothic" panose="020B0502020202020204" pitchFamily="34" charset="0"/>
            </a:endParaRPr>
          </a:p>
        </p:txBody>
      </p:sp>
    </p:spTree>
    <p:extLst>
      <p:ext uri="{BB962C8B-B14F-4D97-AF65-F5344CB8AC3E}">
        <p14:creationId xmlns:p14="http://schemas.microsoft.com/office/powerpoint/2010/main" val="29646600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5" y="1218996"/>
            <a:ext cx="11335108" cy="5137352"/>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sp>
        <p:nvSpPr>
          <p:cNvPr id="10" name="Slide Number Placeholder 12">
            <a:extLst>
              <a:ext uri="{FF2B5EF4-FFF2-40B4-BE49-F238E27FC236}">
                <a16:creationId xmlns:a16="http://schemas.microsoft.com/office/drawing/2014/main" id="{3EE4CF6D-F48F-4791-83CA-3DB99D72A298}"/>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pic>
        <p:nvPicPr>
          <p:cNvPr id="14" name="Picture 13">
            <a:extLst>
              <a:ext uri="{FF2B5EF4-FFF2-40B4-BE49-F238E27FC236}">
                <a16:creationId xmlns:a16="http://schemas.microsoft.com/office/drawing/2014/main" id="{89C2C37E-1BD9-4EA1-880A-134343D0CA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Tree>
    <p:extLst>
      <p:ext uri="{BB962C8B-B14F-4D97-AF65-F5344CB8AC3E}">
        <p14:creationId xmlns:p14="http://schemas.microsoft.com/office/powerpoint/2010/main" val="15089389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_Col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a:xfrm>
            <a:off x="448576"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a:xfrm>
            <a:off x="10134600" y="6422754"/>
            <a:ext cx="1219199" cy="298721"/>
          </a:xfrm>
          <a:prstGeom prst="rect">
            <a:avLst/>
          </a:prstGeom>
        </p:spPr>
        <p:txBody>
          <a:bodyPr/>
          <a:lstStyle/>
          <a:p>
            <a:fld id="{83735547-B499-4273-BF07-F756EAEC2F73}" type="slidenum">
              <a:rPr lang="en-IN" smtClean="0"/>
              <a:t>‹#›</a:t>
            </a:fld>
            <a:endParaRPr lang="en-IN"/>
          </a:p>
        </p:txBody>
      </p:sp>
      <p:cxnSp>
        <p:nvCxnSpPr>
          <p:cNvPr id="14" name="Straight Connector 13">
            <a:extLst>
              <a:ext uri="{FF2B5EF4-FFF2-40B4-BE49-F238E27FC236}">
                <a16:creationId xmlns:a16="http://schemas.microsoft.com/office/drawing/2014/main" id="{3733A8E9-BBE7-4DE2-90F0-B2F1E9E74246}"/>
              </a:ext>
            </a:extLst>
          </p:cNvPr>
          <p:cNvCxnSpPr>
            <a:cxnSpLocks/>
          </p:cNvCxnSpPr>
          <p:nvPr userDrawn="1"/>
        </p:nvCxnSpPr>
        <p:spPr>
          <a:xfrm>
            <a:off x="448575" y="1064707"/>
            <a:ext cx="11335108" cy="0"/>
          </a:xfrm>
          <a:prstGeom prst="line">
            <a:avLst/>
          </a:prstGeom>
          <a:ln w="19050">
            <a:solidFill>
              <a:srgbClr val="000087"/>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85F8C5-0F17-4B54-966D-E64505CB7F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8951" y="209850"/>
            <a:ext cx="674848" cy="719818"/>
          </a:xfrm>
          <a:prstGeom prst="rect">
            <a:avLst/>
          </a:prstGeom>
        </p:spPr>
      </p:pic>
      <p:sp>
        <p:nvSpPr>
          <p:cNvPr id="7" name="Content Placeholder 2">
            <a:extLst>
              <a:ext uri="{FF2B5EF4-FFF2-40B4-BE49-F238E27FC236}">
                <a16:creationId xmlns:a16="http://schemas.microsoft.com/office/drawing/2014/main" id="{B0671208-5BEA-40D8-A25A-CD1E84DC4EEE}"/>
              </a:ext>
            </a:extLst>
          </p:cNvPr>
          <p:cNvSpPr>
            <a:spLocks noGrp="1"/>
          </p:cNvSpPr>
          <p:nvPr>
            <p:ph idx="13"/>
          </p:nvPr>
        </p:nvSpPr>
        <p:spPr>
          <a:xfrm>
            <a:off x="6096000" y="1310522"/>
            <a:ext cx="5647424" cy="5045825"/>
          </a:xfrm>
        </p:spPr>
        <p:txBody>
          <a:bodyPr/>
          <a:lstStyle>
            <a:lvl1pPr>
              <a:defRPr sz="14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3562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TextBox 3"/>
          <p:cNvSpPr/>
          <p:nvPr/>
        </p:nvSpPr>
        <p:spPr>
          <a:xfrm>
            <a:off x="1905120" y="6651000"/>
            <a:ext cx="2360160" cy="19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buNone/>
            </a:pPr>
            <a:r>
              <a:rPr lang="en-US" sz="700" b="1" strike="noStrike" spc="-1">
                <a:solidFill>
                  <a:srgbClr val="595959"/>
                </a:solidFill>
                <a:latin typeface="Calibri"/>
                <a:ea typeface="DejaVu Sans"/>
              </a:rPr>
              <a:t>CONFIDENTIAL : JI Internal Use Only</a:t>
            </a:r>
            <a:endParaRPr lang="en-IN" sz="700" b="0" strike="noStrike" spc="-1">
              <a:latin typeface="Arial"/>
            </a:endParaRPr>
          </a:p>
        </p:txBody>
      </p:sp>
      <p:sp>
        <p:nvSpPr>
          <p:cNvPr id="90" name="TextBox 3"/>
          <p:cNvSpPr/>
          <p:nvPr/>
        </p:nvSpPr>
        <p:spPr>
          <a:xfrm>
            <a:off x="0" y="6649620"/>
            <a:ext cx="2055240" cy="19860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buNone/>
            </a:pPr>
            <a:r>
              <a:rPr lang="en-US" sz="700" b="1" strike="noStrike" spc="-1">
                <a:solidFill>
                  <a:srgbClr val="595959"/>
                </a:solidFill>
                <a:latin typeface="Calibri"/>
                <a:ea typeface="DejaVu Sans"/>
              </a:rPr>
              <a:t>©2025 Jasmin Infotech Private Limited</a:t>
            </a:r>
            <a:endParaRPr lang="en-IN" sz="700" b="0" strike="noStrike" spc="-1">
              <a:latin typeface="Arial"/>
            </a:endParaRPr>
          </a:p>
        </p:txBody>
      </p:sp>
      <p:sp>
        <p:nvSpPr>
          <p:cNvPr id="91" name="Straight Connector 11"/>
          <p:cNvSpPr/>
          <p:nvPr/>
        </p:nvSpPr>
        <p:spPr>
          <a:xfrm>
            <a:off x="2057400" y="6629400"/>
            <a:ext cx="360" cy="228600"/>
          </a:xfrm>
          <a:prstGeom prst="line">
            <a:avLst/>
          </a:prstGeom>
          <a:ln>
            <a:solidFill>
              <a:srgbClr val="595959"/>
            </a:solidFill>
          </a:ln>
        </p:spPr>
        <p:style>
          <a:lnRef idx="1">
            <a:schemeClr val="accent1"/>
          </a:lnRef>
          <a:fillRef idx="0">
            <a:schemeClr val="accent1"/>
          </a:fillRef>
          <a:effectRef idx="0">
            <a:schemeClr val="accent1"/>
          </a:effectRef>
          <a:fontRef idx="minor"/>
        </p:style>
      </p:sp>
      <p:sp>
        <p:nvSpPr>
          <p:cNvPr id="92" name="Straight Connector 1"/>
          <p:cNvSpPr/>
          <p:nvPr/>
        </p:nvSpPr>
        <p:spPr>
          <a:xfrm>
            <a:off x="2057400" y="6629400"/>
            <a:ext cx="360" cy="228600"/>
          </a:xfrm>
          <a:prstGeom prst="line">
            <a:avLst/>
          </a:prstGeom>
          <a:ln>
            <a:solidFill>
              <a:srgbClr val="595959"/>
            </a:solidFill>
          </a:ln>
        </p:spPr>
        <p:style>
          <a:lnRef idx="1">
            <a:schemeClr val="accent1"/>
          </a:lnRef>
          <a:fillRef idx="0">
            <a:schemeClr val="accent1"/>
          </a:fillRef>
          <a:effectRef idx="0">
            <a:schemeClr val="accent1"/>
          </a:effectRef>
          <a:fontRef idx="minor"/>
        </p:style>
      </p:sp>
      <p:sp>
        <p:nvSpPr>
          <p:cNvPr id="93" name="Straight Connector 3"/>
          <p:cNvSpPr/>
          <p:nvPr/>
        </p:nvSpPr>
        <p:spPr>
          <a:xfrm>
            <a:off x="448920" y="1064880"/>
            <a:ext cx="11334960" cy="360"/>
          </a:xfrm>
          <a:prstGeom prst="line">
            <a:avLst/>
          </a:prstGeom>
          <a:ln w="19050">
            <a:solidFill>
              <a:srgbClr val="000087"/>
            </a:solidFill>
          </a:ln>
        </p:spPr>
        <p:style>
          <a:lnRef idx="1">
            <a:schemeClr val="accent1"/>
          </a:lnRef>
          <a:fillRef idx="0">
            <a:schemeClr val="accent1"/>
          </a:fillRef>
          <a:effectRef idx="0">
            <a:schemeClr val="accent1"/>
          </a:effectRef>
          <a:fontRef idx="minor"/>
        </p:style>
      </p:sp>
      <p:pic>
        <p:nvPicPr>
          <p:cNvPr id="94" name="Picture 12"/>
          <p:cNvPicPr/>
          <p:nvPr/>
        </p:nvPicPr>
        <p:blipFill>
          <a:blip r:embed="rId14"/>
          <a:stretch/>
        </p:blipFill>
        <p:spPr>
          <a:xfrm>
            <a:off x="10679040" y="209520"/>
            <a:ext cx="672480" cy="718560"/>
          </a:xfrm>
          <a:prstGeom prst="rect">
            <a:avLst/>
          </a:prstGeom>
          <a:ln w="0">
            <a:noFill/>
          </a:ln>
        </p:spPr>
      </p:pic>
      <p:sp>
        <p:nvSpPr>
          <p:cNvPr id="9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IN" sz="4400" b="0" strike="noStrike" spc="-1">
                <a:latin typeface="Arial"/>
              </a:rPr>
              <a:t>Click to edit the title text format</a:t>
            </a:r>
          </a:p>
        </p:txBody>
      </p:sp>
      <p:sp>
        <p:nvSpPr>
          <p:cNvPr id="9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 name="TextBox 3"/>
          <p:cNvSpPr/>
          <p:nvPr/>
        </p:nvSpPr>
        <p:spPr>
          <a:xfrm>
            <a:off x="1905120" y="6651000"/>
            <a:ext cx="2360160" cy="19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buNone/>
            </a:pPr>
            <a:r>
              <a:rPr lang="en-US" sz="700" b="1" strike="noStrike" spc="-1">
                <a:solidFill>
                  <a:srgbClr val="595959"/>
                </a:solidFill>
                <a:latin typeface="Calibri"/>
                <a:ea typeface="DejaVu Sans"/>
              </a:rPr>
              <a:t>CONFIDENTIAL : JI Internal Use Only</a:t>
            </a:r>
            <a:endParaRPr lang="en-IN" sz="700" b="0" strike="noStrike" spc="-1">
              <a:latin typeface="Arial"/>
            </a:endParaRPr>
          </a:p>
        </p:txBody>
      </p:sp>
      <p:sp>
        <p:nvSpPr>
          <p:cNvPr id="134" name="TextBox 3"/>
          <p:cNvSpPr/>
          <p:nvPr/>
        </p:nvSpPr>
        <p:spPr>
          <a:xfrm>
            <a:off x="0" y="6649620"/>
            <a:ext cx="2055240" cy="19860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buNone/>
            </a:pPr>
            <a:r>
              <a:rPr lang="en-US" sz="700" b="1" strike="noStrike" spc="-1">
                <a:solidFill>
                  <a:srgbClr val="595959"/>
                </a:solidFill>
                <a:latin typeface="Calibri"/>
                <a:ea typeface="DejaVu Sans"/>
              </a:rPr>
              <a:t>©2025 Jasmin Infotech Private Limited</a:t>
            </a:r>
            <a:endParaRPr lang="en-IN" sz="700" b="0" strike="noStrike" spc="-1">
              <a:latin typeface="Arial"/>
            </a:endParaRPr>
          </a:p>
        </p:txBody>
      </p:sp>
      <p:sp>
        <p:nvSpPr>
          <p:cNvPr id="135" name="Straight Connector 11"/>
          <p:cNvSpPr/>
          <p:nvPr/>
        </p:nvSpPr>
        <p:spPr>
          <a:xfrm>
            <a:off x="2057400" y="6629400"/>
            <a:ext cx="360" cy="228600"/>
          </a:xfrm>
          <a:prstGeom prst="line">
            <a:avLst/>
          </a:prstGeom>
          <a:ln>
            <a:solidFill>
              <a:srgbClr val="595959"/>
            </a:solidFill>
          </a:ln>
        </p:spPr>
        <p:style>
          <a:lnRef idx="1">
            <a:schemeClr val="accent1"/>
          </a:lnRef>
          <a:fillRef idx="0">
            <a:schemeClr val="accent1"/>
          </a:fillRef>
          <a:effectRef idx="0">
            <a:schemeClr val="accent1"/>
          </a:effectRef>
          <a:fontRef idx="minor"/>
        </p:style>
      </p:sp>
      <p:sp>
        <p:nvSpPr>
          <p:cNvPr id="136" name="Straight Connector 1"/>
          <p:cNvSpPr/>
          <p:nvPr/>
        </p:nvSpPr>
        <p:spPr>
          <a:xfrm>
            <a:off x="2057400" y="6629400"/>
            <a:ext cx="360" cy="228600"/>
          </a:xfrm>
          <a:prstGeom prst="line">
            <a:avLst/>
          </a:prstGeom>
          <a:ln>
            <a:solidFill>
              <a:srgbClr val="595959"/>
            </a:solidFill>
          </a:ln>
        </p:spPr>
        <p:style>
          <a:lnRef idx="1">
            <a:schemeClr val="accent1"/>
          </a:lnRef>
          <a:fillRef idx="0">
            <a:schemeClr val="accent1"/>
          </a:fillRef>
          <a:effectRef idx="0">
            <a:schemeClr val="accent1"/>
          </a:effectRef>
          <a:fontRef idx="minor"/>
        </p:style>
      </p:sp>
      <p:sp>
        <p:nvSpPr>
          <p:cNvPr id="137" name="Straight Connector 3"/>
          <p:cNvSpPr/>
          <p:nvPr/>
        </p:nvSpPr>
        <p:spPr>
          <a:xfrm>
            <a:off x="448920" y="1064880"/>
            <a:ext cx="11334960" cy="360"/>
          </a:xfrm>
          <a:prstGeom prst="line">
            <a:avLst/>
          </a:prstGeom>
          <a:ln w="19050">
            <a:solidFill>
              <a:srgbClr val="000087"/>
            </a:solidFill>
          </a:ln>
        </p:spPr>
        <p:style>
          <a:lnRef idx="1">
            <a:schemeClr val="accent1"/>
          </a:lnRef>
          <a:fillRef idx="0">
            <a:schemeClr val="accent1"/>
          </a:fillRef>
          <a:effectRef idx="0">
            <a:schemeClr val="accent1"/>
          </a:effectRef>
          <a:fontRef idx="minor"/>
        </p:style>
      </p:sp>
      <p:pic>
        <p:nvPicPr>
          <p:cNvPr id="138" name="Picture 12"/>
          <p:cNvPicPr/>
          <p:nvPr/>
        </p:nvPicPr>
        <p:blipFill>
          <a:blip r:embed="rId14"/>
          <a:stretch/>
        </p:blipFill>
        <p:spPr>
          <a:xfrm>
            <a:off x="10679040" y="209520"/>
            <a:ext cx="672480" cy="718560"/>
          </a:xfrm>
          <a:prstGeom prst="rect">
            <a:avLst/>
          </a:prstGeom>
          <a:ln w="0">
            <a:noFill/>
          </a:ln>
        </p:spPr>
      </p:pic>
      <p:sp>
        <p:nvSpPr>
          <p:cNvPr id="13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IN" sz="4400" b="0" strike="noStrike" spc="-1">
                <a:latin typeface="Arial"/>
              </a:rPr>
              <a:t>Click to edit the title text format</a:t>
            </a:r>
          </a:p>
        </p:txBody>
      </p:sp>
      <p:sp>
        <p:nvSpPr>
          <p:cNvPr id="14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1D1BC-3BF8-4FCC-BF21-07D616F2B3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11023-BBB9-4E1B-95EF-F874370A7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ABAD75D-4AC3-4D94-8260-13C2633BD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735547-B499-4273-BF07-F756EAEC2F73}" type="slidenum">
              <a:rPr lang="en-IN" smtClean="0"/>
              <a:t>‹#›</a:t>
            </a:fld>
            <a:endParaRPr lang="en-IN"/>
          </a:p>
        </p:txBody>
      </p:sp>
      <p:sp>
        <p:nvSpPr>
          <p:cNvPr id="10" name="TextBox 3">
            <a:extLst>
              <a:ext uri="{FF2B5EF4-FFF2-40B4-BE49-F238E27FC236}">
                <a16:creationId xmlns:a16="http://schemas.microsoft.com/office/drawing/2014/main" id="{22C2E77A-5381-4121-9A7B-139FB8F4E5F7}"/>
              </a:ext>
            </a:extLst>
          </p:cNvPr>
          <p:cNvSpPr txBox="1">
            <a:spLocks noChangeArrowheads="1"/>
          </p:cNvSpPr>
          <p:nvPr userDrawn="1"/>
        </p:nvSpPr>
        <p:spPr bwMode="auto">
          <a:xfrm>
            <a:off x="1905000" y="6650257"/>
            <a:ext cx="23622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CONFIDENTIAL : JI Internal Use Only</a:t>
            </a:r>
          </a:p>
        </p:txBody>
      </p:sp>
      <p:sp>
        <p:nvSpPr>
          <p:cNvPr id="11" name="TextBox 3">
            <a:extLst>
              <a:ext uri="{FF2B5EF4-FFF2-40B4-BE49-F238E27FC236}">
                <a16:creationId xmlns:a16="http://schemas.microsoft.com/office/drawing/2014/main" id="{E25A6030-3380-4898-819C-D2BD1C737462}"/>
              </a:ext>
            </a:extLst>
          </p:cNvPr>
          <p:cNvSpPr txBox="1">
            <a:spLocks noChangeArrowheads="1"/>
          </p:cNvSpPr>
          <p:nvPr userDrawn="1"/>
        </p:nvSpPr>
        <p:spPr bwMode="auto">
          <a:xfrm>
            <a:off x="0" y="6650257"/>
            <a:ext cx="20574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©2025 Jasmin Infotech</a:t>
            </a:r>
            <a:r>
              <a:rPr lang="en-US" sz="700" b="1" baseline="0">
                <a:solidFill>
                  <a:schemeClr val="tx1">
                    <a:lumMod val="65000"/>
                    <a:lumOff val="35000"/>
                  </a:schemeClr>
                </a:solidFill>
                <a:latin typeface="+mj-lt"/>
              </a:rPr>
              <a:t> Private Limited</a:t>
            </a:r>
            <a:endParaRPr lang="en-US" sz="700" b="1">
              <a:solidFill>
                <a:schemeClr val="tx1">
                  <a:lumMod val="65000"/>
                  <a:lumOff val="35000"/>
                </a:schemeClr>
              </a:solidFill>
              <a:latin typeface="+mj-lt"/>
            </a:endParaRPr>
          </a:p>
        </p:txBody>
      </p:sp>
      <p:cxnSp>
        <p:nvCxnSpPr>
          <p:cNvPr id="12" name="Straight Connector 11">
            <a:extLst>
              <a:ext uri="{FF2B5EF4-FFF2-40B4-BE49-F238E27FC236}">
                <a16:creationId xmlns:a16="http://schemas.microsoft.com/office/drawing/2014/main" id="{9C95BBBE-8BDA-46C2-B17F-5F1D256C0269}"/>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63509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1D1BC-3BF8-4FCC-BF21-07D616F2B3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11023-BBB9-4E1B-95EF-F874370A7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ABAD75D-4AC3-4D94-8260-13C2633BD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735547-B499-4273-BF07-F756EAEC2F73}" type="slidenum">
              <a:rPr lang="en-IN" smtClean="0"/>
              <a:t>‹#›</a:t>
            </a:fld>
            <a:endParaRPr lang="en-IN"/>
          </a:p>
        </p:txBody>
      </p:sp>
      <p:sp>
        <p:nvSpPr>
          <p:cNvPr id="10" name="TextBox 3">
            <a:extLst>
              <a:ext uri="{FF2B5EF4-FFF2-40B4-BE49-F238E27FC236}">
                <a16:creationId xmlns:a16="http://schemas.microsoft.com/office/drawing/2014/main" id="{22C2E77A-5381-4121-9A7B-139FB8F4E5F7}"/>
              </a:ext>
            </a:extLst>
          </p:cNvPr>
          <p:cNvSpPr txBox="1">
            <a:spLocks noChangeArrowheads="1"/>
          </p:cNvSpPr>
          <p:nvPr userDrawn="1"/>
        </p:nvSpPr>
        <p:spPr bwMode="auto">
          <a:xfrm>
            <a:off x="1905000" y="6650257"/>
            <a:ext cx="23622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CONFIDENTIAL : JI Internal Use Only</a:t>
            </a:r>
          </a:p>
        </p:txBody>
      </p:sp>
      <p:sp>
        <p:nvSpPr>
          <p:cNvPr id="11" name="TextBox 3">
            <a:extLst>
              <a:ext uri="{FF2B5EF4-FFF2-40B4-BE49-F238E27FC236}">
                <a16:creationId xmlns:a16="http://schemas.microsoft.com/office/drawing/2014/main" id="{E25A6030-3380-4898-819C-D2BD1C737462}"/>
              </a:ext>
            </a:extLst>
          </p:cNvPr>
          <p:cNvSpPr txBox="1">
            <a:spLocks noChangeArrowheads="1"/>
          </p:cNvSpPr>
          <p:nvPr userDrawn="1"/>
        </p:nvSpPr>
        <p:spPr bwMode="auto">
          <a:xfrm>
            <a:off x="0" y="6650257"/>
            <a:ext cx="2057400" cy="200055"/>
          </a:xfrm>
          <a:prstGeom prst="rect">
            <a:avLst/>
          </a:prstGeom>
          <a:noFill/>
          <a:ln w="9525">
            <a:noFill/>
            <a:miter lim="800000"/>
            <a:headEnd/>
            <a:tailEnd/>
          </a:ln>
        </p:spPr>
        <p:txBody>
          <a:bodyPr wrap="square" anchor="ctr">
            <a:spAutoFit/>
          </a:bodyPr>
          <a:lstStyle/>
          <a:p>
            <a:pPr algn="ctr"/>
            <a:r>
              <a:rPr lang="en-US" sz="700" b="1">
                <a:solidFill>
                  <a:schemeClr val="tx1">
                    <a:lumMod val="65000"/>
                    <a:lumOff val="35000"/>
                  </a:schemeClr>
                </a:solidFill>
                <a:latin typeface="+mj-lt"/>
              </a:rPr>
              <a:t>©2025 Jasmin Infotech</a:t>
            </a:r>
            <a:r>
              <a:rPr lang="en-US" sz="700" b="1" baseline="0">
                <a:solidFill>
                  <a:schemeClr val="tx1">
                    <a:lumMod val="65000"/>
                    <a:lumOff val="35000"/>
                  </a:schemeClr>
                </a:solidFill>
                <a:latin typeface="+mj-lt"/>
              </a:rPr>
              <a:t> Private Limited</a:t>
            </a:r>
            <a:endParaRPr lang="en-US" sz="700" b="1">
              <a:solidFill>
                <a:schemeClr val="tx1">
                  <a:lumMod val="65000"/>
                  <a:lumOff val="35000"/>
                </a:schemeClr>
              </a:solidFill>
              <a:latin typeface="+mj-lt"/>
            </a:endParaRPr>
          </a:p>
        </p:txBody>
      </p:sp>
      <p:cxnSp>
        <p:nvCxnSpPr>
          <p:cNvPr id="12" name="Straight Connector 11">
            <a:extLst>
              <a:ext uri="{FF2B5EF4-FFF2-40B4-BE49-F238E27FC236}">
                <a16:creationId xmlns:a16="http://schemas.microsoft.com/office/drawing/2014/main" id="{9C95BBBE-8BDA-46C2-B17F-5F1D256C0269}"/>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805266"/>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jpeg"/><Relationship Id="rId7" Type="http://schemas.openxmlformats.org/officeDocument/2006/relationships/image" Target="../media/image11.jpeg"/><Relationship Id="rId12"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jpe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hyperlink" Target="mailto:-@jasmine-infotech.com" TargetMode="External"/><Relationship Id="rId5" Type="http://schemas.openxmlformats.org/officeDocument/2006/relationships/hyperlink" Target="mailto:-@jasmin-infotech.com" TargetMode="External"/><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 Id="rId9"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redmine.jasmin-infotech.com/login" TargetMode="External"/><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hyperlink" Target="https://jias.jasmin-infotech.com/menuDashboard/JISMS" TargetMode="Externa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hyperlink" Target="https://jias.jasmin-infotech.com/menuDashboard/JISMS" TargetMode="External"/><Relationship Id="rId4" Type="http://schemas.openxmlformats.org/officeDocument/2006/relationships/image" Target="../media/image22.jpe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jias.jasmin-infotech.com/menuDashboard/JISMS"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jias.jasmin-infotech.com/menuDashboard/JISMS"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jias.jasmin-infotech.com/menuDashboard/JISMS"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E74804-7A65-49B5-A06B-DEC0F477030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735547-B499-4273-BF07-F756EAEC2F7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2A91F374-12C3-45EB-99A5-33CBA53EFC64}"/>
              </a:ext>
            </a:extLst>
          </p:cNvPr>
          <p:cNvSpPr/>
          <p:nvPr/>
        </p:nvSpPr>
        <p:spPr>
          <a:xfrm>
            <a:off x="1108725" y="4657818"/>
            <a:ext cx="2320925" cy="1477328"/>
          </a:xfrm>
          <a:prstGeom prst="rect">
            <a:avLst/>
          </a:prstGeom>
        </p:spPr>
        <p:txBody>
          <a:bodyPr wrap="square" lIns="91440" tIns="45720" rIns="91440" bIns="45720" anchor="t">
            <a:spAutoFit/>
          </a:bodyPr>
          <a:lstStyle/>
          <a:p>
            <a:pPr algn="ctr">
              <a:defRPr/>
            </a:pPr>
            <a:r>
              <a:rPr kumimoji="0" lang="en-US" sz="2400" b="1" i="1" u="sng" strike="noStrike" kern="1200" cap="none" spc="0" normalizeH="0" baseline="0" noProof="0">
                <a:ln>
                  <a:noFill/>
                </a:ln>
                <a:solidFill>
                  <a:srgbClr val="000076"/>
                </a:solidFill>
                <a:effectLst/>
                <a:uLnTx/>
                <a:uFillTx/>
                <a:latin typeface="Calibri" panose="020F0502020204030204"/>
                <a:ea typeface="+mn-ea"/>
                <a:cs typeface="+mn-cs"/>
              </a:rPr>
              <a:t>ISMS Awareness Training</a:t>
            </a:r>
            <a:r>
              <a:rPr lang="en-US" sz="2400" b="1" i="1" u="sng">
                <a:solidFill>
                  <a:srgbClr val="000076"/>
                </a:solidFill>
                <a:latin typeface="Calibri" panose="020F0502020204030204"/>
              </a:rPr>
              <a:t> (Test V1.6)</a:t>
            </a:r>
            <a:endParaRPr kumimoji="0" lang="en-US" sz="2400" b="1" i="1" u="sng" strike="noStrike" kern="1200" cap="none" spc="0" normalizeH="0" baseline="0" noProof="0">
              <a:ln>
                <a:noFill/>
              </a:ln>
              <a:solidFill>
                <a:srgbClr val="000076"/>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000076"/>
                </a:solidFill>
                <a:effectLst/>
                <a:uLnTx/>
                <a:uFillTx/>
                <a:latin typeface="Calibri" panose="020F0502020204030204"/>
                <a:ea typeface="+mn-ea"/>
                <a:cs typeface="+mn-cs"/>
              </a:rPr>
              <a:t>SQA</a:t>
            </a:r>
          </a:p>
        </p:txBody>
      </p:sp>
      <p:sp>
        <p:nvSpPr>
          <p:cNvPr id="5" name="Text Placeholder 24">
            <a:extLst>
              <a:ext uri="{FF2B5EF4-FFF2-40B4-BE49-F238E27FC236}">
                <a16:creationId xmlns:a16="http://schemas.microsoft.com/office/drawing/2014/main" id="{605B4161-4728-4117-8888-447E2A163A4B}"/>
              </a:ext>
            </a:extLst>
          </p:cNvPr>
          <p:cNvSpPr txBox="1">
            <a:spLocks/>
          </p:cNvSpPr>
          <p:nvPr/>
        </p:nvSpPr>
        <p:spPr>
          <a:xfrm>
            <a:off x="8770166" y="4915726"/>
            <a:ext cx="2320925" cy="1090612"/>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ctr" defTabSz="914400" rtl="0" eaLnBrk="1" fontAlgn="base" latinLnBrk="0" hangingPunct="1">
              <a:lnSpc>
                <a:spcPct val="80000"/>
              </a:lnSpc>
              <a:spcBef>
                <a:spcPct val="50000"/>
              </a:spcBef>
              <a:spcAft>
                <a:spcPct val="0"/>
              </a:spcAft>
              <a:buClr>
                <a:srgbClr val="FF0011"/>
              </a:buClr>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alibri" panose="020F0502020204030204"/>
                <a:ea typeface="+mn-ea"/>
                <a:cs typeface="Calibri"/>
              </a:rPr>
              <a:t>Submitted to</a:t>
            </a:r>
          </a:p>
          <a:p>
            <a:pPr marL="342900" marR="0" lvl="0" indent="-342900" algn="ctr" defTabSz="914400" rtl="0" eaLnBrk="1" fontAlgn="base" latinLnBrk="0" hangingPunct="1">
              <a:lnSpc>
                <a:spcPct val="80000"/>
              </a:lnSpc>
              <a:spcBef>
                <a:spcPct val="50000"/>
              </a:spcBef>
              <a:spcAft>
                <a:spcPct val="0"/>
              </a:spcAft>
              <a:buClr>
                <a:srgbClr val="FF0011"/>
              </a:buClr>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alibri" panose="020F0502020204030204"/>
                <a:ea typeface="+mn-ea"/>
                <a:cs typeface="Calibri"/>
              </a:rPr>
              <a:t>L&amp;D</a:t>
            </a:r>
          </a:p>
          <a:p>
            <a:pPr marL="342900" marR="0" lvl="0" indent="-342900" algn="ctr" defTabSz="914400" rtl="0" eaLnBrk="1" fontAlgn="base" latinLnBrk="0" hangingPunct="1">
              <a:lnSpc>
                <a:spcPct val="80000"/>
              </a:lnSpc>
              <a:spcBef>
                <a:spcPct val="50000"/>
              </a:spcBef>
              <a:spcAft>
                <a:spcPct val="0"/>
              </a:spcAft>
              <a:buClr>
                <a:srgbClr val="FF0011"/>
              </a:buClr>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alibri" panose="020F0502020204030204"/>
                <a:ea typeface="+mn-ea"/>
                <a:cs typeface="Calibri"/>
              </a:rPr>
              <a:t>Jasmin Infotech Private Limited</a:t>
            </a:r>
            <a:endParaRPr kumimoji="0" lang="en-US" sz="1200" b="1" i="0" u="none" strike="noStrike" kern="1200" cap="none" spc="0" normalizeH="0" baseline="0" noProof="0">
              <a:ln>
                <a:noFill/>
              </a:ln>
              <a:solidFill>
                <a:srgbClr val="000000"/>
              </a:solidFill>
              <a:effectLst/>
              <a:uLnTx/>
              <a:uFillTx/>
              <a:latin typeface="Calibri" panose="020F0502020204030204"/>
              <a:ea typeface="+mn-ea"/>
              <a:cs typeface="+mn-cs"/>
            </a:endParaRPr>
          </a:p>
          <a:p>
            <a:pPr marL="342900" marR="0" lvl="0" indent="-342900" algn="ctr" defTabSz="914400" rtl="0" eaLnBrk="1" fontAlgn="auto" latinLnBrk="0" hangingPunct="1">
              <a:lnSpc>
                <a:spcPct val="80000"/>
              </a:lnSpc>
              <a:spcBef>
                <a:spcPct val="50000"/>
              </a:spcBef>
              <a:spcAft>
                <a:spcPct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alibri" panose="020F0502020204030204"/>
                <a:ea typeface="+mn-ea"/>
                <a:cs typeface="+mn-cs"/>
              </a:rPr>
              <a:t>August 2025</a:t>
            </a:r>
            <a:endParaRPr kumimoji="0" lang="en-US" sz="12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5F3E49E8-C815-475A-8D37-F26A91FA71BA}" type="slidenum">
              <a:rPr lang="en-IN" sz="1200" b="0" strike="noStrike" spc="-1">
                <a:solidFill>
                  <a:srgbClr val="8B8B8B"/>
                </a:solidFill>
                <a:latin typeface="Calibri"/>
                <a:ea typeface="DejaVu Sans"/>
              </a:rPr>
              <a:t>2</a:t>
            </a:fld>
            <a:endParaRPr lang="en-IN" sz="1200" b="0" strike="noStrike" spc="-1">
              <a:latin typeface="Times New Roman"/>
            </a:endParaRPr>
          </a:p>
        </p:txBody>
      </p:sp>
      <p:sp>
        <p:nvSpPr>
          <p:cNvPr id="242" name="TextBox 4"/>
          <p:cNvSpPr/>
          <p:nvPr/>
        </p:nvSpPr>
        <p:spPr>
          <a:xfrm>
            <a:off x="391320" y="540000"/>
            <a:ext cx="10227600" cy="51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buNone/>
            </a:pPr>
            <a:r>
              <a:rPr lang="en-US" sz="2800" b="0" strike="noStrike" spc="-1">
                <a:solidFill>
                  <a:srgbClr val="010086"/>
                </a:solidFill>
                <a:latin typeface="Calibri"/>
                <a:ea typeface="DejaVu Sans"/>
              </a:rPr>
              <a:t>Topics</a:t>
            </a:r>
            <a:endParaRPr lang="en-IN" sz="2800" b="0" strike="noStrike" spc="-1">
              <a:latin typeface="Arial"/>
            </a:endParaRPr>
          </a:p>
        </p:txBody>
      </p:sp>
      <p:sp>
        <p:nvSpPr>
          <p:cNvPr id="243" name="object 5"/>
          <p:cNvSpPr/>
          <p:nvPr/>
        </p:nvSpPr>
        <p:spPr>
          <a:xfrm>
            <a:off x="888120" y="1159052"/>
            <a:ext cx="4795349" cy="5035863"/>
          </a:xfrm>
          <a:prstGeom prst="rect">
            <a:avLst/>
          </a:prstGeom>
          <a:noFill/>
          <a:ln w="0">
            <a:noFill/>
          </a:ln>
        </p:spPr>
        <p:style>
          <a:lnRef idx="0">
            <a:scrgbClr r="0" g="0" b="0"/>
          </a:lnRef>
          <a:fillRef idx="0">
            <a:scrgbClr r="0" g="0" b="0"/>
          </a:fillRef>
          <a:effectRef idx="0">
            <a:scrgbClr r="0" g="0" b="0"/>
          </a:effectRef>
          <a:fontRef idx="minor"/>
        </p:style>
        <p:txBody>
          <a:bodyPr wrap="square" lIns="0" tIns="84960" rIns="0" bIns="0" anchor="t">
            <a:spAutoFit/>
          </a:bodyPr>
          <a:lstStyle/>
          <a:p>
            <a:pPr marL="355680" indent="-343080">
              <a:lnSpc>
                <a:spcPct val="100000"/>
              </a:lnSpc>
              <a:spcBef>
                <a:spcPts val="669"/>
              </a:spcBef>
              <a:buClr>
                <a:srgbClr val="000000"/>
              </a:buClr>
              <a:buFont typeface="Arial"/>
              <a:buChar char="•"/>
              <a:tabLst>
                <a:tab pos="354960" algn="l"/>
                <a:tab pos="355680" algn="l"/>
              </a:tabLst>
            </a:pPr>
            <a:r>
              <a:rPr lang="en-IN" sz="1600" b="0" strike="noStrike" spc="-7">
                <a:solidFill>
                  <a:srgbClr val="000000"/>
                </a:solidFill>
                <a:latin typeface="Calibri"/>
                <a:ea typeface="DejaVu Sans"/>
              </a:rPr>
              <a:t>Asset</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7">
                <a:solidFill>
                  <a:srgbClr val="000000"/>
                </a:solidFill>
                <a:latin typeface="Calibri"/>
                <a:ea typeface="DejaVu Sans"/>
              </a:rPr>
              <a:t>Information Classification</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7">
                <a:solidFill>
                  <a:srgbClr val="000000"/>
                </a:solidFill>
                <a:latin typeface="Calibri"/>
                <a:ea typeface="DejaVu Sans"/>
              </a:rPr>
              <a:t>Risks and Threats of Assets in an Organization</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US" sz="1600" i="1" spc="-7">
                <a:solidFill>
                  <a:srgbClr val="000000"/>
                </a:solidFill>
                <a:latin typeface="Calibri"/>
              </a:rPr>
              <a:t>Pillar of ISMS</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User Responsibility Asset Usage</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User Responsibility Email Usage Policy</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Access control</a:t>
            </a:r>
          </a:p>
          <a:p>
            <a:pPr marL="355680" indent="-343080">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Asset management</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Mobile Device</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Password</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Equipment Management</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Incident Management</a:t>
            </a:r>
          </a:p>
          <a:p>
            <a:pPr marL="355680" indent="-343080">
              <a:lnSpc>
                <a:spcPct val="100000"/>
              </a:lnSpc>
              <a:spcBef>
                <a:spcPts val="669"/>
              </a:spcBef>
              <a:buClr>
                <a:srgbClr val="000000"/>
              </a:buClr>
              <a:buFont typeface="Arial"/>
              <a:buChar char="•"/>
              <a:tabLst>
                <a:tab pos="354960" algn="l"/>
                <a:tab pos="355680" algn="l"/>
              </a:tabLst>
            </a:pPr>
            <a:r>
              <a:rPr lang="en-IN" sz="1600" spc="-1">
                <a:solidFill>
                  <a:srgbClr val="000000"/>
                </a:solidFill>
                <a:latin typeface="Calibri"/>
              </a:rPr>
              <a:t>BCP</a:t>
            </a: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rPr>
              <a:t>NDA</a:t>
            </a:r>
            <a:endParaRPr lang="en-IN" sz="1600" b="0" strike="noStrike" spc="-1">
              <a:latin typeface="Arial"/>
            </a:endParaRPr>
          </a:p>
          <a:p>
            <a:pPr marL="355680" indent="-343080">
              <a:lnSpc>
                <a:spcPct val="100000"/>
              </a:lnSpc>
              <a:spcBef>
                <a:spcPts val="669"/>
              </a:spcBef>
              <a:buClr>
                <a:srgbClr val="000000"/>
              </a:buClr>
              <a:buFont typeface="Arial"/>
              <a:buChar char="•"/>
              <a:tabLst>
                <a:tab pos="354960" algn="l"/>
                <a:tab pos="355680" algn="l"/>
              </a:tabLst>
            </a:pPr>
            <a:r>
              <a:rPr lang="en-IN" sz="1600" b="0" strike="noStrike" spc="-1">
                <a:solidFill>
                  <a:srgbClr val="000000"/>
                </a:solidFill>
                <a:latin typeface="Calibri"/>
                <a:ea typeface="DejaVu Sans"/>
              </a:rPr>
              <a:t>Best Practices</a:t>
            </a:r>
            <a:endParaRPr lang="en-IN" sz="16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2EB6567C-5E0D-4ACE-8CB6-35E1BFA34376}" type="slidenum">
              <a:rPr lang="en-IN" sz="1200" b="0" strike="noStrike" spc="-1">
                <a:solidFill>
                  <a:srgbClr val="8B8B8B"/>
                </a:solidFill>
                <a:latin typeface="Calibri"/>
                <a:ea typeface="DejaVu Sans"/>
              </a:rPr>
              <a:t>3</a:t>
            </a:fld>
            <a:endParaRPr lang="en-IN" sz="1200" b="0" strike="noStrike" spc="-1">
              <a:latin typeface="Times New Roman"/>
            </a:endParaRPr>
          </a:p>
        </p:txBody>
      </p:sp>
      <p:sp>
        <p:nvSpPr>
          <p:cNvPr id="238" name="TextBox 4"/>
          <p:cNvSpPr/>
          <p:nvPr/>
        </p:nvSpPr>
        <p:spPr>
          <a:xfrm>
            <a:off x="449280" y="463680"/>
            <a:ext cx="10227600" cy="3672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2" name="Rectangle 1">
            <a:extLst>
              <a:ext uri="{FF2B5EF4-FFF2-40B4-BE49-F238E27FC236}">
                <a16:creationId xmlns:a16="http://schemas.microsoft.com/office/drawing/2014/main" id="{3022ABB9-70DA-0D49-C67B-FC1855A35D06}"/>
              </a:ext>
            </a:extLst>
          </p:cNvPr>
          <p:cNvSpPr/>
          <p:nvPr/>
        </p:nvSpPr>
        <p:spPr>
          <a:xfrm>
            <a:off x="7752197" y="5059357"/>
            <a:ext cx="4048288" cy="830997"/>
          </a:xfrm>
          <a:prstGeom prst="rect">
            <a:avLst/>
          </a:prstGeom>
          <a:noFill/>
        </p:spPr>
        <p:txBody>
          <a:bodyPr wrap="none" lIns="91440" tIns="45720" rIns="91440" bIns="45720">
            <a:spAutoFit/>
          </a:bodyPr>
          <a:lstStyle/>
          <a:p>
            <a:pPr algn="ctr"/>
            <a:r>
              <a:rPr lang="en-US" sz="32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Awareness Training</a:t>
            </a:r>
          </a:p>
          <a:p>
            <a:pPr algn="ctr"/>
            <a:r>
              <a:rPr lang="en-US" sz="14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July 2025</a:t>
            </a:r>
            <a:endParaRPr lang="en-IN" sz="14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4" name="Picture 3" descr="A person holding a glowing light&#10;&#10;AI-generated content may be incorrect.">
            <a:extLst>
              <a:ext uri="{FF2B5EF4-FFF2-40B4-BE49-F238E27FC236}">
                <a16:creationId xmlns:a16="http://schemas.microsoft.com/office/drawing/2014/main" id="{B454EFA8-96D9-59FA-3533-AC14757FB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280" y="1099520"/>
            <a:ext cx="7225554" cy="48141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DD151F5E-1BBD-4DE0-A33A-B394C3D403B1}" type="slidenum">
              <a:rPr lang="en-IN" sz="1200" b="0" strike="noStrike" spc="-1">
                <a:solidFill>
                  <a:srgbClr val="8B8B8B"/>
                </a:solidFill>
                <a:latin typeface="Calibri"/>
                <a:ea typeface="DejaVu Sans"/>
              </a:rPr>
              <a:t>4</a:t>
            </a:fld>
            <a:endParaRPr lang="en-IN" sz="1200" b="0" strike="noStrike" spc="-1">
              <a:latin typeface="Times New Roman"/>
            </a:endParaRPr>
          </a:p>
        </p:txBody>
      </p:sp>
      <p:sp>
        <p:nvSpPr>
          <p:cNvPr id="245" name="TextBox 6"/>
          <p:cNvSpPr/>
          <p:nvPr/>
        </p:nvSpPr>
        <p:spPr>
          <a:xfrm>
            <a:off x="360000" y="540000"/>
            <a:ext cx="6093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IN" sz="2800" b="0" strike="noStrike" spc="-12">
                <a:solidFill>
                  <a:srgbClr val="1A237E"/>
                </a:solidFill>
                <a:latin typeface="Calibri"/>
                <a:ea typeface="DejaVu Sans"/>
              </a:rPr>
              <a:t>Assets</a:t>
            </a:r>
            <a:endParaRPr lang="en-IN" sz="2800" b="0" strike="noStrike" spc="-1">
              <a:latin typeface="Arial"/>
            </a:endParaRPr>
          </a:p>
        </p:txBody>
      </p:sp>
      <p:sp>
        <p:nvSpPr>
          <p:cNvPr id="2" name="TextBox 1">
            <a:extLst>
              <a:ext uri="{FF2B5EF4-FFF2-40B4-BE49-F238E27FC236}">
                <a16:creationId xmlns:a16="http://schemas.microsoft.com/office/drawing/2014/main" id="{7E079E68-AB54-64A1-513C-45FC2E56C307}"/>
              </a:ext>
            </a:extLst>
          </p:cNvPr>
          <p:cNvSpPr txBox="1"/>
          <p:nvPr/>
        </p:nvSpPr>
        <p:spPr>
          <a:xfrm>
            <a:off x="2310231" y="1520648"/>
            <a:ext cx="6345036" cy="1107996"/>
          </a:xfrm>
          <a:prstGeom prst="rect">
            <a:avLst/>
          </a:prstGeom>
          <a:noFill/>
        </p:spPr>
        <p:txBody>
          <a:bodyPr wrap="square" rtlCol="0">
            <a:spAutoFit/>
          </a:bodyPr>
          <a:lstStyle/>
          <a:p>
            <a:r>
              <a:rPr lang="en-IN" sz="6600" b="1">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rPr>
              <a:t>Information</a:t>
            </a:r>
          </a:p>
        </p:txBody>
      </p:sp>
      <p:sp>
        <p:nvSpPr>
          <p:cNvPr id="3" name="TextBox 2">
            <a:extLst>
              <a:ext uri="{FF2B5EF4-FFF2-40B4-BE49-F238E27FC236}">
                <a16:creationId xmlns:a16="http://schemas.microsoft.com/office/drawing/2014/main" id="{89895F7B-CC14-C7B6-1652-638F9D64B78E}"/>
              </a:ext>
            </a:extLst>
          </p:cNvPr>
          <p:cNvSpPr txBox="1"/>
          <p:nvPr/>
        </p:nvSpPr>
        <p:spPr>
          <a:xfrm>
            <a:off x="6105829" y="2664996"/>
            <a:ext cx="4276654" cy="584775"/>
          </a:xfrm>
          <a:prstGeom prst="rect">
            <a:avLst/>
          </a:prstGeom>
          <a:noFill/>
        </p:spPr>
        <p:txBody>
          <a:bodyPr wrap="square" rtlCol="0">
            <a:spAutoFit/>
          </a:bodyPr>
          <a:lstStyle/>
          <a:p>
            <a:r>
              <a:rPr lang="en-IN" sz="3200" b="1" spc="600">
                <a:ln w="22225">
                  <a:solidFill>
                    <a:schemeClr val="accent2"/>
                  </a:solidFill>
                  <a:prstDash val="solid"/>
                </a:ln>
                <a:solidFill>
                  <a:schemeClr val="accent2">
                    <a:lumMod val="40000"/>
                    <a:lumOff val="60000"/>
                  </a:schemeClr>
                </a:solidFill>
              </a:rPr>
              <a:t>Intangible</a:t>
            </a:r>
          </a:p>
        </p:txBody>
      </p:sp>
      <p:sp>
        <p:nvSpPr>
          <p:cNvPr id="4" name="TextBox 3">
            <a:extLst>
              <a:ext uri="{FF2B5EF4-FFF2-40B4-BE49-F238E27FC236}">
                <a16:creationId xmlns:a16="http://schemas.microsoft.com/office/drawing/2014/main" id="{D19AC8CF-CCF5-8932-F4CA-EC8DCC260703}"/>
              </a:ext>
            </a:extLst>
          </p:cNvPr>
          <p:cNvSpPr txBox="1"/>
          <p:nvPr/>
        </p:nvSpPr>
        <p:spPr>
          <a:xfrm rot="16200000">
            <a:off x="3793153" y="3031635"/>
            <a:ext cx="3814145" cy="1200329"/>
          </a:xfrm>
          <a:prstGeom prst="rect">
            <a:avLst/>
          </a:prstGeom>
          <a:noFill/>
        </p:spPr>
        <p:txBody>
          <a:bodyPr wrap="square" rtlCol="0">
            <a:spAutoFit/>
          </a:bodyPr>
          <a:lstStyle/>
          <a:p>
            <a:r>
              <a:rPr lang="en-IN" sz="7200">
                <a:ln w="0"/>
                <a:solidFill>
                  <a:srgbClr val="00B0F0"/>
                </a:solidFill>
                <a:effectLst>
                  <a:outerShdw blurRad="38100" dist="25400" dir="5400000" algn="ctr" rotWithShape="0">
                    <a:srgbClr val="6E747A">
                      <a:alpha val="43000"/>
                    </a:srgbClr>
                  </a:outerShdw>
                </a:effectLst>
              </a:rPr>
              <a:t>People</a:t>
            </a:r>
          </a:p>
        </p:txBody>
      </p:sp>
      <p:sp>
        <p:nvSpPr>
          <p:cNvPr id="5" name="TextBox 4">
            <a:extLst>
              <a:ext uri="{FF2B5EF4-FFF2-40B4-BE49-F238E27FC236}">
                <a16:creationId xmlns:a16="http://schemas.microsoft.com/office/drawing/2014/main" id="{431C5D5C-2E84-3DF0-9EE1-6A6EC37A8439}"/>
              </a:ext>
            </a:extLst>
          </p:cNvPr>
          <p:cNvSpPr txBox="1"/>
          <p:nvPr/>
        </p:nvSpPr>
        <p:spPr>
          <a:xfrm>
            <a:off x="1863443" y="3943294"/>
            <a:ext cx="4214771" cy="1015663"/>
          </a:xfrm>
          <a:prstGeom prst="rect">
            <a:avLst/>
          </a:prstGeom>
          <a:noFill/>
        </p:spPr>
        <p:txBody>
          <a:bodyPr wrap="square" rtlCol="0">
            <a:spAutoFit/>
          </a:bodyPr>
          <a:lstStyle/>
          <a:p>
            <a:r>
              <a:rPr lang="en-IN" sz="6000" b="1" spc="50">
                <a:ln w="9525" cmpd="sng">
                  <a:solidFill>
                    <a:srgbClr val="C00000"/>
                  </a:solidFill>
                  <a:prstDash val="solid"/>
                </a:ln>
                <a:solidFill>
                  <a:srgbClr val="70AD47">
                    <a:tint val="1000"/>
                  </a:srgbClr>
                </a:solidFill>
                <a:effectLst>
                  <a:glow rad="38100">
                    <a:schemeClr val="accent1">
                      <a:alpha val="40000"/>
                    </a:schemeClr>
                  </a:glow>
                  <a:outerShdw blurRad="50800" dist="38100" dir="2700000" algn="tl" rotWithShape="0">
                    <a:prstClr val="black">
                      <a:alpha val="40000"/>
                    </a:prstClr>
                  </a:outerShdw>
                </a:effectLst>
              </a:rPr>
              <a:t>Hardware</a:t>
            </a:r>
          </a:p>
        </p:txBody>
      </p:sp>
      <p:sp>
        <p:nvSpPr>
          <p:cNvPr id="6" name="TextBox 5">
            <a:extLst>
              <a:ext uri="{FF2B5EF4-FFF2-40B4-BE49-F238E27FC236}">
                <a16:creationId xmlns:a16="http://schemas.microsoft.com/office/drawing/2014/main" id="{DB312AB4-A3C3-0B4C-5A22-C2C7EBDA29F2}"/>
              </a:ext>
            </a:extLst>
          </p:cNvPr>
          <p:cNvSpPr txBox="1"/>
          <p:nvPr/>
        </p:nvSpPr>
        <p:spPr>
          <a:xfrm>
            <a:off x="6887752" y="4345169"/>
            <a:ext cx="3445934" cy="1015663"/>
          </a:xfrm>
          <a:prstGeom prst="rect">
            <a:avLst/>
          </a:prstGeom>
          <a:noFill/>
        </p:spPr>
        <p:txBody>
          <a:bodyPr wrap="square" rtlCol="0">
            <a:spAutoFit/>
          </a:bodyPr>
          <a:lstStyle/>
          <a:p>
            <a:r>
              <a:rPr lang="en-IN" sz="6000">
                <a:ln w="0"/>
                <a:solidFill>
                  <a:srgbClr val="00B050"/>
                </a:solidFill>
                <a:effectLst>
                  <a:reflection blurRad="6350" stA="53000" endA="300" endPos="35500" dir="5400000" sy="-90000" algn="bl" rotWithShape="0"/>
                </a:effectLst>
              </a:rPr>
              <a:t>Software</a:t>
            </a:r>
          </a:p>
        </p:txBody>
      </p:sp>
      <p:sp>
        <p:nvSpPr>
          <p:cNvPr id="7" name="TextBox 6">
            <a:extLst>
              <a:ext uri="{FF2B5EF4-FFF2-40B4-BE49-F238E27FC236}">
                <a16:creationId xmlns:a16="http://schemas.microsoft.com/office/drawing/2014/main" id="{930B2F3C-C223-3C4E-8FCE-C78BB4279DE4}"/>
              </a:ext>
            </a:extLst>
          </p:cNvPr>
          <p:cNvSpPr txBox="1"/>
          <p:nvPr/>
        </p:nvSpPr>
        <p:spPr>
          <a:xfrm>
            <a:off x="6057905" y="3631800"/>
            <a:ext cx="1871025" cy="584775"/>
          </a:xfrm>
          <a:prstGeom prst="rect">
            <a:avLst/>
          </a:prstGeom>
          <a:noFill/>
        </p:spPr>
        <p:txBody>
          <a:bodyPr wrap="none" rtlCol="0">
            <a:spAutoFit/>
          </a:bodyPr>
          <a:lstStyle/>
          <a:p>
            <a:r>
              <a:rPr lang="en-IN" sz="3200" b="1">
                <a:ln w="9525">
                  <a:solidFill>
                    <a:schemeClr val="bg1"/>
                  </a:solidFill>
                  <a:prstDash val="solid"/>
                </a:ln>
                <a:effectLst>
                  <a:outerShdw blurRad="12700" dist="38100" dir="2700000" algn="tl" rotWithShape="0">
                    <a:schemeClr val="bg1">
                      <a:lumMod val="50000"/>
                    </a:schemeClr>
                  </a:outerShdw>
                </a:effectLst>
              </a:rPr>
              <a:t>Services</a:t>
            </a:r>
          </a:p>
        </p:txBody>
      </p:sp>
      <p:sp>
        <p:nvSpPr>
          <p:cNvPr id="8" name="TextBox 7">
            <a:extLst>
              <a:ext uri="{FF2B5EF4-FFF2-40B4-BE49-F238E27FC236}">
                <a16:creationId xmlns:a16="http://schemas.microsoft.com/office/drawing/2014/main" id="{E361A4C3-FFD1-14BC-CE9F-3F854E80BB1F}"/>
              </a:ext>
            </a:extLst>
          </p:cNvPr>
          <p:cNvSpPr txBox="1"/>
          <p:nvPr/>
        </p:nvSpPr>
        <p:spPr>
          <a:xfrm>
            <a:off x="3970828" y="5321972"/>
            <a:ext cx="3863558" cy="707886"/>
          </a:xfrm>
          <a:prstGeom prst="rect">
            <a:avLst/>
          </a:prstGeom>
          <a:noFill/>
        </p:spPr>
        <p:txBody>
          <a:bodyPr wrap="none" rtlCol="0">
            <a:spAutoFit/>
            <a:scene3d>
              <a:camera prst="orthographicFront"/>
              <a:lightRig rig="soft" dir="t">
                <a:rot lat="0" lon="0" rev="15600000"/>
              </a:lightRig>
            </a:scene3d>
            <a:sp3d extrusionH="57150" prstMaterial="softEdge">
              <a:bevelT w="25400" h="38100"/>
            </a:sp3d>
          </a:bodyPr>
          <a:lstStyle/>
          <a:p>
            <a:r>
              <a:rPr lang="en-IN" sz="4000" b="1">
                <a:ln/>
                <a:solidFill>
                  <a:schemeClr val="accent1"/>
                </a:solidFill>
              </a:rPr>
              <a:t>Physical Office</a:t>
            </a:r>
          </a:p>
        </p:txBody>
      </p:sp>
      <p:sp>
        <p:nvSpPr>
          <p:cNvPr id="9" name="TextBox 8">
            <a:extLst>
              <a:ext uri="{FF2B5EF4-FFF2-40B4-BE49-F238E27FC236}">
                <a16:creationId xmlns:a16="http://schemas.microsoft.com/office/drawing/2014/main" id="{E4C8412C-C9E4-7BFD-0A0C-601487CA9E08}"/>
              </a:ext>
            </a:extLst>
          </p:cNvPr>
          <p:cNvSpPr txBox="1"/>
          <p:nvPr/>
        </p:nvSpPr>
        <p:spPr>
          <a:xfrm>
            <a:off x="409536" y="1274320"/>
            <a:ext cx="5519460" cy="369332"/>
          </a:xfrm>
          <a:prstGeom prst="rect">
            <a:avLst/>
          </a:prstGeom>
          <a:noFill/>
        </p:spPr>
        <p:txBody>
          <a:bodyPr wrap="none" rtlCol="0">
            <a:spAutoFit/>
          </a:bodyPr>
          <a:lstStyle/>
          <a:p>
            <a:r>
              <a:rPr lang="en-IN"/>
              <a:t>Anything that adds value to the organization is asset</a:t>
            </a:r>
          </a:p>
        </p:txBody>
      </p:sp>
    </p:spTree>
    <p:extLst>
      <p:ext uri="{BB962C8B-B14F-4D97-AF65-F5344CB8AC3E}">
        <p14:creationId xmlns:p14="http://schemas.microsoft.com/office/powerpoint/2010/main" val="324018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1"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ppt_w</p:attrName>
                                        </p:attrNameLst>
                                      </p:cBhvr>
                                      <p:tavLst>
                                        <p:tav tm="0">
                                          <p:val>
                                            <p:fltVal val="0"/>
                                          </p:val>
                                        </p:tav>
                                        <p:tav tm="100000">
                                          <p:val>
                                            <p:strVal val="#ppt_w"/>
                                          </p:val>
                                        </p:tav>
                                      </p:tavLst>
                                    </p:anim>
                                    <p:anim calcmode="lin" valueType="num">
                                      <p:cBhvr>
                                        <p:cTn id="43" dur="500" fill="hold"/>
                                        <p:tgtEl>
                                          <p:spTgt spid="4"/>
                                        </p:tgtEl>
                                        <p:attrNameLst>
                                          <p:attrName>ppt_h</p:attrName>
                                        </p:attrNameLst>
                                      </p:cBhvr>
                                      <p:tavLst>
                                        <p:tav tm="0">
                                          <p:val>
                                            <p:fltVal val="0"/>
                                          </p:val>
                                        </p:tav>
                                        <p:tav tm="100000">
                                          <p:val>
                                            <p:strVal val="#ppt_h"/>
                                          </p:val>
                                        </p:tav>
                                      </p:tavLst>
                                    </p:anim>
                                    <p:animEffect transition="in" filter="fad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additive="base">
                                        <p:cTn id="49" dur="500" fill="hold"/>
                                        <p:tgtEl>
                                          <p:spTgt spid="3"/>
                                        </p:tgtEl>
                                        <p:attrNameLst>
                                          <p:attrName>ppt_x</p:attrName>
                                        </p:attrNameLst>
                                      </p:cBhvr>
                                      <p:tavLst>
                                        <p:tav tm="0">
                                          <p:val>
                                            <p:strVal val="1+#ppt_w/2"/>
                                          </p:val>
                                        </p:tav>
                                        <p:tav tm="100000">
                                          <p:val>
                                            <p:strVal val="#ppt_x"/>
                                          </p:val>
                                        </p:tav>
                                      </p:tavLst>
                                    </p:anim>
                                    <p:anim calcmode="lin" valueType="num">
                                      <p:cBhvr additive="base">
                                        <p:cTn id="5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644C-4299-6A1B-B6FE-59FA3D87CD3A}"/>
            </a:ext>
          </a:extLst>
        </p:cNvPr>
        <p:cNvGrpSpPr/>
        <p:nvPr/>
      </p:nvGrpSpPr>
      <p:grpSpPr>
        <a:xfrm>
          <a:off x="0" y="0"/>
          <a:ext cx="0" cy="0"/>
          <a:chOff x="0" y="0"/>
          <a:chExt cx="0" cy="0"/>
        </a:xfrm>
      </p:grpSpPr>
      <p:sp>
        <p:nvSpPr>
          <p:cNvPr id="237" name="PlaceHolder 1">
            <a:extLst>
              <a:ext uri="{FF2B5EF4-FFF2-40B4-BE49-F238E27FC236}">
                <a16:creationId xmlns:a16="http://schemas.microsoft.com/office/drawing/2014/main" id="{B225EC87-9091-D1D7-17FF-498644B67232}"/>
              </a:ext>
            </a:extLst>
          </p:cNvPr>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2EB6567C-5E0D-4ACE-8CB6-35E1BFA34376}" type="slidenum">
              <a:rPr lang="en-IN" sz="1200" b="0" strike="noStrike" spc="-1">
                <a:solidFill>
                  <a:srgbClr val="8B8B8B"/>
                </a:solidFill>
                <a:latin typeface="Calibri"/>
                <a:ea typeface="DejaVu Sans"/>
              </a:rPr>
              <a:t>5</a:t>
            </a:fld>
            <a:endParaRPr lang="en-IN" sz="1200" b="0" strike="noStrike" spc="-1">
              <a:latin typeface="Times New Roman"/>
            </a:endParaRPr>
          </a:p>
        </p:txBody>
      </p:sp>
      <p:sp>
        <p:nvSpPr>
          <p:cNvPr id="238" name="TextBox 4">
            <a:extLst>
              <a:ext uri="{FF2B5EF4-FFF2-40B4-BE49-F238E27FC236}">
                <a16:creationId xmlns:a16="http://schemas.microsoft.com/office/drawing/2014/main" id="{B8EEBF3F-9DAC-E207-B101-965942D6C81C}"/>
              </a:ext>
            </a:extLst>
          </p:cNvPr>
          <p:cNvSpPr/>
          <p:nvPr/>
        </p:nvSpPr>
        <p:spPr>
          <a:xfrm>
            <a:off x="449280" y="463680"/>
            <a:ext cx="10227600" cy="3672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4" name="TextBox 6">
            <a:extLst>
              <a:ext uri="{FF2B5EF4-FFF2-40B4-BE49-F238E27FC236}">
                <a16:creationId xmlns:a16="http://schemas.microsoft.com/office/drawing/2014/main" id="{A4FB8EDE-CC42-6685-982E-0059CAE944C7}"/>
              </a:ext>
            </a:extLst>
          </p:cNvPr>
          <p:cNvSpPr/>
          <p:nvPr/>
        </p:nvSpPr>
        <p:spPr>
          <a:xfrm>
            <a:off x="360000" y="540000"/>
            <a:ext cx="6093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IN" sz="2800" b="0" strike="noStrike" spc="-12">
                <a:solidFill>
                  <a:srgbClr val="1A237E"/>
                </a:solidFill>
                <a:latin typeface="Calibri"/>
                <a:ea typeface="DejaVu Sans"/>
              </a:rPr>
              <a:t>Information</a:t>
            </a:r>
            <a:endParaRPr lang="en-IN" sz="2800" b="0" strike="noStrike" spc="-1">
              <a:latin typeface="Arial"/>
            </a:endParaRPr>
          </a:p>
        </p:txBody>
      </p:sp>
      <p:pic>
        <p:nvPicPr>
          <p:cNvPr id="1026" name="Picture 2" descr="Best printers under Rs. 5,000: 7 options for affordable printing at home |  Mint">
            <a:extLst>
              <a:ext uri="{FF2B5EF4-FFF2-40B4-BE49-F238E27FC236}">
                <a16:creationId xmlns:a16="http://schemas.microsoft.com/office/drawing/2014/main" id="{F24D6241-1D4F-A744-48ED-58D0854FCE2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8184"/>
          <a:stretch/>
        </p:blipFill>
        <p:spPr bwMode="auto">
          <a:xfrm>
            <a:off x="449280" y="1138086"/>
            <a:ext cx="1675728" cy="11520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Video Icon Stock Illustrations – 460 ...">
            <a:extLst>
              <a:ext uri="{FF2B5EF4-FFF2-40B4-BE49-F238E27FC236}">
                <a16:creationId xmlns:a16="http://schemas.microsoft.com/office/drawing/2014/main" id="{A0CA05F7-3137-2655-53A6-7413049F04A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08" t="12108" r="7134" b="15432"/>
          <a:stretch/>
        </p:blipFill>
        <p:spPr bwMode="auto">
          <a:xfrm>
            <a:off x="9394172" y="1200331"/>
            <a:ext cx="1173655" cy="1027600"/>
          </a:xfrm>
          <a:prstGeom prst="rect">
            <a:avLst/>
          </a:prstGeom>
          <a:noFill/>
          <a:effectLst>
            <a:outerShdw blurRad="381000" dist="190500" dir="81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FAC2125-78A8-41BC-3CF5-37726C3396E1}"/>
              </a:ext>
            </a:extLst>
          </p:cNvPr>
          <p:cNvSpPr txBox="1"/>
          <p:nvPr/>
        </p:nvSpPr>
        <p:spPr>
          <a:xfrm>
            <a:off x="449280" y="2290178"/>
            <a:ext cx="1675728" cy="338554"/>
          </a:xfrm>
          <a:prstGeom prst="rect">
            <a:avLst/>
          </a:prstGeom>
          <a:noFill/>
        </p:spPr>
        <p:txBody>
          <a:bodyPr wrap="square" rtlCol="0">
            <a:spAutoFit/>
          </a:bodyPr>
          <a:lstStyle/>
          <a:p>
            <a:pPr algn="ctr"/>
            <a:r>
              <a:rPr lang="en-IN" sz="1600"/>
              <a:t>Printouts</a:t>
            </a:r>
          </a:p>
        </p:txBody>
      </p:sp>
      <p:pic>
        <p:nvPicPr>
          <p:cNvPr id="6" name="Picture 5">
            <a:extLst>
              <a:ext uri="{FF2B5EF4-FFF2-40B4-BE49-F238E27FC236}">
                <a16:creationId xmlns:a16="http://schemas.microsoft.com/office/drawing/2014/main" id="{7B346E31-4ED0-7734-C5E5-2547B8F55FEE}"/>
              </a:ext>
            </a:extLst>
          </p:cNvPr>
          <p:cNvPicPr>
            <a:picLocks noChangeAspect="1"/>
          </p:cNvPicPr>
          <p:nvPr/>
        </p:nvPicPr>
        <p:blipFill>
          <a:blip r:embed="rId5" cstate="print">
            <a:extLst>
              <a:ext uri="{28A0092B-C50C-407E-A947-70E740481C1C}">
                <a14:useLocalDpi xmlns:a14="http://schemas.microsoft.com/office/drawing/2010/main" val="0"/>
              </a:ext>
            </a:extLst>
          </a:blip>
          <a:srcRect l="14593" t="21152" r="10458" b="14626"/>
          <a:stretch>
            <a:fillRect/>
          </a:stretch>
        </p:blipFill>
        <p:spPr>
          <a:xfrm>
            <a:off x="2125008" y="1246579"/>
            <a:ext cx="1746048" cy="935104"/>
          </a:xfrm>
          <a:prstGeom prst="rect">
            <a:avLst/>
          </a:prstGeom>
        </p:spPr>
      </p:pic>
      <p:sp>
        <p:nvSpPr>
          <p:cNvPr id="7" name="TextBox 6">
            <a:extLst>
              <a:ext uri="{FF2B5EF4-FFF2-40B4-BE49-F238E27FC236}">
                <a16:creationId xmlns:a16="http://schemas.microsoft.com/office/drawing/2014/main" id="{90B33700-C585-822A-0540-EC0BEE26F4D0}"/>
              </a:ext>
            </a:extLst>
          </p:cNvPr>
          <p:cNvSpPr txBox="1"/>
          <p:nvPr/>
        </p:nvSpPr>
        <p:spPr>
          <a:xfrm>
            <a:off x="2170512" y="2290177"/>
            <a:ext cx="1675728" cy="307777"/>
          </a:xfrm>
          <a:prstGeom prst="rect">
            <a:avLst/>
          </a:prstGeom>
          <a:noFill/>
        </p:spPr>
        <p:txBody>
          <a:bodyPr wrap="square" rtlCol="0">
            <a:spAutoFit/>
          </a:bodyPr>
          <a:lstStyle/>
          <a:p>
            <a:pPr algn="ctr"/>
            <a:r>
              <a:rPr lang="en-IN" sz="1400"/>
              <a:t>Handwritten notes</a:t>
            </a:r>
          </a:p>
        </p:txBody>
      </p:sp>
      <p:pic>
        <p:nvPicPr>
          <p:cNvPr id="9" name="Picture 8">
            <a:extLst>
              <a:ext uri="{FF2B5EF4-FFF2-40B4-BE49-F238E27FC236}">
                <a16:creationId xmlns:a16="http://schemas.microsoft.com/office/drawing/2014/main" id="{9A13E4A6-7621-CB84-F7B5-4687246C0958}"/>
              </a:ext>
            </a:extLst>
          </p:cNvPr>
          <p:cNvPicPr>
            <a:picLocks noChangeAspect="1"/>
          </p:cNvPicPr>
          <p:nvPr/>
        </p:nvPicPr>
        <p:blipFill>
          <a:blip r:embed="rId6"/>
          <a:stretch>
            <a:fillRect/>
          </a:stretch>
        </p:blipFill>
        <p:spPr>
          <a:xfrm>
            <a:off x="5024437" y="1269789"/>
            <a:ext cx="946766" cy="911556"/>
          </a:xfrm>
          <a:prstGeom prst="rect">
            <a:avLst/>
          </a:prstGeom>
        </p:spPr>
      </p:pic>
      <p:sp>
        <p:nvSpPr>
          <p:cNvPr id="10" name="TextBox 9">
            <a:extLst>
              <a:ext uri="{FF2B5EF4-FFF2-40B4-BE49-F238E27FC236}">
                <a16:creationId xmlns:a16="http://schemas.microsoft.com/office/drawing/2014/main" id="{D39B1FAE-64DF-FABC-D723-8786EE3B29A1}"/>
              </a:ext>
            </a:extLst>
          </p:cNvPr>
          <p:cNvSpPr txBox="1"/>
          <p:nvPr/>
        </p:nvSpPr>
        <p:spPr>
          <a:xfrm>
            <a:off x="4689583" y="2290179"/>
            <a:ext cx="1675728" cy="338554"/>
          </a:xfrm>
          <a:prstGeom prst="rect">
            <a:avLst/>
          </a:prstGeom>
          <a:noFill/>
        </p:spPr>
        <p:txBody>
          <a:bodyPr wrap="square" rtlCol="0">
            <a:spAutoFit/>
          </a:bodyPr>
          <a:lstStyle/>
          <a:p>
            <a:pPr algn="ctr"/>
            <a:r>
              <a:rPr lang="en-IN" sz="1600"/>
              <a:t>Document files</a:t>
            </a:r>
          </a:p>
        </p:txBody>
      </p:sp>
      <p:grpSp>
        <p:nvGrpSpPr>
          <p:cNvPr id="13" name="Group 12">
            <a:extLst>
              <a:ext uri="{FF2B5EF4-FFF2-40B4-BE49-F238E27FC236}">
                <a16:creationId xmlns:a16="http://schemas.microsoft.com/office/drawing/2014/main" id="{654967C8-A175-78D5-FB0C-2476BC5AD810}"/>
              </a:ext>
            </a:extLst>
          </p:cNvPr>
          <p:cNvGrpSpPr/>
          <p:nvPr/>
        </p:nvGrpSpPr>
        <p:grpSpPr>
          <a:xfrm>
            <a:off x="6806281" y="1269789"/>
            <a:ext cx="1749478" cy="950107"/>
            <a:chOff x="6806281" y="1269789"/>
            <a:chExt cx="1749478" cy="950107"/>
          </a:xfrm>
        </p:grpSpPr>
        <p:pic>
          <p:nvPicPr>
            <p:cNvPr id="1028" name="Picture 4" descr="Premium Vector | Cartoon businessman talking on phone holding folder  briefcase">
              <a:extLst>
                <a:ext uri="{FF2B5EF4-FFF2-40B4-BE49-F238E27FC236}">
                  <a16:creationId xmlns:a16="http://schemas.microsoft.com/office/drawing/2014/main" id="{65FD8123-121E-79FD-A581-E5594D2C278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59121" y="1269789"/>
              <a:ext cx="896638" cy="950107"/>
            </a:xfrm>
            <a:prstGeom prst="rect">
              <a:avLst/>
            </a:prstGeom>
            <a:noFill/>
            <a:effectLst>
              <a:outerShdw blurRad="381000" dist="50800" dir="8100000" sx="1000" sy="1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12" name="Graphic 11" descr="Speaker phone with solid fill">
              <a:extLst>
                <a:ext uri="{FF2B5EF4-FFF2-40B4-BE49-F238E27FC236}">
                  <a16:creationId xmlns:a16="http://schemas.microsoft.com/office/drawing/2014/main" id="{79721E94-C0A0-0B17-8CB0-E0A2ECBA45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06281" y="1286297"/>
              <a:ext cx="914400" cy="914400"/>
            </a:xfrm>
            <a:prstGeom prst="rect">
              <a:avLst/>
            </a:prstGeom>
          </p:spPr>
        </p:pic>
      </p:grpSp>
      <p:sp>
        <p:nvSpPr>
          <p:cNvPr id="14" name="TextBox 13">
            <a:extLst>
              <a:ext uri="{FF2B5EF4-FFF2-40B4-BE49-F238E27FC236}">
                <a16:creationId xmlns:a16="http://schemas.microsoft.com/office/drawing/2014/main" id="{67566733-C7F6-2CDF-E033-8BAB087D3BC8}"/>
              </a:ext>
            </a:extLst>
          </p:cNvPr>
          <p:cNvSpPr txBox="1"/>
          <p:nvPr/>
        </p:nvSpPr>
        <p:spPr>
          <a:xfrm>
            <a:off x="6814219" y="2290178"/>
            <a:ext cx="1675728" cy="338554"/>
          </a:xfrm>
          <a:prstGeom prst="rect">
            <a:avLst/>
          </a:prstGeom>
          <a:noFill/>
        </p:spPr>
        <p:txBody>
          <a:bodyPr wrap="square" rtlCol="0">
            <a:spAutoFit/>
          </a:bodyPr>
          <a:lstStyle/>
          <a:p>
            <a:pPr algn="ctr"/>
            <a:r>
              <a:rPr lang="en-IN" sz="1600"/>
              <a:t>conversations</a:t>
            </a:r>
          </a:p>
        </p:txBody>
      </p:sp>
      <p:pic>
        <p:nvPicPr>
          <p:cNvPr id="16" name="Picture 15" descr="A computer screen shot of a program&#10;&#10;AI-generated content may be incorrect.">
            <a:extLst>
              <a:ext uri="{FF2B5EF4-FFF2-40B4-BE49-F238E27FC236}">
                <a16:creationId xmlns:a16="http://schemas.microsoft.com/office/drawing/2014/main" id="{5E9B9496-C78F-1C2B-B60B-F809DAB3FEA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49280" y="2942689"/>
            <a:ext cx="2498954" cy="1852564"/>
          </a:xfrm>
          <a:prstGeom prst="rect">
            <a:avLst/>
          </a:prstGeom>
        </p:spPr>
      </p:pic>
      <p:sp>
        <p:nvSpPr>
          <p:cNvPr id="17" name="TextBox 16">
            <a:extLst>
              <a:ext uri="{FF2B5EF4-FFF2-40B4-BE49-F238E27FC236}">
                <a16:creationId xmlns:a16="http://schemas.microsoft.com/office/drawing/2014/main" id="{A64884E7-20CE-9A9B-4F3D-2A8DD3228429}"/>
              </a:ext>
            </a:extLst>
          </p:cNvPr>
          <p:cNvSpPr txBox="1"/>
          <p:nvPr/>
        </p:nvSpPr>
        <p:spPr>
          <a:xfrm>
            <a:off x="565821" y="4863048"/>
            <a:ext cx="1675728" cy="338554"/>
          </a:xfrm>
          <a:prstGeom prst="rect">
            <a:avLst/>
          </a:prstGeom>
          <a:noFill/>
        </p:spPr>
        <p:txBody>
          <a:bodyPr wrap="square" rtlCol="0">
            <a:spAutoFit/>
          </a:bodyPr>
          <a:lstStyle/>
          <a:p>
            <a:pPr algn="ctr"/>
            <a:r>
              <a:rPr lang="en-IN" sz="1600"/>
              <a:t>Source codes</a:t>
            </a:r>
          </a:p>
        </p:txBody>
      </p:sp>
      <p:pic>
        <p:nvPicPr>
          <p:cNvPr id="19" name="Picture 18" descr="A screenshot of a computer&#10;&#10;AI-generated content may be incorrect.">
            <a:extLst>
              <a:ext uri="{FF2B5EF4-FFF2-40B4-BE49-F238E27FC236}">
                <a16:creationId xmlns:a16="http://schemas.microsoft.com/office/drawing/2014/main" id="{6FF32504-77A3-BBBB-1425-3B92D629C3A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998032" y="2942689"/>
            <a:ext cx="1904573" cy="1848824"/>
          </a:xfrm>
          <a:prstGeom prst="rect">
            <a:avLst/>
          </a:prstGeom>
        </p:spPr>
      </p:pic>
      <p:sp>
        <p:nvSpPr>
          <p:cNvPr id="20" name="TextBox 19">
            <a:extLst>
              <a:ext uri="{FF2B5EF4-FFF2-40B4-BE49-F238E27FC236}">
                <a16:creationId xmlns:a16="http://schemas.microsoft.com/office/drawing/2014/main" id="{BDC3C3F7-6765-A4AE-5585-DEFEE7288DB7}"/>
              </a:ext>
            </a:extLst>
          </p:cNvPr>
          <p:cNvSpPr txBox="1"/>
          <p:nvPr/>
        </p:nvSpPr>
        <p:spPr>
          <a:xfrm>
            <a:off x="3058011" y="4863049"/>
            <a:ext cx="1675728" cy="338554"/>
          </a:xfrm>
          <a:prstGeom prst="rect">
            <a:avLst/>
          </a:prstGeom>
          <a:noFill/>
        </p:spPr>
        <p:txBody>
          <a:bodyPr wrap="square" rtlCol="0">
            <a:spAutoFit/>
          </a:bodyPr>
          <a:lstStyle/>
          <a:p>
            <a:pPr algn="ctr"/>
            <a:r>
              <a:rPr lang="en-IN" sz="1600"/>
              <a:t>Designs</a:t>
            </a:r>
          </a:p>
        </p:txBody>
      </p:sp>
      <p:pic>
        <p:nvPicPr>
          <p:cNvPr id="22" name="Picture 21">
            <a:extLst>
              <a:ext uri="{FF2B5EF4-FFF2-40B4-BE49-F238E27FC236}">
                <a16:creationId xmlns:a16="http://schemas.microsoft.com/office/drawing/2014/main" id="{99CD05B0-8E72-8965-F818-259C8D2FC548}"/>
              </a:ext>
            </a:extLst>
          </p:cNvPr>
          <p:cNvPicPr>
            <a:picLocks noChangeAspect="1"/>
          </p:cNvPicPr>
          <p:nvPr/>
        </p:nvPicPr>
        <p:blipFill>
          <a:blip r:embed="rId12"/>
          <a:srcRect b="14367"/>
          <a:stretch>
            <a:fillRect/>
          </a:stretch>
        </p:blipFill>
        <p:spPr>
          <a:xfrm>
            <a:off x="5584143" y="2942688"/>
            <a:ext cx="2597494" cy="1848824"/>
          </a:xfrm>
          <a:prstGeom prst="rect">
            <a:avLst/>
          </a:prstGeom>
        </p:spPr>
      </p:pic>
      <p:sp>
        <p:nvSpPr>
          <p:cNvPr id="23" name="TextBox 22">
            <a:extLst>
              <a:ext uri="{FF2B5EF4-FFF2-40B4-BE49-F238E27FC236}">
                <a16:creationId xmlns:a16="http://schemas.microsoft.com/office/drawing/2014/main" id="{317D967D-35FF-5BB7-17DB-F9F0FE894EDA}"/>
              </a:ext>
            </a:extLst>
          </p:cNvPr>
          <p:cNvSpPr txBox="1"/>
          <p:nvPr/>
        </p:nvSpPr>
        <p:spPr>
          <a:xfrm>
            <a:off x="6016367" y="4863049"/>
            <a:ext cx="1675728" cy="338554"/>
          </a:xfrm>
          <a:prstGeom prst="rect">
            <a:avLst/>
          </a:prstGeom>
          <a:noFill/>
        </p:spPr>
        <p:txBody>
          <a:bodyPr wrap="square" rtlCol="0">
            <a:spAutoFit/>
          </a:bodyPr>
          <a:lstStyle/>
          <a:p>
            <a:pPr algn="ctr"/>
            <a:r>
              <a:rPr lang="en-IN" sz="1600"/>
              <a:t>e-mail</a:t>
            </a:r>
          </a:p>
        </p:txBody>
      </p:sp>
      <p:sp>
        <p:nvSpPr>
          <p:cNvPr id="24" name="TextBox 23">
            <a:extLst>
              <a:ext uri="{FF2B5EF4-FFF2-40B4-BE49-F238E27FC236}">
                <a16:creationId xmlns:a16="http://schemas.microsoft.com/office/drawing/2014/main" id="{B86853C2-9646-814B-1D00-5CC1CE950D4D}"/>
              </a:ext>
            </a:extLst>
          </p:cNvPr>
          <p:cNvSpPr txBox="1"/>
          <p:nvPr/>
        </p:nvSpPr>
        <p:spPr>
          <a:xfrm>
            <a:off x="9136078" y="2290178"/>
            <a:ext cx="1782933" cy="338554"/>
          </a:xfrm>
          <a:prstGeom prst="rect">
            <a:avLst/>
          </a:prstGeom>
          <a:noFill/>
        </p:spPr>
        <p:txBody>
          <a:bodyPr wrap="square" rtlCol="0">
            <a:spAutoFit/>
          </a:bodyPr>
          <a:lstStyle/>
          <a:p>
            <a:pPr algn="ctr"/>
            <a:r>
              <a:rPr lang="en-IN" sz="1600"/>
              <a:t>Video recordings</a:t>
            </a:r>
          </a:p>
        </p:txBody>
      </p:sp>
      <p:pic>
        <p:nvPicPr>
          <p:cNvPr id="26" name="Picture 25">
            <a:extLst>
              <a:ext uri="{FF2B5EF4-FFF2-40B4-BE49-F238E27FC236}">
                <a16:creationId xmlns:a16="http://schemas.microsoft.com/office/drawing/2014/main" id="{4920CEE7-A26F-2243-C50E-E2D71D036916}"/>
              </a:ext>
            </a:extLst>
          </p:cNvPr>
          <p:cNvPicPr>
            <a:picLocks noChangeAspect="1"/>
          </p:cNvPicPr>
          <p:nvPr/>
        </p:nvPicPr>
        <p:blipFill>
          <a:blip r:embed="rId13"/>
          <a:stretch>
            <a:fillRect/>
          </a:stretch>
        </p:blipFill>
        <p:spPr>
          <a:xfrm>
            <a:off x="9069372" y="3543036"/>
            <a:ext cx="1766816" cy="648128"/>
          </a:xfrm>
          <a:prstGeom prst="rect">
            <a:avLst/>
          </a:prstGeom>
        </p:spPr>
      </p:pic>
      <p:sp>
        <p:nvSpPr>
          <p:cNvPr id="27" name="TextBox 26">
            <a:extLst>
              <a:ext uri="{FF2B5EF4-FFF2-40B4-BE49-F238E27FC236}">
                <a16:creationId xmlns:a16="http://schemas.microsoft.com/office/drawing/2014/main" id="{A63593E8-7FC6-CEBC-B0EB-2641AA3E1F01}"/>
              </a:ext>
            </a:extLst>
          </p:cNvPr>
          <p:cNvSpPr txBox="1"/>
          <p:nvPr/>
        </p:nvSpPr>
        <p:spPr>
          <a:xfrm>
            <a:off x="9091263" y="4863048"/>
            <a:ext cx="1675728" cy="584775"/>
          </a:xfrm>
          <a:prstGeom prst="rect">
            <a:avLst/>
          </a:prstGeom>
          <a:noFill/>
        </p:spPr>
        <p:txBody>
          <a:bodyPr wrap="square" rtlCol="0">
            <a:spAutoFit/>
          </a:bodyPr>
          <a:lstStyle/>
          <a:p>
            <a:pPr algn="ctr"/>
            <a:r>
              <a:rPr lang="en-IN" sz="1600"/>
              <a:t>Any work product</a:t>
            </a:r>
          </a:p>
        </p:txBody>
      </p:sp>
      <p:sp>
        <p:nvSpPr>
          <p:cNvPr id="29" name="TextBox 28">
            <a:extLst>
              <a:ext uri="{FF2B5EF4-FFF2-40B4-BE49-F238E27FC236}">
                <a16:creationId xmlns:a16="http://schemas.microsoft.com/office/drawing/2014/main" id="{B77AB31F-499A-2F4F-534E-5A29DD574940}"/>
              </a:ext>
            </a:extLst>
          </p:cNvPr>
          <p:cNvSpPr txBox="1"/>
          <p:nvPr/>
        </p:nvSpPr>
        <p:spPr>
          <a:xfrm>
            <a:off x="1917576" y="5820989"/>
            <a:ext cx="8400798" cy="3139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219075" lvl="1" indent="0">
              <a:lnSpc>
                <a:spcPct val="80000"/>
              </a:lnSpc>
              <a:buFont typeface="Arial" panose="020B0604020202020204" pitchFamily="34" charset="0"/>
              <a:buNone/>
            </a:pPr>
            <a:r>
              <a:rPr lang="en-US">
                <a:latin typeface="Times New Roman" panose="02020603050405020304" pitchFamily="18" charset="0"/>
                <a:cs typeface="Times New Roman" panose="02020603050405020304" pitchFamily="18" charset="0"/>
              </a:rPr>
              <a:t>Information has value, and should be protected when it is shared, stored or transmitted</a:t>
            </a: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25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4E4C-1EE2-15EC-D35C-F801F791B01D}"/>
              </a:ext>
            </a:extLst>
          </p:cNvPr>
          <p:cNvSpPr>
            <a:spLocks noGrp="1"/>
          </p:cNvSpPr>
          <p:nvPr>
            <p:ph type="title"/>
          </p:nvPr>
        </p:nvSpPr>
        <p:spPr>
          <a:xfrm>
            <a:off x="461696" y="533399"/>
            <a:ext cx="10972440" cy="475425"/>
          </a:xfrm>
        </p:spPr>
        <p:txBody>
          <a:bodyPr/>
          <a:lstStyle/>
          <a:p>
            <a:r>
              <a:rPr lang="en-IN" sz="2800" spc="-1">
                <a:solidFill>
                  <a:srgbClr val="1A237E"/>
                </a:solidFill>
                <a:latin typeface="Calibri"/>
                <a:cs typeface="+mn-cs"/>
              </a:rPr>
              <a:t>Information Classification</a:t>
            </a:r>
            <a:endParaRPr lang="en-IN"/>
          </a:p>
        </p:txBody>
      </p:sp>
      <p:graphicFrame>
        <p:nvGraphicFramePr>
          <p:cNvPr id="15" name="Table 14">
            <a:extLst>
              <a:ext uri="{FF2B5EF4-FFF2-40B4-BE49-F238E27FC236}">
                <a16:creationId xmlns:a16="http://schemas.microsoft.com/office/drawing/2014/main" id="{1688B781-AC82-9151-8A43-4D4E11FCE996}"/>
              </a:ext>
            </a:extLst>
          </p:cNvPr>
          <p:cNvGraphicFramePr>
            <a:graphicFrameLocks noGrp="1"/>
          </p:cNvGraphicFramePr>
          <p:nvPr>
            <p:extLst>
              <p:ext uri="{D42A27DB-BD31-4B8C-83A1-F6EECF244321}">
                <p14:modId xmlns:p14="http://schemas.microsoft.com/office/powerpoint/2010/main" val="4040495566"/>
              </p:ext>
            </p:extLst>
          </p:nvPr>
        </p:nvGraphicFramePr>
        <p:xfrm>
          <a:off x="461696" y="1229710"/>
          <a:ext cx="11449152" cy="5335397"/>
        </p:xfrm>
        <a:graphic>
          <a:graphicData uri="http://schemas.openxmlformats.org/drawingml/2006/table">
            <a:tbl>
              <a:tblPr/>
              <a:tblGrid>
                <a:gridCol w="1443170">
                  <a:extLst>
                    <a:ext uri="{9D8B030D-6E8A-4147-A177-3AD203B41FA5}">
                      <a16:colId xmlns:a16="http://schemas.microsoft.com/office/drawing/2014/main" val="2225813969"/>
                    </a:ext>
                  </a:extLst>
                </a:gridCol>
                <a:gridCol w="6441275">
                  <a:extLst>
                    <a:ext uri="{9D8B030D-6E8A-4147-A177-3AD203B41FA5}">
                      <a16:colId xmlns:a16="http://schemas.microsoft.com/office/drawing/2014/main" val="4027251174"/>
                    </a:ext>
                  </a:extLst>
                </a:gridCol>
                <a:gridCol w="3564707">
                  <a:extLst>
                    <a:ext uri="{9D8B030D-6E8A-4147-A177-3AD203B41FA5}">
                      <a16:colId xmlns:a16="http://schemas.microsoft.com/office/drawing/2014/main" val="4150057889"/>
                    </a:ext>
                  </a:extLst>
                </a:gridCol>
              </a:tblGrid>
              <a:tr h="249996">
                <a:tc>
                  <a:txBody>
                    <a:bodyPr/>
                    <a:lstStyle/>
                    <a:p>
                      <a:pPr algn="l" fontAlgn="ctr"/>
                      <a:r>
                        <a:rPr lang="en-IN" sz="1400" b="1" i="0" u="none" strike="noStrike">
                          <a:solidFill>
                            <a:srgbClr val="000000"/>
                          </a:solidFill>
                          <a:effectLst/>
                          <a:highlight>
                            <a:srgbClr val="DDEBF7"/>
                          </a:highlight>
                          <a:latin typeface="Calibri" panose="020F0502020204030204" pitchFamily="34" charset="0"/>
                        </a:rPr>
                        <a:t>Level / Name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DDEBF7"/>
                    </a:solidFill>
                  </a:tcPr>
                </a:tc>
                <a:tc>
                  <a:txBody>
                    <a:bodyPr/>
                    <a:lstStyle/>
                    <a:p>
                      <a:pPr algn="l" fontAlgn="ctr"/>
                      <a:r>
                        <a:rPr lang="en-IN" sz="1400" b="1" i="0" u="none" strike="noStrike">
                          <a:solidFill>
                            <a:srgbClr val="000000"/>
                          </a:solidFill>
                          <a:effectLst/>
                          <a:highlight>
                            <a:srgbClr val="DDEBF7"/>
                          </a:highlight>
                          <a:latin typeface="Calibri" panose="020F0502020204030204" pitchFamily="34" charset="0"/>
                        </a:rPr>
                        <a:t>Description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DDEBF7"/>
                    </a:solidFill>
                  </a:tcPr>
                </a:tc>
                <a:tc>
                  <a:txBody>
                    <a:bodyPr/>
                    <a:lstStyle/>
                    <a:p>
                      <a:pPr algn="l" fontAlgn="ctr"/>
                      <a:r>
                        <a:rPr lang="en-IN" sz="1400" b="1" i="0" u="none" strike="noStrike">
                          <a:solidFill>
                            <a:srgbClr val="000000"/>
                          </a:solidFill>
                          <a:effectLst/>
                          <a:highlight>
                            <a:srgbClr val="DDEBF7"/>
                          </a:highlight>
                          <a:latin typeface="Calibri" panose="020F0502020204030204" pitchFamily="34" charset="0"/>
                        </a:rPr>
                        <a:t>Instances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DDEBF7"/>
                    </a:solidFill>
                  </a:tcPr>
                </a:tc>
                <a:extLst>
                  <a:ext uri="{0D108BD9-81ED-4DB2-BD59-A6C34878D82A}">
                    <a16:rowId xmlns:a16="http://schemas.microsoft.com/office/drawing/2014/main" val="1560147797"/>
                  </a:ext>
                </a:extLst>
              </a:tr>
              <a:tr h="1749973">
                <a:tc>
                  <a:txBody>
                    <a:bodyPr/>
                    <a:lstStyle/>
                    <a:p>
                      <a:pPr algn="ctr" fontAlgn="ctr"/>
                      <a:r>
                        <a:rPr lang="en-US" sz="2400" b="1" i="0" u="none" strike="noStrike">
                          <a:solidFill>
                            <a:srgbClr val="C00000"/>
                          </a:solidFill>
                          <a:effectLst/>
                          <a:latin typeface="Calibri" panose="020F0502020204030204" pitchFamily="34" charset="0"/>
                        </a:rPr>
                        <a:t>A+ </a:t>
                      </a:r>
                      <a:br>
                        <a:rPr lang="en-US" sz="1400" b="1" i="0" u="none" strike="noStrike">
                          <a:solidFill>
                            <a:srgbClr val="000000"/>
                          </a:solidFill>
                          <a:effectLst/>
                          <a:latin typeface="Calibri" panose="020F0502020204030204" pitchFamily="34" charset="0"/>
                        </a:rPr>
                      </a:br>
                      <a:r>
                        <a:rPr lang="en-US" sz="1400" b="1" i="0" u="none" strike="noStrike">
                          <a:solidFill>
                            <a:srgbClr val="000000"/>
                          </a:solidFill>
                          <a:effectLst/>
                          <a:latin typeface="Calibri" panose="020F0502020204030204" pitchFamily="34" charset="0"/>
                        </a:rPr>
                        <a:t>Strictly Confidential / Restricted Access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 That is restricted to only identified members.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Not to be shared even internally.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Identified members alone should have access (</a:t>
                      </a:r>
                      <a:r>
                        <a:rPr lang="en-US" sz="1200" b="0" i="0" u="none" strike="noStrike">
                          <a:solidFill>
                            <a:srgbClr val="000000"/>
                          </a:solidFill>
                          <a:effectLst/>
                          <a:latin typeface="Calibri" panose="020F0502020204030204" pitchFamily="34" charset="0"/>
                        </a:rPr>
                        <a:t>BD, Finance, Customer Specific, HR, etc.</a:t>
                      </a:r>
                      <a:r>
                        <a:rPr lang="en-US" sz="1600" b="0" i="0" u="none" strike="noStrike">
                          <a:solidFill>
                            <a:srgbClr val="000000"/>
                          </a:solidFill>
                          <a:effectLst/>
                          <a:latin typeface="Calibri" panose="020F0502020204030204" pitchFamily="34" charset="0"/>
                        </a:rPr>
                        <a:t>)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Information shared by the customer or customer specific information that is handled by JI which shall not be used or shared outside the purview of the project or engagement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Commercial Data.</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Contracts/Agreements.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Personal data of employees.</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Customer Proprietary information.</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Data / information controlled or handled inside the earmarked zone.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1231204449"/>
                  </a:ext>
                </a:extLst>
              </a:tr>
              <a:tr h="1749973">
                <a:tc>
                  <a:txBody>
                    <a:bodyPr/>
                    <a:lstStyle/>
                    <a:p>
                      <a:pPr algn="ctr" fontAlgn="ctr"/>
                      <a:r>
                        <a:rPr lang="en-IN" sz="2400" b="1" i="0" u="none" strike="noStrike">
                          <a:solidFill>
                            <a:srgbClr val="C00000"/>
                          </a:solidFill>
                          <a:effectLst/>
                          <a:latin typeface="Calibri" panose="020F0502020204030204" pitchFamily="34" charset="0"/>
                        </a:rPr>
                        <a:t>A </a:t>
                      </a:r>
                      <a:br>
                        <a:rPr lang="en-IN" sz="1400" b="1" i="0" u="none" strike="noStrike">
                          <a:solidFill>
                            <a:srgbClr val="000000"/>
                          </a:solidFill>
                          <a:effectLst/>
                          <a:latin typeface="Calibri" panose="020F0502020204030204" pitchFamily="34" charset="0"/>
                        </a:rPr>
                      </a:br>
                      <a:r>
                        <a:rPr lang="en-IN" sz="1400" b="1" i="0" u="none" strike="noStrike">
                          <a:solidFill>
                            <a:srgbClr val="000000"/>
                          </a:solidFill>
                          <a:effectLst/>
                          <a:latin typeface="Calibri" panose="020F0502020204030204" pitchFamily="34" charset="0"/>
                        </a:rPr>
                        <a:t>Confidential / Access Controlled</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 Information that is restricted to identified members.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Information pertaining to a group of projects, either shared by customer to JI or information generated and used by JI that are restricted to either business line / technology / domain / group, etc. Such information shall not be available outside the identified scope.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Licenses purchased by JI would forms part of Level ‘A’ and only IT is authorized for license management.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Project related Software / Hardware, applications, </a:t>
                      </a:r>
                      <a:r>
                        <a:rPr lang="en-US" sz="1600" b="0" i="0" u="none" strike="noStrike" err="1">
                          <a:solidFill>
                            <a:srgbClr val="000000"/>
                          </a:solidFill>
                          <a:effectLst/>
                          <a:latin typeface="Calibri" panose="020F0502020204030204" pitchFamily="34" charset="0"/>
                        </a:rPr>
                        <a:t>etc</a:t>
                      </a:r>
                      <a:r>
                        <a:rPr lang="en-US" sz="1600" b="0" i="0" u="none" strike="noStrike">
                          <a:solidFill>
                            <a:srgbClr val="000000"/>
                          </a:solidFill>
                          <a:effectLst/>
                          <a:latin typeface="Calibri" panose="020F0502020204030204" pitchFamily="34" charset="0"/>
                        </a:rPr>
                        <a:t>,.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Shared files / content from and to customer from the project.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Function wise data / documents.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Test streams for multiple projects.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731974686"/>
                  </a:ext>
                </a:extLst>
              </a:tr>
              <a:tr h="999985">
                <a:tc>
                  <a:txBody>
                    <a:bodyPr/>
                    <a:lstStyle/>
                    <a:p>
                      <a:pPr algn="ctr" fontAlgn="ctr"/>
                      <a:r>
                        <a:rPr lang="en-IN" sz="2400" b="1" i="0" u="none" strike="noStrike">
                          <a:solidFill>
                            <a:srgbClr val="C00000"/>
                          </a:solidFill>
                          <a:effectLst/>
                          <a:latin typeface="Calibri" panose="020F0502020204030204" pitchFamily="34" charset="0"/>
                        </a:rPr>
                        <a:t>B </a:t>
                      </a:r>
                      <a:br>
                        <a:rPr lang="en-IN" sz="1400" b="1" i="0" u="none" strike="noStrike">
                          <a:solidFill>
                            <a:srgbClr val="000000"/>
                          </a:solidFill>
                          <a:effectLst/>
                          <a:latin typeface="Calibri" panose="020F0502020204030204" pitchFamily="34" charset="0"/>
                        </a:rPr>
                      </a:br>
                      <a:r>
                        <a:rPr lang="en-IN" sz="1400" b="1" i="0" u="none" strike="noStrike">
                          <a:solidFill>
                            <a:srgbClr val="000000"/>
                          </a:solidFill>
                          <a:effectLst/>
                          <a:latin typeface="Calibri" panose="020F0502020204030204" pitchFamily="34" charset="0"/>
                        </a:rPr>
                        <a:t>Internal Use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 Information that is readily available for all JI users.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All information or assets that are accessible to employees of JI and shall not be accessible to outside of the JI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QMS documents / Training materials.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Tools for JI internal operations.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Signal Generator / RPS, </a:t>
                      </a:r>
                      <a:r>
                        <a:rPr lang="en-US" sz="1600" b="0" i="0" u="none" strike="noStrike" err="1">
                          <a:solidFill>
                            <a:srgbClr val="000000"/>
                          </a:solidFill>
                          <a:effectLst/>
                          <a:latin typeface="Calibri" panose="020F0502020204030204" pitchFamily="34" charset="0"/>
                        </a:rPr>
                        <a:t>etc</a:t>
                      </a:r>
                      <a:r>
                        <a:rPr lang="en-US" sz="1600" b="0" i="0" u="none" strike="noStrike">
                          <a:solidFill>
                            <a:srgbClr val="000000"/>
                          </a:solidFill>
                          <a:effectLst/>
                          <a:latin typeface="Calibri" panose="020F0502020204030204" pitchFamily="34" charset="0"/>
                        </a:rPr>
                        <a:t>,. </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Internal Newsletters.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2700368756"/>
                  </a:ext>
                </a:extLst>
              </a:tr>
              <a:tr h="499992">
                <a:tc>
                  <a:txBody>
                    <a:bodyPr/>
                    <a:lstStyle/>
                    <a:p>
                      <a:pPr algn="ctr" fontAlgn="ctr"/>
                      <a:r>
                        <a:rPr lang="en-IN" sz="2400" b="1" i="0" u="none" strike="noStrike">
                          <a:solidFill>
                            <a:srgbClr val="C00000"/>
                          </a:solidFill>
                          <a:effectLst/>
                          <a:latin typeface="Calibri" panose="020F0502020204030204" pitchFamily="34" charset="0"/>
                        </a:rPr>
                        <a:t>C </a:t>
                      </a:r>
                      <a:br>
                        <a:rPr lang="en-IN" sz="1400" b="1" i="0" u="none" strike="noStrike">
                          <a:solidFill>
                            <a:srgbClr val="000000"/>
                          </a:solidFill>
                          <a:effectLst/>
                          <a:latin typeface="Calibri" panose="020F0502020204030204" pitchFamily="34" charset="0"/>
                        </a:rPr>
                      </a:br>
                      <a:r>
                        <a:rPr lang="en-IN" sz="1400" b="1" i="0" u="none" strike="noStrike">
                          <a:solidFill>
                            <a:srgbClr val="000000"/>
                          </a:solidFill>
                          <a:effectLst/>
                          <a:latin typeface="Calibri" panose="020F0502020204030204" pitchFamily="34" charset="0"/>
                        </a:rPr>
                        <a:t>Public Use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Information that can be shared without any access restrictions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IN" sz="1600" b="0" i="0" u="none" strike="noStrike">
                          <a:solidFill>
                            <a:srgbClr val="000000"/>
                          </a:solidFill>
                          <a:effectLst/>
                          <a:latin typeface="Calibri" panose="020F0502020204030204" pitchFamily="34" charset="0"/>
                        </a:rPr>
                        <a:t>JI Website data.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1438162250"/>
                  </a:ext>
                </a:extLst>
              </a:tr>
            </a:tbl>
          </a:graphicData>
        </a:graphic>
      </p:graphicFrame>
    </p:spTree>
    <p:extLst>
      <p:ext uri="{BB962C8B-B14F-4D97-AF65-F5344CB8AC3E}">
        <p14:creationId xmlns:p14="http://schemas.microsoft.com/office/powerpoint/2010/main" val="3223994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3C37A327-4724-4E0E-B80E-4C2798BB32B9}" type="slidenum">
              <a:rPr lang="en-IN" sz="1200" b="0" strike="noStrike" spc="-1">
                <a:solidFill>
                  <a:srgbClr val="8B8B8B"/>
                </a:solidFill>
                <a:latin typeface="Calibri"/>
                <a:ea typeface="DejaVu Sans"/>
              </a:rPr>
              <a:t>7</a:t>
            </a:fld>
            <a:endParaRPr lang="en-IN" sz="1200" b="0" strike="noStrike" spc="-1">
              <a:latin typeface="Times New Roman"/>
            </a:endParaRPr>
          </a:p>
        </p:txBody>
      </p:sp>
      <p:sp>
        <p:nvSpPr>
          <p:cNvPr id="251" name="object 4"/>
          <p:cNvSpPr/>
          <p:nvPr/>
        </p:nvSpPr>
        <p:spPr>
          <a:xfrm>
            <a:off x="411480" y="540000"/>
            <a:ext cx="7922520" cy="44361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7">
                <a:solidFill>
                  <a:srgbClr val="1A237E"/>
                </a:solidFill>
                <a:latin typeface="Calibri"/>
                <a:ea typeface="DejaVu Sans"/>
              </a:rPr>
              <a:t>Risks </a:t>
            </a:r>
            <a:r>
              <a:rPr lang="en-IN" sz="2800" b="0" strike="noStrike" spc="-1">
                <a:solidFill>
                  <a:srgbClr val="1A237E"/>
                </a:solidFill>
                <a:latin typeface="Calibri"/>
                <a:ea typeface="DejaVu Sans"/>
              </a:rPr>
              <a:t>and </a:t>
            </a:r>
            <a:r>
              <a:rPr lang="en-IN" sz="2800" b="0" strike="noStrike" spc="-12">
                <a:solidFill>
                  <a:srgbClr val="1A237E"/>
                </a:solidFill>
                <a:latin typeface="Calibri"/>
                <a:ea typeface="DejaVu Sans"/>
              </a:rPr>
              <a:t>Threats for Assets </a:t>
            </a:r>
            <a:r>
              <a:rPr lang="en-IN" sz="2800" b="0" strike="noStrike" spc="-1">
                <a:solidFill>
                  <a:srgbClr val="1A237E"/>
                </a:solidFill>
                <a:latin typeface="Calibri"/>
                <a:ea typeface="DejaVu Sans"/>
              </a:rPr>
              <a:t>in an</a:t>
            </a:r>
            <a:r>
              <a:rPr lang="en-IN" sz="2800" b="0" strike="noStrike" spc="-55">
                <a:solidFill>
                  <a:srgbClr val="1A237E"/>
                </a:solidFill>
                <a:latin typeface="Calibri"/>
                <a:ea typeface="DejaVu Sans"/>
              </a:rPr>
              <a:t> </a:t>
            </a:r>
            <a:r>
              <a:rPr lang="en-IN" sz="2800" b="0" strike="noStrike" spc="-15">
                <a:solidFill>
                  <a:srgbClr val="1A237E"/>
                </a:solidFill>
                <a:latin typeface="Calibri"/>
                <a:ea typeface="DejaVu Sans"/>
              </a:rPr>
              <a:t>Organization</a:t>
            </a:r>
            <a:endParaRPr lang="en-IN" sz="2800" b="0" strike="noStrike" spc="-1">
              <a:latin typeface="Arial"/>
            </a:endParaRPr>
          </a:p>
        </p:txBody>
      </p:sp>
      <p:grpSp>
        <p:nvGrpSpPr>
          <p:cNvPr id="2" name="Group 1">
            <a:extLst>
              <a:ext uri="{FF2B5EF4-FFF2-40B4-BE49-F238E27FC236}">
                <a16:creationId xmlns:a16="http://schemas.microsoft.com/office/drawing/2014/main" id="{80ADD2EE-2D72-9866-6DDB-DEB1913126CE}"/>
              </a:ext>
            </a:extLst>
          </p:cNvPr>
          <p:cNvGrpSpPr/>
          <p:nvPr/>
        </p:nvGrpSpPr>
        <p:grpSpPr>
          <a:xfrm>
            <a:off x="122893" y="1179910"/>
            <a:ext cx="5601057" cy="2803373"/>
            <a:chOff x="122893" y="1068150"/>
            <a:chExt cx="5601057" cy="2803373"/>
          </a:xfrm>
        </p:grpSpPr>
        <p:sp>
          <p:nvSpPr>
            <p:cNvPr id="9" name="Rectangle 8">
              <a:extLst>
                <a:ext uri="{FF2B5EF4-FFF2-40B4-BE49-F238E27FC236}">
                  <a16:creationId xmlns:a16="http://schemas.microsoft.com/office/drawing/2014/main" id="{9E3D45F4-2A92-E1CA-86BE-23BDB54AFC99}"/>
                </a:ext>
              </a:extLst>
            </p:cNvPr>
            <p:cNvSpPr/>
            <p:nvPr/>
          </p:nvSpPr>
          <p:spPr>
            <a:xfrm>
              <a:off x="122893" y="1068150"/>
              <a:ext cx="5601057" cy="280337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2400" b="1"/>
                <a:t>Organizational</a:t>
              </a:r>
            </a:p>
          </p:txBody>
        </p:sp>
        <p:sp>
          <p:nvSpPr>
            <p:cNvPr id="14" name="TextBox 13">
              <a:extLst>
                <a:ext uri="{FF2B5EF4-FFF2-40B4-BE49-F238E27FC236}">
                  <a16:creationId xmlns:a16="http://schemas.microsoft.com/office/drawing/2014/main" id="{0372C7C8-774E-C812-20B8-58BDD2004D81}"/>
                </a:ext>
              </a:extLst>
            </p:cNvPr>
            <p:cNvSpPr txBox="1"/>
            <p:nvPr/>
          </p:nvSpPr>
          <p:spPr>
            <a:xfrm>
              <a:off x="515910" y="1507265"/>
              <a:ext cx="4397358" cy="2118529"/>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IN">
                  <a:solidFill>
                    <a:schemeClr val="bg1"/>
                  </a:solidFill>
                </a:rPr>
                <a:t>Lack of policy &amp; procedures</a:t>
              </a:r>
            </a:p>
            <a:p>
              <a:pPr marL="285750" indent="-285750">
                <a:lnSpc>
                  <a:spcPct val="150000"/>
                </a:lnSpc>
                <a:buFont typeface="Arial" panose="020B0604020202020204" pitchFamily="34" charset="0"/>
                <a:buChar char="•"/>
              </a:pPr>
              <a:r>
                <a:rPr lang="en-IN">
                  <a:solidFill>
                    <a:schemeClr val="bg1"/>
                  </a:solidFill>
                </a:rPr>
                <a:t>Unclear roles &amp; responsibilities </a:t>
              </a:r>
            </a:p>
            <a:p>
              <a:pPr marL="285750" indent="-285750">
                <a:lnSpc>
                  <a:spcPct val="150000"/>
                </a:lnSpc>
                <a:buFont typeface="Arial" panose="020B0604020202020204" pitchFamily="34" charset="0"/>
                <a:buChar char="•"/>
              </a:pPr>
              <a:r>
                <a:rPr lang="en-IN">
                  <a:solidFill>
                    <a:schemeClr val="bg1"/>
                  </a:solidFill>
                </a:rPr>
                <a:t>Sensitive/critical assets unattended</a:t>
              </a:r>
            </a:p>
            <a:p>
              <a:pPr marL="285750" indent="-285750">
                <a:lnSpc>
                  <a:spcPct val="150000"/>
                </a:lnSpc>
                <a:buFont typeface="Arial" panose="020B0604020202020204" pitchFamily="34" charset="0"/>
                <a:buChar char="•"/>
              </a:pPr>
              <a:r>
                <a:rPr lang="en-IN">
                  <a:solidFill>
                    <a:schemeClr val="bg1"/>
                  </a:solidFill>
                </a:rPr>
                <a:t>Admin access to unauthorized person </a:t>
              </a:r>
            </a:p>
            <a:p>
              <a:pPr marL="285750" indent="-285750">
                <a:lnSpc>
                  <a:spcPct val="150000"/>
                </a:lnSpc>
                <a:buFont typeface="Arial" panose="020B0604020202020204" pitchFamily="34" charset="0"/>
                <a:buChar char="•"/>
              </a:pPr>
              <a:r>
                <a:rPr lang="en-IN">
                  <a:solidFill>
                    <a:schemeClr val="bg1"/>
                  </a:solidFill>
                </a:rPr>
                <a:t>Deletion/modification of records</a:t>
              </a:r>
            </a:p>
          </p:txBody>
        </p:sp>
      </p:grpSp>
      <p:grpSp>
        <p:nvGrpSpPr>
          <p:cNvPr id="4" name="Group 3">
            <a:extLst>
              <a:ext uri="{FF2B5EF4-FFF2-40B4-BE49-F238E27FC236}">
                <a16:creationId xmlns:a16="http://schemas.microsoft.com/office/drawing/2014/main" id="{62353823-2744-E114-6AD4-021C142465DD}"/>
              </a:ext>
            </a:extLst>
          </p:cNvPr>
          <p:cNvGrpSpPr/>
          <p:nvPr/>
        </p:nvGrpSpPr>
        <p:grpSpPr>
          <a:xfrm>
            <a:off x="112506" y="4027787"/>
            <a:ext cx="5601057" cy="2803373"/>
            <a:chOff x="112506" y="3916027"/>
            <a:chExt cx="5601057" cy="2803373"/>
          </a:xfrm>
        </p:grpSpPr>
        <p:sp>
          <p:nvSpPr>
            <p:cNvPr id="10" name="Rectangle 9">
              <a:extLst>
                <a:ext uri="{FF2B5EF4-FFF2-40B4-BE49-F238E27FC236}">
                  <a16:creationId xmlns:a16="http://schemas.microsoft.com/office/drawing/2014/main" id="{39C2A39D-9977-02D7-C9EC-5B06F864AC9D}"/>
                </a:ext>
              </a:extLst>
            </p:cNvPr>
            <p:cNvSpPr/>
            <p:nvPr/>
          </p:nvSpPr>
          <p:spPr>
            <a:xfrm>
              <a:off x="112506" y="3916027"/>
              <a:ext cx="5601057" cy="2803373"/>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2400" b="1"/>
                <a:t>People</a:t>
              </a:r>
            </a:p>
          </p:txBody>
        </p:sp>
        <p:sp>
          <p:nvSpPr>
            <p:cNvPr id="15" name="TextBox 14">
              <a:extLst>
                <a:ext uri="{FF2B5EF4-FFF2-40B4-BE49-F238E27FC236}">
                  <a16:creationId xmlns:a16="http://schemas.microsoft.com/office/drawing/2014/main" id="{1AA33FC9-CEA4-5D50-1276-E3958FB37CB4}"/>
                </a:ext>
              </a:extLst>
            </p:cNvPr>
            <p:cNvSpPr txBox="1"/>
            <p:nvPr/>
          </p:nvSpPr>
          <p:spPr>
            <a:xfrm>
              <a:off x="601892" y="4378968"/>
              <a:ext cx="4923143" cy="2118529"/>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IN">
                  <a:solidFill>
                    <a:schemeClr val="bg1"/>
                  </a:solidFill>
                </a:rPr>
                <a:t>Poor recruitment process</a:t>
              </a:r>
            </a:p>
            <a:p>
              <a:pPr marL="285750" indent="-285750">
                <a:lnSpc>
                  <a:spcPct val="150000"/>
                </a:lnSpc>
                <a:buFont typeface="Arial" panose="020B0604020202020204" pitchFamily="34" charset="0"/>
                <a:buChar char="•"/>
              </a:pPr>
              <a:r>
                <a:rPr lang="en-IN">
                  <a:solidFill>
                    <a:schemeClr val="bg1"/>
                  </a:solidFill>
                </a:rPr>
                <a:t>Skipping of background verification</a:t>
              </a:r>
            </a:p>
            <a:p>
              <a:pPr marL="285750" indent="-285750">
                <a:lnSpc>
                  <a:spcPct val="150000"/>
                </a:lnSpc>
                <a:buFont typeface="Arial" panose="020B0604020202020204" pitchFamily="34" charset="0"/>
                <a:buChar char="•"/>
              </a:pPr>
              <a:r>
                <a:rPr lang="en-IN">
                  <a:solidFill>
                    <a:schemeClr val="bg1"/>
                  </a:solidFill>
                </a:rPr>
                <a:t>Lack of HR policies</a:t>
              </a:r>
            </a:p>
            <a:p>
              <a:pPr marL="285750" indent="-285750">
                <a:lnSpc>
                  <a:spcPct val="150000"/>
                </a:lnSpc>
                <a:buFont typeface="Arial" panose="020B0604020202020204" pitchFamily="34" charset="0"/>
                <a:buChar char="•"/>
              </a:pPr>
              <a:r>
                <a:rPr lang="en-IN">
                  <a:solidFill>
                    <a:schemeClr val="bg1"/>
                  </a:solidFill>
                </a:rPr>
                <a:t>Lack of disciplinary process implementation</a:t>
              </a:r>
            </a:p>
            <a:p>
              <a:pPr marL="285750" indent="-285750">
                <a:lnSpc>
                  <a:spcPct val="150000"/>
                </a:lnSpc>
                <a:buFont typeface="Arial" panose="020B0604020202020204" pitchFamily="34" charset="0"/>
                <a:buChar char="•"/>
              </a:pPr>
              <a:r>
                <a:rPr lang="en-IN">
                  <a:solidFill>
                    <a:schemeClr val="bg1"/>
                  </a:solidFill>
                </a:rPr>
                <a:t>Not following remote working policy</a:t>
              </a:r>
            </a:p>
          </p:txBody>
        </p:sp>
      </p:grpSp>
      <p:grpSp>
        <p:nvGrpSpPr>
          <p:cNvPr id="3" name="Group 2">
            <a:extLst>
              <a:ext uri="{FF2B5EF4-FFF2-40B4-BE49-F238E27FC236}">
                <a16:creationId xmlns:a16="http://schemas.microsoft.com/office/drawing/2014/main" id="{47ED95F5-6D72-CA8E-F765-296FE528018F}"/>
              </a:ext>
            </a:extLst>
          </p:cNvPr>
          <p:cNvGrpSpPr/>
          <p:nvPr/>
        </p:nvGrpSpPr>
        <p:grpSpPr>
          <a:xfrm>
            <a:off x="5794900" y="1165624"/>
            <a:ext cx="6284593" cy="2815177"/>
            <a:chOff x="5794900" y="1053864"/>
            <a:chExt cx="6284593" cy="2815177"/>
          </a:xfrm>
        </p:grpSpPr>
        <p:sp>
          <p:nvSpPr>
            <p:cNvPr id="11" name="Rectangle 10">
              <a:extLst>
                <a:ext uri="{FF2B5EF4-FFF2-40B4-BE49-F238E27FC236}">
                  <a16:creationId xmlns:a16="http://schemas.microsoft.com/office/drawing/2014/main" id="{74C6AC25-2AF5-928C-27E3-A56199EE4E1A}"/>
                </a:ext>
              </a:extLst>
            </p:cNvPr>
            <p:cNvSpPr/>
            <p:nvPr/>
          </p:nvSpPr>
          <p:spPr>
            <a:xfrm>
              <a:off x="5794900" y="1053864"/>
              <a:ext cx="6284593" cy="280337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2400" b="1"/>
                <a:t>Physical</a:t>
              </a:r>
            </a:p>
          </p:txBody>
        </p:sp>
        <p:sp>
          <p:nvSpPr>
            <p:cNvPr id="16" name="TextBox 15">
              <a:extLst>
                <a:ext uri="{FF2B5EF4-FFF2-40B4-BE49-F238E27FC236}">
                  <a16:creationId xmlns:a16="http://schemas.microsoft.com/office/drawing/2014/main" id="{4422226A-4244-0155-FB25-F22F76DD3997}"/>
                </a:ext>
              </a:extLst>
            </p:cNvPr>
            <p:cNvSpPr txBox="1"/>
            <p:nvPr/>
          </p:nvSpPr>
          <p:spPr>
            <a:xfrm>
              <a:off x="6379253" y="1335014"/>
              <a:ext cx="4807726" cy="2534027"/>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IN">
                  <a:solidFill>
                    <a:schemeClr val="bg1"/>
                  </a:solidFill>
                </a:rPr>
                <a:t>No security at the entrance</a:t>
              </a:r>
            </a:p>
            <a:p>
              <a:pPr marL="285750" indent="-285750">
                <a:lnSpc>
                  <a:spcPct val="150000"/>
                </a:lnSpc>
                <a:buFont typeface="Arial" panose="020B0604020202020204" pitchFamily="34" charset="0"/>
                <a:buChar char="•"/>
              </a:pPr>
              <a:r>
                <a:rPr lang="en-IN">
                  <a:solidFill>
                    <a:schemeClr val="bg1"/>
                  </a:solidFill>
                </a:rPr>
                <a:t>Lack of monitoring</a:t>
              </a:r>
            </a:p>
            <a:p>
              <a:pPr marL="285750" indent="-285750">
                <a:lnSpc>
                  <a:spcPct val="150000"/>
                </a:lnSpc>
                <a:buFont typeface="Arial" panose="020B0604020202020204" pitchFamily="34" charset="0"/>
                <a:buChar char="•"/>
              </a:pPr>
              <a:r>
                <a:rPr lang="en-IN">
                  <a:solidFill>
                    <a:schemeClr val="bg1"/>
                  </a:solidFill>
                </a:rPr>
                <a:t>Clear desk and clear screen issue</a:t>
              </a:r>
            </a:p>
            <a:p>
              <a:pPr marL="285750" indent="-285750">
                <a:lnSpc>
                  <a:spcPct val="150000"/>
                </a:lnSpc>
                <a:buFont typeface="Arial" panose="020B0604020202020204" pitchFamily="34" charset="0"/>
                <a:buChar char="•"/>
              </a:pPr>
              <a:r>
                <a:rPr lang="en-IN">
                  <a:solidFill>
                    <a:schemeClr val="bg1"/>
                  </a:solidFill>
                </a:rPr>
                <a:t>Network connectivity issue</a:t>
              </a:r>
            </a:p>
            <a:p>
              <a:pPr marL="285750" indent="-285750">
                <a:lnSpc>
                  <a:spcPct val="150000"/>
                </a:lnSpc>
                <a:buFont typeface="Arial" panose="020B0604020202020204" pitchFamily="34" charset="0"/>
                <a:buChar char="•"/>
              </a:pPr>
              <a:r>
                <a:rPr lang="en-IN">
                  <a:solidFill>
                    <a:schemeClr val="bg1"/>
                  </a:solidFill>
                </a:rPr>
                <a:t>Lack of cable protection</a:t>
              </a:r>
            </a:p>
            <a:p>
              <a:pPr marL="285750" indent="-285750">
                <a:lnSpc>
                  <a:spcPct val="150000"/>
                </a:lnSpc>
                <a:buFont typeface="Arial" panose="020B0604020202020204" pitchFamily="34" charset="0"/>
                <a:buChar char="•"/>
              </a:pPr>
              <a:r>
                <a:rPr lang="en-IN">
                  <a:solidFill>
                    <a:schemeClr val="bg1"/>
                  </a:solidFill>
                </a:rPr>
                <a:t>Lack of disposal process of unused assets</a:t>
              </a:r>
            </a:p>
          </p:txBody>
        </p:sp>
      </p:grpSp>
      <p:grpSp>
        <p:nvGrpSpPr>
          <p:cNvPr id="5" name="Group 4">
            <a:extLst>
              <a:ext uri="{FF2B5EF4-FFF2-40B4-BE49-F238E27FC236}">
                <a16:creationId xmlns:a16="http://schemas.microsoft.com/office/drawing/2014/main" id="{E8BCC5C4-94CF-E142-A30E-72DEFD5F1AB1}"/>
              </a:ext>
            </a:extLst>
          </p:cNvPr>
          <p:cNvGrpSpPr/>
          <p:nvPr/>
        </p:nvGrpSpPr>
        <p:grpSpPr>
          <a:xfrm>
            <a:off x="5784513" y="4013501"/>
            <a:ext cx="6284593" cy="2803373"/>
            <a:chOff x="5784513" y="3901741"/>
            <a:chExt cx="6284593" cy="2803373"/>
          </a:xfrm>
        </p:grpSpPr>
        <p:sp>
          <p:nvSpPr>
            <p:cNvPr id="12" name="Rectangle 11">
              <a:extLst>
                <a:ext uri="{FF2B5EF4-FFF2-40B4-BE49-F238E27FC236}">
                  <a16:creationId xmlns:a16="http://schemas.microsoft.com/office/drawing/2014/main" id="{7F5CF84B-F6C5-817A-716A-0BC54650D05E}"/>
                </a:ext>
              </a:extLst>
            </p:cNvPr>
            <p:cNvSpPr/>
            <p:nvPr/>
          </p:nvSpPr>
          <p:spPr>
            <a:xfrm>
              <a:off x="5784513" y="3901741"/>
              <a:ext cx="6284593" cy="2803373"/>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2400" b="1"/>
                <a:t>Technological</a:t>
              </a:r>
            </a:p>
          </p:txBody>
        </p:sp>
        <p:sp>
          <p:nvSpPr>
            <p:cNvPr id="17" name="TextBox 16">
              <a:extLst>
                <a:ext uri="{FF2B5EF4-FFF2-40B4-BE49-F238E27FC236}">
                  <a16:creationId xmlns:a16="http://schemas.microsoft.com/office/drawing/2014/main" id="{83956BC9-F25C-2DAB-2BF1-B091B3EF3C42}"/>
                </a:ext>
              </a:extLst>
            </p:cNvPr>
            <p:cNvSpPr txBox="1"/>
            <p:nvPr/>
          </p:nvSpPr>
          <p:spPr>
            <a:xfrm>
              <a:off x="6475158" y="4166306"/>
              <a:ext cx="3422860" cy="2534027"/>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IN">
                  <a:solidFill>
                    <a:schemeClr val="bg1"/>
                  </a:solidFill>
                </a:rPr>
                <a:t>Phishing Attack/Cyber Attack</a:t>
              </a:r>
            </a:p>
            <a:p>
              <a:pPr marL="285750" indent="-285750">
                <a:lnSpc>
                  <a:spcPct val="150000"/>
                </a:lnSpc>
                <a:buFont typeface="Arial" panose="020B0604020202020204" pitchFamily="34" charset="0"/>
                <a:buChar char="•"/>
              </a:pPr>
              <a:r>
                <a:rPr lang="en-IN">
                  <a:solidFill>
                    <a:schemeClr val="bg1"/>
                  </a:solidFill>
                </a:rPr>
                <a:t>Email threat</a:t>
              </a:r>
            </a:p>
            <a:p>
              <a:pPr marL="285750" indent="-285750">
                <a:lnSpc>
                  <a:spcPct val="150000"/>
                </a:lnSpc>
                <a:buFont typeface="Arial" panose="020B0604020202020204" pitchFamily="34" charset="0"/>
                <a:buChar char="•"/>
              </a:pPr>
              <a:r>
                <a:rPr lang="en-IN">
                  <a:solidFill>
                    <a:schemeClr val="bg1"/>
                  </a:solidFill>
                </a:rPr>
                <a:t>Virus Attack</a:t>
              </a:r>
            </a:p>
            <a:p>
              <a:pPr marL="285750" indent="-285750">
                <a:lnSpc>
                  <a:spcPct val="150000"/>
                </a:lnSpc>
                <a:buFont typeface="Arial" panose="020B0604020202020204" pitchFamily="34" charset="0"/>
                <a:buChar char="•"/>
              </a:pPr>
              <a:r>
                <a:rPr lang="en-IN">
                  <a:solidFill>
                    <a:schemeClr val="bg1"/>
                  </a:solidFill>
                </a:rPr>
                <a:t>Theft of Source Code</a:t>
              </a:r>
            </a:p>
            <a:p>
              <a:pPr marL="285750" indent="-285750">
                <a:lnSpc>
                  <a:spcPct val="150000"/>
                </a:lnSpc>
                <a:buFont typeface="Arial" panose="020B0604020202020204" pitchFamily="34" charset="0"/>
                <a:buChar char="•"/>
              </a:pPr>
              <a:r>
                <a:rPr lang="en-IN">
                  <a:solidFill>
                    <a:schemeClr val="bg1"/>
                  </a:solidFill>
                </a:rPr>
                <a:t>Lack of Backup – Data loss</a:t>
              </a:r>
            </a:p>
            <a:p>
              <a:pPr marL="285750" indent="-285750">
                <a:lnSpc>
                  <a:spcPct val="150000"/>
                </a:lnSpc>
                <a:buFont typeface="Arial" panose="020B0604020202020204" pitchFamily="34" charset="0"/>
                <a:buChar char="•"/>
              </a:pPr>
              <a:r>
                <a:rPr lang="en-IN">
                  <a:solidFill>
                    <a:schemeClr val="bg1"/>
                  </a:solidFill>
                </a:rPr>
                <a:t>Lack of Web filtering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2EB6567C-5E0D-4ACE-8CB6-35E1BFA34376}" type="slidenum">
              <a:rPr lang="en-IN" sz="1200" b="0" strike="noStrike" spc="-1">
                <a:solidFill>
                  <a:srgbClr val="8B8B8B"/>
                </a:solidFill>
                <a:latin typeface="Calibri"/>
                <a:ea typeface="DejaVu Sans"/>
              </a:rPr>
              <a:t>8</a:t>
            </a:fld>
            <a:endParaRPr lang="en-IN" sz="1200" b="0" strike="noStrike" spc="-1">
              <a:latin typeface="Times New Roman"/>
            </a:endParaRPr>
          </a:p>
        </p:txBody>
      </p:sp>
      <p:sp>
        <p:nvSpPr>
          <p:cNvPr id="238" name="TextBox 4"/>
          <p:cNvSpPr/>
          <p:nvPr/>
        </p:nvSpPr>
        <p:spPr>
          <a:xfrm>
            <a:off x="449280" y="463680"/>
            <a:ext cx="10227600" cy="3672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239" name="object 8"/>
          <p:cNvSpPr/>
          <p:nvPr/>
        </p:nvSpPr>
        <p:spPr>
          <a:xfrm>
            <a:off x="5237672" y="5024722"/>
            <a:ext cx="6243147" cy="504802"/>
          </a:xfrm>
          <a:prstGeom prst="rect">
            <a:avLst/>
          </a:prstGeom>
          <a:noFill/>
          <a:ln w="0">
            <a:noFill/>
          </a:ln>
        </p:spPr>
        <p:style>
          <a:lnRef idx="0">
            <a:scrgbClr r="0" g="0" b="0"/>
          </a:lnRef>
          <a:fillRef idx="0">
            <a:scrgbClr r="0" g="0" b="0"/>
          </a:fillRef>
          <a:effectRef idx="0">
            <a:scrgbClr r="0" g="0" b="0"/>
          </a:effectRef>
          <a:fontRef idx="minor"/>
        </p:style>
        <p:txBody>
          <a:bodyPr wrap="square" lIns="0" tIns="12240" rIns="0" bIns="0" anchor="t">
            <a:spAutoFit/>
          </a:bodyPr>
          <a:lstStyle/>
          <a:p>
            <a:pPr marL="463680" algn="ctr">
              <a:lnSpc>
                <a:spcPct val="100000"/>
              </a:lnSpc>
              <a:spcBef>
                <a:spcPts val="99"/>
              </a:spcBef>
              <a:buNone/>
            </a:pPr>
            <a:r>
              <a:rPr lang="en-IN" sz="3200" b="1" strike="noStrike" spc="-1">
                <a:solidFill>
                  <a:srgbClr val="C00000"/>
                </a:solidFill>
                <a:latin typeface="Calibri"/>
                <a:ea typeface="Calibri"/>
              </a:rPr>
              <a:t>It is everyone’s responsibility</a:t>
            </a:r>
            <a:endParaRPr lang="en-IN" sz="3200" strike="noStrike" spc="-1">
              <a:solidFill>
                <a:srgbClr val="C00000"/>
              </a:solidFill>
              <a:latin typeface="Arial"/>
            </a:endParaRPr>
          </a:p>
        </p:txBody>
      </p:sp>
      <p:sp>
        <p:nvSpPr>
          <p:cNvPr id="5" name="TextBox 4">
            <a:extLst>
              <a:ext uri="{FF2B5EF4-FFF2-40B4-BE49-F238E27FC236}">
                <a16:creationId xmlns:a16="http://schemas.microsoft.com/office/drawing/2014/main" id="{F0B0ABD4-4ED4-146E-0800-FB7EF0CA9F35}"/>
              </a:ext>
            </a:extLst>
          </p:cNvPr>
          <p:cNvSpPr txBox="1"/>
          <p:nvPr/>
        </p:nvSpPr>
        <p:spPr>
          <a:xfrm>
            <a:off x="5311245" y="2888280"/>
            <a:ext cx="6096000" cy="523220"/>
          </a:xfrm>
          <a:prstGeom prst="rect">
            <a:avLst/>
          </a:prstGeom>
          <a:noFill/>
        </p:spPr>
        <p:txBody>
          <a:bodyPr wrap="square">
            <a:spAutoFit/>
          </a:bodyPr>
          <a:lstStyle/>
          <a:p>
            <a:pPr marL="463680" algn="ctr">
              <a:lnSpc>
                <a:spcPct val="100000"/>
              </a:lnSpc>
              <a:spcBef>
                <a:spcPts val="99"/>
              </a:spcBef>
              <a:buNone/>
            </a:pPr>
            <a:r>
              <a:rPr lang="en-IN" sz="2800" b="1" strike="noStrike" spc="-1">
                <a:solidFill>
                  <a:srgbClr val="000000"/>
                </a:solidFill>
                <a:latin typeface="Calibri"/>
                <a:ea typeface="Calibri"/>
              </a:rPr>
              <a:t>is not just Top Management</a:t>
            </a:r>
          </a:p>
        </p:txBody>
      </p:sp>
      <p:sp>
        <p:nvSpPr>
          <p:cNvPr id="7" name="TextBox 6">
            <a:extLst>
              <a:ext uri="{FF2B5EF4-FFF2-40B4-BE49-F238E27FC236}">
                <a16:creationId xmlns:a16="http://schemas.microsoft.com/office/drawing/2014/main" id="{3D9213EB-C81F-32D0-2DBA-BC8BD1930ED0}"/>
              </a:ext>
            </a:extLst>
          </p:cNvPr>
          <p:cNvSpPr txBox="1"/>
          <p:nvPr/>
        </p:nvSpPr>
        <p:spPr>
          <a:xfrm>
            <a:off x="5311245" y="3373439"/>
            <a:ext cx="6096000" cy="523220"/>
          </a:xfrm>
          <a:prstGeom prst="rect">
            <a:avLst/>
          </a:prstGeom>
          <a:noFill/>
        </p:spPr>
        <p:txBody>
          <a:bodyPr wrap="square">
            <a:spAutoFit/>
          </a:bodyPr>
          <a:lstStyle/>
          <a:p>
            <a:pPr marL="463680" algn="ctr">
              <a:lnSpc>
                <a:spcPct val="100000"/>
              </a:lnSpc>
              <a:spcBef>
                <a:spcPts val="99"/>
              </a:spcBef>
              <a:buNone/>
            </a:pPr>
            <a:r>
              <a:rPr lang="en-IN" sz="2800" b="1" spc="-1">
                <a:solidFill>
                  <a:srgbClr val="000000"/>
                </a:solidFill>
                <a:latin typeface="Calibri"/>
                <a:ea typeface="Calibri"/>
              </a:rPr>
              <a:t>is not just IT team</a:t>
            </a:r>
          </a:p>
        </p:txBody>
      </p:sp>
      <p:sp>
        <p:nvSpPr>
          <p:cNvPr id="9" name="TextBox 8">
            <a:extLst>
              <a:ext uri="{FF2B5EF4-FFF2-40B4-BE49-F238E27FC236}">
                <a16:creationId xmlns:a16="http://schemas.microsoft.com/office/drawing/2014/main" id="{CE990BD8-607F-0DC3-D84A-CC8067DC1E76}"/>
              </a:ext>
            </a:extLst>
          </p:cNvPr>
          <p:cNvSpPr txBox="1"/>
          <p:nvPr/>
        </p:nvSpPr>
        <p:spPr>
          <a:xfrm>
            <a:off x="5311245" y="3895787"/>
            <a:ext cx="6096000" cy="523220"/>
          </a:xfrm>
          <a:prstGeom prst="rect">
            <a:avLst/>
          </a:prstGeom>
          <a:noFill/>
        </p:spPr>
        <p:txBody>
          <a:bodyPr wrap="square">
            <a:spAutoFit/>
          </a:bodyPr>
          <a:lstStyle/>
          <a:p>
            <a:pPr marL="463680" algn="ctr">
              <a:lnSpc>
                <a:spcPct val="100000"/>
              </a:lnSpc>
              <a:spcBef>
                <a:spcPts val="99"/>
              </a:spcBef>
              <a:buNone/>
            </a:pPr>
            <a:r>
              <a:rPr lang="en-IN" sz="2800" b="1" strike="noStrike" spc="-1">
                <a:solidFill>
                  <a:srgbClr val="000000"/>
                </a:solidFill>
                <a:latin typeface="Calibri"/>
                <a:ea typeface="Calibri"/>
              </a:rPr>
              <a:t>is not just HR team</a:t>
            </a:r>
          </a:p>
        </p:txBody>
      </p:sp>
      <p:sp>
        <p:nvSpPr>
          <p:cNvPr id="11" name="TextBox 10">
            <a:extLst>
              <a:ext uri="{FF2B5EF4-FFF2-40B4-BE49-F238E27FC236}">
                <a16:creationId xmlns:a16="http://schemas.microsoft.com/office/drawing/2014/main" id="{AD7CD605-8B9C-7A2F-F0C7-79B02A8B005F}"/>
              </a:ext>
            </a:extLst>
          </p:cNvPr>
          <p:cNvSpPr txBox="1"/>
          <p:nvPr/>
        </p:nvSpPr>
        <p:spPr>
          <a:xfrm>
            <a:off x="5311245" y="4380946"/>
            <a:ext cx="6096000" cy="523220"/>
          </a:xfrm>
          <a:prstGeom prst="rect">
            <a:avLst/>
          </a:prstGeom>
          <a:noFill/>
        </p:spPr>
        <p:txBody>
          <a:bodyPr wrap="square">
            <a:spAutoFit/>
          </a:bodyPr>
          <a:lstStyle/>
          <a:p>
            <a:pPr marL="463680" algn="ctr">
              <a:lnSpc>
                <a:spcPct val="100000"/>
              </a:lnSpc>
              <a:spcBef>
                <a:spcPts val="99"/>
              </a:spcBef>
              <a:buNone/>
            </a:pPr>
            <a:r>
              <a:rPr lang="en-IN" sz="2800" b="1" spc="-1">
                <a:solidFill>
                  <a:srgbClr val="000000"/>
                </a:solidFill>
                <a:latin typeface="Calibri"/>
                <a:ea typeface="Calibri"/>
              </a:rPr>
              <a:t>is not just Admin team……</a:t>
            </a:r>
          </a:p>
        </p:txBody>
      </p:sp>
      <p:sp>
        <p:nvSpPr>
          <p:cNvPr id="12" name="TextBox 11">
            <a:extLst>
              <a:ext uri="{FF2B5EF4-FFF2-40B4-BE49-F238E27FC236}">
                <a16:creationId xmlns:a16="http://schemas.microsoft.com/office/drawing/2014/main" id="{1B888603-C22E-B9ED-BB99-6FD4DAE280AD}"/>
              </a:ext>
            </a:extLst>
          </p:cNvPr>
          <p:cNvSpPr txBox="1"/>
          <p:nvPr/>
        </p:nvSpPr>
        <p:spPr>
          <a:xfrm>
            <a:off x="5173133" y="1976889"/>
            <a:ext cx="6874934" cy="523220"/>
          </a:xfrm>
          <a:prstGeom prst="rect">
            <a:avLst/>
          </a:prstGeom>
          <a:noFill/>
        </p:spPr>
        <p:txBody>
          <a:bodyPr wrap="square">
            <a:spAutoFit/>
          </a:bodyPr>
          <a:lstStyle/>
          <a:p>
            <a:pPr marL="463680" algn="ctr">
              <a:lnSpc>
                <a:spcPct val="100000"/>
              </a:lnSpc>
              <a:spcBef>
                <a:spcPts val="99"/>
              </a:spcBef>
              <a:buNone/>
            </a:pPr>
            <a:r>
              <a:rPr lang="en-IN" sz="2800" b="1" strike="noStrike" spc="-1">
                <a:solidFill>
                  <a:srgbClr val="000000"/>
                </a:solidFill>
                <a:latin typeface="Calibri"/>
                <a:ea typeface="Calibri"/>
              </a:rPr>
              <a:t>The responsibility of Information Security</a:t>
            </a:r>
          </a:p>
        </p:txBody>
      </p:sp>
      <p:sp>
        <p:nvSpPr>
          <p:cNvPr id="15" name="TextBox 6">
            <a:extLst>
              <a:ext uri="{FF2B5EF4-FFF2-40B4-BE49-F238E27FC236}">
                <a16:creationId xmlns:a16="http://schemas.microsoft.com/office/drawing/2014/main" id="{0EFB6961-5F17-40DB-C604-111ACBD886FE}"/>
              </a:ext>
            </a:extLst>
          </p:cNvPr>
          <p:cNvSpPr/>
          <p:nvPr/>
        </p:nvSpPr>
        <p:spPr>
          <a:xfrm>
            <a:off x="359999" y="540000"/>
            <a:ext cx="7073733"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IN" sz="2800" b="0" strike="noStrike" spc="-12">
                <a:solidFill>
                  <a:srgbClr val="1A237E"/>
                </a:solidFill>
                <a:latin typeface="Calibri"/>
                <a:ea typeface="DejaVu Sans"/>
              </a:rPr>
              <a:t>Information Security and It’s Responsibility</a:t>
            </a:r>
            <a:endParaRPr lang="en-IN" sz="2800" b="0" strike="noStrike" spc="-1">
              <a:latin typeface="Arial"/>
            </a:endParaRPr>
          </a:p>
        </p:txBody>
      </p:sp>
      <p:grpSp>
        <p:nvGrpSpPr>
          <p:cNvPr id="2" name="Group 1">
            <a:extLst>
              <a:ext uri="{FF2B5EF4-FFF2-40B4-BE49-F238E27FC236}">
                <a16:creationId xmlns:a16="http://schemas.microsoft.com/office/drawing/2014/main" id="{936C5DA9-F88D-D021-6AA8-7FA84F0FFC04}"/>
              </a:ext>
            </a:extLst>
          </p:cNvPr>
          <p:cNvGrpSpPr/>
          <p:nvPr/>
        </p:nvGrpSpPr>
        <p:grpSpPr>
          <a:xfrm>
            <a:off x="651333" y="1396127"/>
            <a:ext cx="3175050" cy="2351119"/>
            <a:chOff x="236008" y="1797050"/>
            <a:chExt cx="5316091" cy="4104216"/>
          </a:xfrm>
        </p:grpSpPr>
        <p:pic>
          <p:nvPicPr>
            <p:cNvPr id="3" name="Picture 2">
              <a:extLst>
                <a:ext uri="{FF2B5EF4-FFF2-40B4-BE49-F238E27FC236}">
                  <a16:creationId xmlns:a16="http://schemas.microsoft.com/office/drawing/2014/main" id="{AD8031A2-BDE0-7B22-AC7A-888608B81E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08" y="1797050"/>
              <a:ext cx="5316091" cy="4104216"/>
            </a:xfrm>
            <a:prstGeom prst="rect">
              <a:avLst/>
            </a:prstGeom>
          </p:spPr>
        </p:pic>
        <p:grpSp>
          <p:nvGrpSpPr>
            <p:cNvPr id="21" name="Group 20">
              <a:extLst>
                <a:ext uri="{FF2B5EF4-FFF2-40B4-BE49-F238E27FC236}">
                  <a16:creationId xmlns:a16="http://schemas.microsoft.com/office/drawing/2014/main" id="{132A274B-3B9D-66D8-3B83-0DE8FCB09F98}"/>
                </a:ext>
              </a:extLst>
            </p:cNvPr>
            <p:cNvGrpSpPr/>
            <p:nvPr/>
          </p:nvGrpSpPr>
          <p:grpSpPr>
            <a:xfrm>
              <a:off x="389467" y="1905000"/>
              <a:ext cx="5001664" cy="3742267"/>
              <a:chOff x="389467" y="1905000"/>
              <a:chExt cx="5001664" cy="3742267"/>
            </a:xfrm>
          </p:grpSpPr>
          <p:cxnSp>
            <p:nvCxnSpPr>
              <p:cNvPr id="17" name="Straight Connector 16">
                <a:extLst>
                  <a:ext uri="{FF2B5EF4-FFF2-40B4-BE49-F238E27FC236}">
                    <a16:creationId xmlns:a16="http://schemas.microsoft.com/office/drawing/2014/main" id="{947DA6FC-EAE0-3AEB-E8FB-7737DB7E8CF0}"/>
                  </a:ext>
                </a:extLst>
              </p:cNvPr>
              <p:cNvCxnSpPr/>
              <p:nvPr/>
            </p:nvCxnSpPr>
            <p:spPr>
              <a:xfrm>
                <a:off x="389467" y="1905000"/>
                <a:ext cx="4848205" cy="374226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E2E4A54-7889-13FD-F039-3BC4D1EA56CA}"/>
                  </a:ext>
                </a:extLst>
              </p:cNvPr>
              <p:cNvCxnSpPr>
                <a:cxnSpLocks/>
              </p:cNvCxnSpPr>
              <p:nvPr/>
            </p:nvCxnSpPr>
            <p:spPr>
              <a:xfrm flipV="1">
                <a:off x="449280" y="1976889"/>
                <a:ext cx="4941851" cy="3670378"/>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pic>
        <p:nvPicPr>
          <p:cNvPr id="6" name="Picture 5" descr="A group of people holding hands&#10;&#10;AI-generated content may be incorrect.">
            <a:extLst>
              <a:ext uri="{FF2B5EF4-FFF2-40B4-BE49-F238E27FC236}">
                <a16:creationId xmlns:a16="http://schemas.microsoft.com/office/drawing/2014/main" id="{5E8E8099-A315-5AFE-4484-889F580017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2877" y="3856067"/>
            <a:ext cx="3175051" cy="2601693"/>
          </a:xfrm>
          <a:prstGeom prst="rect">
            <a:avLst/>
          </a:prstGeom>
        </p:spPr>
      </p:pic>
    </p:spTree>
    <p:extLst>
      <p:ext uri="{BB962C8B-B14F-4D97-AF65-F5344CB8AC3E}">
        <p14:creationId xmlns:p14="http://schemas.microsoft.com/office/powerpoint/2010/main" val="260330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0"/>
      <p:bldP spid="5" grpId="0"/>
      <p:bldP spid="7" grpId="0"/>
      <p:bldP spid="9"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829B688-619A-5AE2-7578-D1721A46B33C}"/>
              </a:ext>
            </a:extLst>
          </p:cNvPr>
          <p:cNvPicPr>
            <a:picLocks noChangeAspect="1"/>
          </p:cNvPicPr>
          <p:nvPr/>
        </p:nvPicPr>
        <p:blipFill>
          <a:blip r:embed="rId3"/>
          <a:stretch>
            <a:fillRect/>
          </a:stretch>
        </p:blipFill>
        <p:spPr>
          <a:xfrm>
            <a:off x="3924913" y="1981720"/>
            <a:ext cx="4141694" cy="3505296"/>
          </a:xfrm>
          <a:prstGeom prst="rect">
            <a:avLst/>
          </a:prstGeom>
        </p:spPr>
      </p:pic>
      <p:sp>
        <p:nvSpPr>
          <p:cNvPr id="244"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DD151F5E-1BBD-4DE0-A33A-B394C3D403B1}" type="slidenum">
              <a:rPr lang="en-IN" sz="1200" b="0" strike="noStrike" spc="-1">
                <a:solidFill>
                  <a:srgbClr val="8B8B8B"/>
                </a:solidFill>
                <a:latin typeface="Calibri"/>
                <a:ea typeface="DejaVu Sans"/>
              </a:rPr>
              <a:t>9</a:t>
            </a:fld>
            <a:endParaRPr lang="en-IN" sz="1200" b="0" strike="noStrike" spc="-1">
              <a:latin typeface="Times New Roman"/>
            </a:endParaRPr>
          </a:p>
        </p:txBody>
      </p:sp>
      <p:sp>
        <p:nvSpPr>
          <p:cNvPr id="245" name="TextBox 6"/>
          <p:cNvSpPr/>
          <p:nvPr/>
        </p:nvSpPr>
        <p:spPr>
          <a:xfrm>
            <a:off x="360000" y="540000"/>
            <a:ext cx="6093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IN" sz="2800" b="0" strike="noStrike" spc="-12">
                <a:solidFill>
                  <a:srgbClr val="1A237E"/>
                </a:solidFill>
                <a:latin typeface="Calibri"/>
                <a:ea typeface="DejaVu Sans"/>
              </a:rPr>
              <a:t>Pillars of ISMS</a:t>
            </a:r>
            <a:endParaRPr lang="en-IN" sz="2800" b="0" strike="noStrike" spc="-1">
              <a:latin typeface="Arial"/>
            </a:endParaRPr>
          </a:p>
        </p:txBody>
      </p:sp>
      <p:sp>
        <p:nvSpPr>
          <p:cNvPr id="4" name="TextBox 3">
            <a:extLst>
              <a:ext uri="{FF2B5EF4-FFF2-40B4-BE49-F238E27FC236}">
                <a16:creationId xmlns:a16="http://schemas.microsoft.com/office/drawing/2014/main" id="{D6DBFE7C-1727-81CD-9355-6EFDE02ACB50}"/>
              </a:ext>
            </a:extLst>
          </p:cNvPr>
          <p:cNvSpPr txBox="1"/>
          <p:nvPr/>
        </p:nvSpPr>
        <p:spPr>
          <a:xfrm>
            <a:off x="3981367" y="5486016"/>
            <a:ext cx="4085240" cy="369332"/>
          </a:xfrm>
          <a:prstGeom prst="rect">
            <a:avLst/>
          </a:prstGeom>
          <a:noFill/>
        </p:spPr>
        <p:txBody>
          <a:bodyPr wrap="square">
            <a:spAutoFit/>
          </a:bodyPr>
          <a:lstStyle/>
          <a:p>
            <a:r>
              <a:rPr lang="en-US"/>
              <a:t>Not disclosing to unauthorized person </a:t>
            </a:r>
            <a:endParaRPr lang="en-IN"/>
          </a:p>
        </p:txBody>
      </p:sp>
      <p:sp>
        <p:nvSpPr>
          <p:cNvPr id="6" name="TextBox 5">
            <a:extLst>
              <a:ext uri="{FF2B5EF4-FFF2-40B4-BE49-F238E27FC236}">
                <a16:creationId xmlns:a16="http://schemas.microsoft.com/office/drawing/2014/main" id="{EC37555B-A7F2-DEA3-B9D6-573676AB44B5}"/>
              </a:ext>
            </a:extLst>
          </p:cNvPr>
          <p:cNvSpPr txBox="1"/>
          <p:nvPr/>
        </p:nvSpPr>
        <p:spPr>
          <a:xfrm rot="18094821">
            <a:off x="3192846" y="3197759"/>
            <a:ext cx="3212104" cy="369332"/>
          </a:xfrm>
          <a:prstGeom prst="rect">
            <a:avLst/>
          </a:prstGeom>
          <a:noFill/>
        </p:spPr>
        <p:txBody>
          <a:bodyPr wrap="square">
            <a:spAutoFit/>
          </a:bodyPr>
          <a:lstStyle/>
          <a:p>
            <a:r>
              <a:rPr lang="en-US"/>
              <a:t>Accuracy and completeness</a:t>
            </a:r>
            <a:endParaRPr lang="en-IN"/>
          </a:p>
        </p:txBody>
      </p:sp>
      <p:sp>
        <p:nvSpPr>
          <p:cNvPr id="8" name="TextBox 7">
            <a:extLst>
              <a:ext uri="{FF2B5EF4-FFF2-40B4-BE49-F238E27FC236}">
                <a16:creationId xmlns:a16="http://schemas.microsoft.com/office/drawing/2014/main" id="{F8C08C04-6A0D-76BF-1E2A-17039FC25679}"/>
              </a:ext>
            </a:extLst>
          </p:cNvPr>
          <p:cNvSpPr txBox="1"/>
          <p:nvPr/>
        </p:nvSpPr>
        <p:spPr>
          <a:xfrm rot="3552133">
            <a:off x="5494890" y="3282856"/>
            <a:ext cx="3567275" cy="369332"/>
          </a:xfrm>
          <a:prstGeom prst="rect">
            <a:avLst/>
          </a:prstGeom>
          <a:noFill/>
        </p:spPr>
        <p:txBody>
          <a:bodyPr wrap="square">
            <a:spAutoFit/>
          </a:bodyPr>
          <a:lstStyle/>
          <a:p>
            <a:r>
              <a:rPr lang="en-US"/>
              <a:t>Accessible to authorized person</a:t>
            </a:r>
            <a:endParaRPr lang="en-IN"/>
          </a:p>
        </p:txBody>
      </p:sp>
      <p:sp>
        <p:nvSpPr>
          <p:cNvPr id="12" name="Rectangle 11">
            <a:extLst>
              <a:ext uri="{FF2B5EF4-FFF2-40B4-BE49-F238E27FC236}">
                <a16:creationId xmlns:a16="http://schemas.microsoft.com/office/drawing/2014/main" id="{E3AC0B28-F5F4-2A69-7E16-0FAF9B3F37B0}"/>
              </a:ext>
            </a:extLst>
          </p:cNvPr>
          <p:cNvSpPr/>
          <p:nvPr/>
        </p:nvSpPr>
        <p:spPr>
          <a:xfrm>
            <a:off x="5404357" y="4494886"/>
            <a:ext cx="1193667" cy="400110"/>
          </a:xfrm>
          <a:prstGeom prst="rect">
            <a:avLst/>
          </a:prstGeom>
          <a:noFill/>
        </p:spPr>
        <p:txBody>
          <a:bodyPr wrap="square" lIns="91440" tIns="45720" rIns="91440" bIns="45720">
            <a:spAutoFit/>
          </a:bodyPr>
          <a:lstStyle/>
          <a:p>
            <a:pPr algn="ctr"/>
            <a:r>
              <a:rPr lang="en-US" sz="2000" b="1" cap="none" spc="0">
                <a:ln w="0"/>
                <a:effectLst>
                  <a:outerShdw blurRad="38100" dist="19050" dir="2700000" algn="tl" rotWithShape="0">
                    <a:schemeClr val="dk1">
                      <a:alpha val="40000"/>
                    </a:schemeClr>
                  </a:outerShdw>
                </a:effectLst>
              </a:rPr>
              <a:t>Assets</a:t>
            </a:r>
          </a:p>
        </p:txBody>
      </p:sp>
      <p:sp>
        <p:nvSpPr>
          <p:cNvPr id="5" name="TextBox 4">
            <a:extLst>
              <a:ext uri="{FF2B5EF4-FFF2-40B4-BE49-F238E27FC236}">
                <a16:creationId xmlns:a16="http://schemas.microsoft.com/office/drawing/2014/main" id="{CD936999-5615-7144-1131-C39E03653D3A}"/>
              </a:ext>
            </a:extLst>
          </p:cNvPr>
          <p:cNvSpPr txBox="1"/>
          <p:nvPr/>
        </p:nvSpPr>
        <p:spPr>
          <a:xfrm rot="16200000">
            <a:off x="-1666536" y="3523648"/>
            <a:ext cx="5392986" cy="707886"/>
          </a:xfrm>
          <a:prstGeom prst="rect">
            <a:avLst/>
          </a:prstGeom>
          <a:noFill/>
        </p:spPr>
        <p:txBody>
          <a:bodyPr vert="horz" wrap="square">
            <a:spAutoFit/>
          </a:bodyPr>
          <a:lstStyle/>
          <a:p>
            <a:pPr algn="ctr"/>
            <a:r>
              <a:rPr lang="en-IN" sz="4000" b="1" strike="noStrike" spc="-1">
                <a:solidFill>
                  <a:srgbClr val="C00000"/>
                </a:solidFill>
                <a:latin typeface="Calibri"/>
                <a:ea typeface="Calibri"/>
              </a:rPr>
              <a:t>Information security</a:t>
            </a:r>
            <a:endParaRPr lang="en-IN" sz="4000"/>
          </a:p>
        </p:txBody>
      </p:sp>
    </p:spTree>
    <p:extLst>
      <p:ext uri="{BB962C8B-B14F-4D97-AF65-F5344CB8AC3E}">
        <p14:creationId xmlns:p14="http://schemas.microsoft.com/office/powerpoint/2010/main" val="345289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2"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52D6FF37-2176-4661-860A-27657CD3128D}" type="slidenum">
              <a:rPr lang="en-IN" sz="1200" b="0" strike="noStrike" spc="-1">
                <a:solidFill>
                  <a:srgbClr val="8B8B8B"/>
                </a:solidFill>
                <a:latin typeface="Calibri"/>
                <a:ea typeface="DejaVu Sans"/>
              </a:rPr>
              <a:t>10</a:t>
            </a:fld>
            <a:endParaRPr lang="en-IN" sz="1200" b="0" strike="noStrike" spc="-1">
              <a:latin typeface="Times New Roman"/>
            </a:endParaRPr>
          </a:p>
        </p:txBody>
      </p:sp>
      <p:sp>
        <p:nvSpPr>
          <p:cNvPr id="270" name="object 6"/>
          <p:cNvSpPr/>
          <p:nvPr/>
        </p:nvSpPr>
        <p:spPr>
          <a:xfrm>
            <a:off x="410400" y="540000"/>
            <a:ext cx="7508520" cy="44361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12">
                <a:solidFill>
                  <a:srgbClr val="1A237E"/>
                </a:solidFill>
                <a:latin typeface="Calibri"/>
                <a:ea typeface="DejaVu Sans"/>
              </a:rPr>
              <a:t>Information Security</a:t>
            </a:r>
            <a:endParaRPr lang="en-IN" sz="2800" b="0" strike="noStrike" spc="-1">
              <a:latin typeface="Arial"/>
            </a:endParaRPr>
          </a:p>
        </p:txBody>
      </p:sp>
      <p:sp>
        <p:nvSpPr>
          <p:cNvPr id="2" name="object 8">
            <a:extLst>
              <a:ext uri="{FF2B5EF4-FFF2-40B4-BE49-F238E27FC236}">
                <a16:creationId xmlns:a16="http://schemas.microsoft.com/office/drawing/2014/main" id="{46955848-8A3D-64B9-C559-323AEF904138}"/>
              </a:ext>
            </a:extLst>
          </p:cNvPr>
          <p:cNvSpPr/>
          <p:nvPr/>
        </p:nvSpPr>
        <p:spPr>
          <a:xfrm>
            <a:off x="877337" y="2684156"/>
            <a:ext cx="9655195" cy="1489687"/>
          </a:xfrm>
          <a:prstGeom prst="rect">
            <a:avLst/>
          </a:prstGeom>
          <a:noFill/>
          <a:ln w="0">
            <a:noFill/>
          </a:ln>
        </p:spPr>
        <p:style>
          <a:lnRef idx="0">
            <a:scrgbClr r="0" g="0" b="0"/>
          </a:lnRef>
          <a:fillRef idx="0">
            <a:scrgbClr r="0" g="0" b="0"/>
          </a:fillRef>
          <a:effectRef idx="0">
            <a:scrgbClr r="0" g="0" b="0"/>
          </a:effectRef>
          <a:fontRef idx="minor"/>
        </p:style>
        <p:txBody>
          <a:bodyPr wrap="square" lIns="0" tIns="12240" rIns="0" bIns="0" anchor="t">
            <a:spAutoFit/>
          </a:bodyPr>
          <a:lstStyle/>
          <a:p>
            <a:pPr marL="463680" algn="ctr">
              <a:lnSpc>
                <a:spcPct val="100000"/>
              </a:lnSpc>
              <a:spcBef>
                <a:spcPts val="99"/>
              </a:spcBef>
              <a:buNone/>
            </a:pPr>
            <a:r>
              <a:rPr lang="en-IN" sz="3200" b="1" strike="noStrike" spc="-1">
                <a:latin typeface="Calibri"/>
                <a:ea typeface="Calibri"/>
              </a:rPr>
              <a:t>Preservation of </a:t>
            </a:r>
            <a:r>
              <a:rPr lang="en-IN" sz="3200" b="1" strike="noStrike" spc="-1">
                <a:solidFill>
                  <a:schemeClr val="accent5"/>
                </a:solidFill>
                <a:latin typeface="Calibri"/>
                <a:ea typeface="Calibri"/>
              </a:rPr>
              <a:t>Confidentiality, Integrity and availability</a:t>
            </a:r>
            <a:r>
              <a:rPr lang="en-IN" sz="3200" b="1" strike="noStrike" spc="-1">
                <a:solidFill>
                  <a:srgbClr val="C00000"/>
                </a:solidFill>
                <a:latin typeface="Calibri"/>
                <a:ea typeface="Calibri"/>
              </a:rPr>
              <a:t> </a:t>
            </a:r>
            <a:r>
              <a:rPr lang="en-IN" sz="3200" b="1" strike="noStrike" spc="-1">
                <a:latin typeface="Calibri"/>
                <a:ea typeface="Calibri"/>
              </a:rPr>
              <a:t>of the assets in the organization is </a:t>
            </a:r>
            <a:r>
              <a:rPr lang="en-IN" sz="3200" b="1" strike="noStrike" spc="-1">
                <a:solidFill>
                  <a:srgbClr val="C00000"/>
                </a:solidFill>
                <a:latin typeface="Calibri"/>
                <a:ea typeface="Calibri"/>
              </a:rPr>
              <a:t>Information security</a:t>
            </a:r>
            <a:endParaRPr lang="en-IN" sz="3200" strike="noStrike" spc="-1">
              <a:solidFill>
                <a:srgbClr val="C00000"/>
              </a:solidFill>
              <a:latin typeface="Arial"/>
            </a:endParaRPr>
          </a:p>
        </p:txBody>
      </p:sp>
    </p:spTree>
    <p:extLst>
      <p:ext uri="{BB962C8B-B14F-4D97-AF65-F5344CB8AC3E}">
        <p14:creationId xmlns:p14="http://schemas.microsoft.com/office/powerpoint/2010/main" val="399314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04B1409-C013-5A99-A177-9012486ECF43}"/>
              </a:ext>
            </a:extLst>
          </p:cNvPr>
          <p:cNvGrpSpPr/>
          <p:nvPr/>
        </p:nvGrpSpPr>
        <p:grpSpPr>
          <a:xfrm>
            <a:off x="-88960" y="1140977"/>
            <a:ext cx="12280960" cy="5446928"/>
            <a:chOff x="-88960" y="1140977"/>
            <a:chExt cx="12280960" cy="5446928"/>
          </a:xfrm>
        </p:grpSpPr>
        <p:pic>
          <p:nvPicPr>
            <p:cNvPr id="6150" name="Picture 6" descr="Blackboard Square Download HQ Transparent HQ PNG Download | FreePNGImg">
              <a:extLst>
                <a:ext uri="{FF2B5EF4-FFF2-40B4-BE49-F238E27FC236}">
                  <a16:creationId xmlns:a16="http://schemas.microsoft.com/office/drawing/2014/main" id="{48D2DFC3-4777-EC36-AE24-1519322236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E6353C19-2456-162B-94F9-CC2356D21D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Donts Icon Stock Illustrations – 637 Donts Icon Stock Illustrations,  Vectors &amp; Clipart - Dreamstime">
              <a:extLst>
                <a:ext uri="{FF2B5EF4-FFF2-40B4-BE49-F238E27FC236}">
                  <a16:creationId xmlns:a16="http://schemas.microsoft.com/office/drawing/2014/main" id="{CA4E136D-4F02-A7B3-8CC8-AE3C669873C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onts Icon Stock Illustrations – 637 Donts Icon Stock Illustrations,  Vectors &amp; Clipart - Dreamstime">
              <a:extLst>
                <a:ext uri="{FF2B5EF4-FFF2-40B4-BE49-F238E27FC236}">
                  <a16:creationId xmlns:a16="http://schemas.microsoft.com/office/drawing/2014/main" id="{501022CF-40FD-D2ED-4FA4-64B303AC35A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09"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56918A5F-D037-4D15-9F4B-30FEF8BA7A2B}" type="slidenum">
              <a:rPr lang="en-IN" sz="1200" b="0" strike="noStrike" spc="-1">
                <a:solidFill>
                  <a:srgbClr val="8B8B8B"/>
                </a:solidFill>
                <a:latin typeface="Calibri"/>
                <a:ea typeface="DejaVu Sans"/>
              </a:rPr>
              <a:t>11</a:t>
            </a:fld>
            <a:endParaRPr lang="en-IN" sz="1200" b="0" strike="noStrike" spc="-1">
              <a:latin typeface="Times New Roman"/>
            </a:endParaRPr>
          </a:p>
        </p:txBody>
      </p:sp>
      <p:sp>
        <p:nvSpPr>
          <p:cNvPr id="310" name="object 42"/>
          <p:cNvSpPr/>
          <p:nvPr/>
        </p:nvSpPr>
        <p:spPr>
          <a:xfrm>
            <a:off x="471960" y="640440"/>
            <a:ext cx="7626960" cy="44361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1">
                <a:solidFill>
                  <a:srgbClr val="1A237E"/>
                </a:solidFill>
                <a:latin typeface="Calibri"/>
                <a:ea typeface="Calibri"/>
              </a:rPr>
              <a:t>User Responsibility Email Usage Policy</a:t>
            </a:r>
            <a:endParaRPr lang="en-IN" sz="2800" b="0" strike="noStrike" spc="-1">
              <a:latin typeface="Arial"/>
            </a:endParaRPr>
          </a:p>
        </p:txBody>
      </p:sp>
      <p:sp>
        <p:nvSpPr>
          <p:cNvPr id="311" name="TextBox 16"/>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13" name="object 43"/>
          <p:cNvSpPr/>
          <p:nvPr/>
        </p:nvSpPr>
        <p:spPr>
          <a:xfrm>
            <a:off x="643619" y="2667202"/>
            <a:ext cx="5048434" cy="3141785"/>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342900" indent="-342900">
              <a:lnSpc>
                <a:spcPct val="100000"/>
              </a:lnSpc>
              <a:spcBef>
                <a:spcPts val="530"/>
              </a:spcBef>
              <a:buClr>
                <a:schemeClr val="bg1"/>
              </a:buClr>
              <a:buFont typeface="Arial" panose="020B0604020202020204" pitchFamily="34" charset="0"/>
              <a:buChar char="•"/>
              <a:tabLst>
                <a:tab pos="354960" algn="l"/>
                <a:tab pos="355680" algn="l"/>
              </a:tabLst>
            </a:pPr>
            <a:r>
              <a:rPr lang="en-IN" sz="2000" b="0" strike="noStrike" spc="-1">
                <a:solidFill>
                  <a:schemeClr val="bg1"/>
                </a:solidFill>
                <a:latin typeface="Calibri"/>
                <a:ea typeface="DejaVu Sans"/>
              </a:rPr>
              <a:t>Use </a:t>
            </a:r>
            <a:r>
              <a:rPr lang="en-IN" sz="2000" b="0" strike="noStrike" spc="-12">
                <a:solidFill>
                  <a:schemeClr val="bg1"/>
                </a:solidFill>
                <a:latin typeface="Calibri"/>
                <a:ea typeface="DejaVu Sans"/>
              </a:rPr>
              <a:t>Official </a:t>
            </a:r>
            <a:r>
              <a:rPr lang="en-IN" sz="2000" b="0" strike="noStrike" spc="-7">
                <a:solidFill>
                  <a:schemeClr val="bg1"/>
                </a:solidFill>
                <a:latin typeface="Calibri"/>
                <a:ea typeface="DejaVu Sans"/>
              </a:rPr>
              <a:t>Email </a:t>
            </a:r>
            <a:r>
              <a:rPr lang="en-IN" sz="2000" b="0" strike="noStrike" spc="-15">
                <a:solidFill>
                  <a:schemeClr val="bg1"/>
                </a:solidFill>
                <a:latin typeface="Calibri"/>
                <a:ea typeface="DejaVu Sans"/>
              </a:rPr>
              <a:t>for </a:t>
            </a:r>
            <a:r>
              <a:rPr lang="en-IN" sz="2000" b="0" strike="noStrike" spc="-7">
                <a:solidFill>
                  <a:schemeClr val="bg1"/>
                </a:solidFill>
                <a:latin typeface="Calibri"/>
                <a:ea typeface="DejaVu Sans"/>
              </a:rPr>
              <a:t>BUSINESS purpose</a:t>
            </a:r>
            <a:r>
              <a:rPr lang="en-IN" sz="2000" b="0" strike="noStrike" spc="-1">
                <a:solidFill>
                  <a:schemeClr val="bg1"/>
                </a:solidFill>
                <a:latin typeface="Calibri"/>
                <a:ea typeface="DejaVu Sans"/>
              </a:rPr>
              <a:t> </a:t>
            </a:r>
            <a:r>
              <a:rPr lang="en-IN" sz="2000" b="0" strike="noStrike" spc="-7">
                <a:solidFill>
                  <a:schemeClr val="bg1"/>
                </a:solidFill>
                <a:latin typeface="Calibri"/>
                <a:ea typeface="DejaVu Sans"/>
              </a:rPr>
              <a:t>only</a:t>
            </a:r>
            <a:endParaRPr lang="en-IN" sz="2000" b="0" strike="noStrike" spc="-1">
              <a:solidFill>
                <a:schemeClr val="bg1"/>
              </a:solidFill>
              <a:latin typeface="Arial"/>
            </a:endParaRPr>
          </a:p>
          <a:p>
            <a:pPr marL="342900" indent="-342900">
              <a:lnSpc>
                <a:spcPct val="100000"/>
              </a:lnSpc>
              <a:spcBef>
                <a:spcPts val="434"/>
              </a:spcBef>
              <a:buClr>
                <a:schemeClr val="bg1"/>
              </a:buClr>
              <a:buFont typeface="Arial" panose="020B0604020202020204" pitchFamily="34" charset="0"/>
              <a:buChar char="•"/>
              <a:tabLst>
                <a:tab pos="354960" algn="l"/>
                <a:tab pos="355680" algn="l"/>
              </a:tabLst>
            </a:pPr>
            <a:r>
              <a:rPr lang="en-IN" sz="2000" b="0" strike="noStrike" spc="-1">
                <a:solidFill>
                  <a:schemeClr val="bg1"/>
                </a:solidFill>
                <a:latin typeface="Calibri"/>
                <a:ea typeface="DejaVu Sans"/>
              </a:rPr>
              <a:t>If </a:t>
            </a:r>
            <a:r>
              <a:rPr lang="en-IN" sz="2000" b="0" strike="noStrike" spc="-12">
                <a:solidFill>
                  <a:schemeClr val="bg1"/>
                </a:solidFill>
                <a:latin typeface="Calibri"/>
                <a:ea typeface="DejaVu Sans"/>
              </a:rPr>
              <a:t>you come across </a:t>
            </a:r>
            <a:r>
              <a:rPr lang="en-IN" sz="2000" b="0" strike="noStrike" spc="-15">
                <a:solidFill>
                  <a:schemeClr val="bg1"/>
                </a:solidFill>
                <a:latin typeface="Calibri"/>
                <a:ea typeface="DejaVu Sans"/>
              </a:rPr>
              <a:t>any </a:t>
            </a:r>
            <a:r>
              <a:rPr lang="en-IN" sz="2000" b="0" strike="noStrike" spc="-7">
                <a:solidFill>
                  <a:schemeClr val="bg1"/>
                </a:solidFill>
                <a:latin typeface="Calibri"/>
                <a:ea typeface="DejaVu Sans"/>
              </a:rPr>
              <a:t>Junk/spam/suspicious </a:t>
            </a:r>
            <a:r>
              <a:rPr lang="en-IN" sz="2000" b="0" strike="noStrike" spc="-1">
                <a:solidFill>
                  <a:schemeClr val="bg1"/>
                </a:solidFill>
                <a:latin typeface="Calibri"/>
                <a:ea typeface="DejaVu Sans"/>
              </a:rPr>
              <a:t>Email </a:t>
            </a:r>
            <a:r>
              <a:rPr lang="en-IN" sz="2000" b="0" strike="noStrike" spc="-7">
                <a:solidFill>
                  <a:schemeClr val="bg1"/>
                </a:solidFill>
                <a:latin typeface="Calibri"/>
                <a:ea typeface="DejaVu Sans"/>
              </a:rPr>
              <a:t>do </a:t>
            </a:r>
            <a:r>
              <a:rPr lang="en-IN" sz="2000" b="0" strike="noStrike" spc="-1">
                <a:solidFill>
                  <a:schemeClr val="bg1"/>
                </a:solidFill>
                <a:latin typeface="Calibri"/>
                <a:ea typeface="DejaVu Sans"/>
              </a:rPr>
              <a:t>the</a:t>
            </a:r>
            <a:r>
              <a:rPr lang="en-IN" sz="2000" b="0" strike="noStrike" spc="38">
                <a:solidFill>
                  <a:schemeClr val="bg1"/>
                </a:solidFill>
                <a:latin typeface="Calibri"/>
                <a:ea typeface="DejaVu Sans"/>
              </a:rPr>
              <a:t> </a:t>
            </a:r>
            <a:r>
              <a:rPr lang="en-IN" sz="2000" b="0" strike="noStrike" spc="-12">
                <a:solidFill>
                  <a:schemeClr val="bg1"/>
                </a:solidFill>
                <a:latin typeface="Calibri"/>
                <a:ea typeface="DejaVu Sans"/>
              </a:rPr>
              <a:t>following</a:t>
            </a:r>
            <a:endParaRPr lang="en-IN" sz="2000" b="0" strike="noStrike" spc="-1">
              <a:solidFill>
                <a:schemeClr val="bg1"/>
              </a:solidFill>
              <a:latin typeface="Arial"/>
            </a:endParaRPr>
          </a:p>
          <a:p>
            <a:pPr marL="800100" lvl="1" indent="-342900">
              <a:spcBef>
                <a:spcPts val="434"/>
              </a:spcBef>
              <a:buClr>
                <a:schemeClr val="bg1"/>
              </a:buClr>
              <a:buFont typeface="Arial" panose="020B0604020202020204" pitchFamily="34" charset="0"/>
              <a:buChar char="•"/>
              <a:tabLst>
                <a:tab pos="756360" algn="l"/>
                <a:tab pos="757080" algn="l"/>
              </a:tabLst>
            </a:pPr>
            <a:r>
              <a:rPr lang="en-IN" sz="2000" b="0" strike="noStrike" spc="-7">
                <a:solidFill>
                  <a:schemeClr val="bg1"/>
                </a:solidFill>
                <a:latin typeface="Calibri"/>
                <a:ea typeface="DejaVu Sans"/>
              </a:rPr>
              <a:t>Always check the domain of the Email.</a:t>
            </a:r>
            <a:endParaRPr lang="en-IN" sz="2000" b="0" strike="noStrike" spc="-1">
              <a:solidFill>
                <a:schemeClr val="bg1"/>
              </a:solidFill>
              <a:latin typeface="Arial"/>
            </a:endParaRPr>
          </a:p>
          <a:p>
            <a:pPr marL="1257480" lvl="2" indent="-343080">
              <a:spcBef>
                <a:spcPts val="434"/>
              </a:spcBef>
              <a:buClr>
                <a:schemeClr val="bg1"/>
              </a:buClr>
              <a:buFont typeface="Arial" panose="020B0604020202020204" pitchFamily="34" charset="0"/>
              <a:buChar char="•"/>
              <a:tabLst>
                <a:tab pos="756360" algn="l"/>
                <a:tab pos="757080" algn="l"/>
              </a:tabLst>
            </a:pPr>
            <a:r>
              <a:rPr lang="en-IN" sz="2000" b="0" strike="noStrike" spc="-7">
                <a:solidFill>
                  <a:schemeClr val="bg1"/>
                </a:solidFill>
                <a:latin typeface="Calibri"/>
                <a:ea typeface="DejaVu Sans"/>
              </a:rPr>
              <a:t>Correct </a:t>
            </a:r>
            <a:r>
              <a:rPr lang="en-IN" sz="2000" b="0" strike="noStrike" spc="-7">
                <a:solidFill>
                  <a:schemeClr val="bg1"/>
                </a:solidFill>
                <a:latin typeface="Calibri"/>
                <a:ea typeface="DejaVu Sans"/>
                <a:hlinkClick r:id="rId5">
                  <a:extLst>
                    <a:ext uri="{A12FA001-AC4F-418D-AE19-62706E023703}">
                      <ahyp:hlinkClr xmlns:ahyp="http://schemas.microsoft.com/office/drawing/2018/hyperlinkcolor" val="tx"/>
                    </a:ext>
                  </a:extLst>
                </a:hlinkClick>
              </a:rPr>
              <a:t>-@jasmin-infotech.com</a:t>
            </a:r>
            <a:endParaRPr lang="en-IN" sz="2000" b="0" strike="noStrike" spc="-1">
              <a:solidFill>
                <a:schemeClr val="bg1"/>
              </a:solidFill>
              <a:latin typeface="Arial"/>
            </a:endParaRPr>
          </a:p>
          <a:p>
            <a:pPr marL="1257480" lvl="2" indent="-343080">
              <a:spcBef>
                <a:spcPts val="434"/>
              </a:spcBef>
              <a:buClr>
                <a:schemeClr val="bg1"/>
              </a:buClr>
              <a:buFont typeface="Arial" panose="020B0604020202020204" pitchFamily="34" charset="0"/>
              <a:buChar char="•"/>
              <a:tabLst>
                <a:tab pos="756360" algn="l"/>
                <a:tab pos="757080" algn="l"/>
              </a:tabLst>
            </a:pPr>
            <a:r>
              <a:rPr lang="en-IN" sz="2000" b="0" strike="noStrike" spc="-7">
                <a:solidFill>
                  <a:schemeClr val="bg1"/>
                </a:solidFill>
                <a:latin typeface="Calibri"/>
                <a:ea typeface="DejaVu Sans"/>
              </a:rPr>
              <a:t>Incorrect </a:t>
            </a:r>
            <a:r>
              <a:rPr lang="en-IN" sz="2000" b="0" strike="noStrike" spc="-7">
                <a:solidFill>
                  <a:schemeClr val="bg1"/>
                </a:solidFill>
                <a:latin typeface="Calibri"/>
                <a:ea typeface="DejaVu Sans"/>
                <a:hlinkClick r:id="rId6">
                  <a:extLst>
                    <a:ext uri="{A12FA001-AC4F-418D-AE19-62706E023703}">
                      <ahyp:hlinkClr xmlns:ahyp="http://schemas.microsoft.com/office/drawing/2018/hyperlinkcolor" val="tx"/>
                    </a:ext>
                  </a:extLst>
                </a:hlinkClick>
              </a:rPr>
              <a:t>-@jasmien-infotech.com</a:t>
            </a:r>
            <a:endParaRPr lang="en-IN" sz="2000" b="0" strike="noStrike" spc="-7">
              <a:solidFill>
                <a:schemeClr val="bg1"/>
              </a:solidFill>
              <a:latin typeface="Calibri"/>
              <a:ea typeface="DejaVu Sans"/>
            </a:endParaRPr>
          </a:p>
          <a:p>
            <a:pPr marL="743040" lvl="1" indent="-285840">
              <a:spcBef>
                <a:spcPts val="431"/>
              </a:spcBef>
              <a:buClr>
                <a:schemeClr val="bg1"/>
              </a:buClr>
              <a:buFont typeface="Arial"/>
              <a:buChar char="•"/>
              <a:tabLst>
                <a:tab pos="756360" algn="l"/>
                <a:tab pos="757080" algn="l"/>
              </a:tabLst>
            </a:pPr>
            <a:r>
              <a:rPr lang="en-IN" sz="2000" spc="-15">
                <a:solidFill>
                  <a:schemeClr val="bg1"/>
                </a:solidFill>
                <a:latin typeface="Calibri"/>
              </a:rPr>
              <a:t>Remove </a:t>
            </a:r>
            <a:r>
              <a:rPr lang="en-IN" sz="2000" spc="-1">
                <a:solidFill>
                  <a:schemeClr val="bg1"/>
                </a:solidFill>
                <a:latin typeface="Calibri"/>
              </a:rPr>
              <a:t>the</a:t>
            </a:r>
            <a:r>
              <a:rPr lang="en-IN" sz="2000" spc="9">
                <a:solidFill>
                  <a:schemeClr val="bg1"/>
                </a:solidFill>
                <a:latin typeface="Calibri"/>
              </a:rPr>
              <a:t> </a:t>
            </a:r>
            <a:r>
              <a:rPr lang="en-IN" sz="2000" spc="-1">
                <a:solidFill>
                  <a:schemeClr val="bg1"/>
                </a:solidFill>
                <a:latin typeface="Calibri"/>
              </a:rPr>
              <a:t>Email</a:t>
            </a:r>
            <a:endParaRPr lang="en-IN" sz="2000" spc="-1">
              <a:solidFill>
                <a:schemeClr val="bg1"/>
              </a:solidFill>
            </a:endParaRPr>
          </a:p>
          <a:p>
            <a:pPr marL="743040" lvl="1" indent="-285840">
              <a:spcBef>
                <a:spcPts val="434"/>
              </a:spcBef>
              <a:buClr>
                <a:schemeClr val="bg1"/>
              </a:buClr>
              <a:buFont typeface="Arial"/>
              <a:buChar char="•"/>
              <a:tabLst>
                <a:tab pos="756360" algn="l"/>
                <a:tab pos="757080" algn="l"/>
              </a:tabLst>
            </a:pPr>
            <a:r>
              <a:rPr lang="en-IN" sz="2000" spc="-12">
                <a:solidFill>
                  <a:schemeClr val="bg1"/>
                </a:solidFill>
                <a:latin typeface="Calibri"/>
              </a:rPr>
              <a:t>Inform </a:t>
            </a:r>
            <a:r>
              <a:rPr lang="en-IN" sz="2000" spc="-1">
                <a:solidFill>
                  <a:schemeClr val="bg1"/>
                </a:solidFill>
                <a:latin typeface="Calibri"/>
              </a:rPr>
              <a:t>the same </a:t>
            </a:r>
            <a:r>
              <a:rPr lang="en-IN" sz="2000" spc="-12">
                <a:solidFill>
                  <a:schemeClr val="bg1"/>
                </a:solidFill>
                <a:latin typeface="Calibri"/>
              </a:rPr>
              <a:t>to </a:t>
            </a:r>
            <a:r>
              <a:rPr lang="en-IN" sz="2000" spc="-1">
                <a:solidFill>
                  <a:schemeClr val="bg1"/>
                </a:solidFill>
                <a:latin typeface="Calibri"/>
              </a:rPr>
              <a:t>IT </a:t>
            </a:r>
            <a:r>
              <a:rPr lang="en-IN" sz="2000" spc="-7">
                <a:solidFill>
                  <a:schemeClr val="bg1"/>
                </a:solidFill>
                <a:latin typeface="Calibri"/>
              </a:rPr>
              <a:t>Team</a:t>
            </a:r>
          </a:p>
          <a:p>
            <a:pPr marL="285840" indent="-285840">
              <a:spcBef>
                <a:spcPts val="434"/>
              </a:spcBef>
              <a:buClr>
                <a:schemeClr val="bg1"/>
              </a:buClr>
              <a:buFont typeface="Arial"/>
              <a:buChar char="•"/>
              <a:tabLst>
                <a:tab pos="756360" algn="l"/>
                <a:tab pos="757080" algn="l"/>
              </a:tabLst>
            </a:pPr>
            <a:r>
              <a:rPr lang="en-IN" sz="2000" spc="-7">
                <a:solidFill>
                  <a:schemeClr val="bg1"/>
                </a:solidFill>
                <a:latin typeface="Calibri"/>
              </a:rPr>
              <a:t>Check before clicking on anonymous links.</a:t>
            </a:r>
            <a:endParaRPr lang="en-IN" sz="2000" spc="-1">
              <a:solidFill>
                <a:schemeClr val="bg1"/>
              </a:solidFill>
            </a:endParaRPr>
          </a:p>
        </p:txBody>
      </p:sp>
      <p:sp>
        <p:nvSpPr>
          <p:cNvPr id="314" name="object 44"/>
          <p:cNvSpPr/>
          <p:nvPr/>
        </p:nvSpPr>
        <p:spPr>
          <a:xfrm>
            <a:off x="6563360" y="2667202"/>
            <a:ext cx="5090160" cy="3154831"/>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680" indent="-343080">
              <a:lnSpc>
                <a:spcPct val="100000"/>
              </a:lnSpc>
              <a:buClr>
                <a:schemeClr val="bg1"/>
              </a:buClr>
              <a:buFont typeface="Arial"/>
              <a:buChar char="•"/>
              <a:tabLst>
                <a:tab pos="442800" algn="l"/>
              </a:tabLst>
            </a:pPr>
            <a:r>
              <a:rPr lang="en-IN" sz="2000" b="0" strike="noStrike" spc="-1">
                <a:solidFill>
                  <a:schemeClr val="bg1"/>
                </a:solidFill>
                <a:latin typeface="Calibri"/>
                <a:ea typeface="Calibri"/>
              </a:rPr>
              <a:t>Do not </a:t>
            </a:r>
            <a:r>
              <a:rPr lang="en-IN" sz="2000" spc="-1">
                <a:solidFill>
                  <a:schemeClr val="bg1"/>
                </a:solidFill>
                <a:latin typeface="Calibri"/>
                <a:ea typeface="Calibri"/>
              </a:rPr>
              <a:t>s</a:t>
            </a:r>
            <a:r>
              <a:rPr lang="en-IN" sz="2000" b="0" strike="noStrike" spc="-1">
                <a:solidFill>
                  <a:schemeClr val="bg1"/>
                </a:solidFill>
                <a:latin typeface="Calibri"/>
                <a:ea typeface="Calibri"/>
              </a:rPr>
              <a:t>end Emails to client unless you are authorized to do so</a:t>
            </a:r>
          </a:p>
          <a:p>
            <a:pPr marL="355680" indent="-343080">
              <a:buClr>
                <a:schemeClr val="bg1"/>
              </a:buClr>
              <a:buFont typeface="Arial"/>
              <a:buChar char="•"/>
              <a:tabLst>
                <a:tab pos="442800" algn="l"/>
              </a:tabLst>
            </a:pPr>
            <a:r>
              <a:rPr lang="en-IN" sz="2000" spc="-7">
                <a:solidFill>
                  <a:schemeClr val="bg1"/>
                </a:solidFill>
                <a:latin typeface="Calibri"/>
              </a:rPr>
              <a:t>Do not reply or forward suspicious email</a:t>
            </a:r>
            <a:endParaRPr lang="en-IN" sz="2000" b="0" strike="noStrike" spc="-1">
              <a:solidFill>
                <a:schemeClr val="bg1"/>
              </a:solidFill>
              <a:latin typeface="Arial"/>
            </a:endParaRPr>
          </a:p>
          <a:p>
            <a:pPr marL="355680" indent="-343080">
              <a:lnSpc>
                <a:spcPct val="100000"/>
              </a:lnSpc>
              <a:buClr>
                <a:schemeClr val="bg1"/>
              </a:buClr>
              <a:buFont typeface="Arial"/>
              <a:buChar char="•"/>
              <a:tabLst>
                <a:tab pos="442800" algn="l"/>
              </a:tabLst>
            </a:pPr>
            <a:r>
              <a:rPr lang="en-IN" sz="2000" b="0" strike="noStrike" spc="-1">
                <a:solidFill>
                  <a:schemeClr val="bg1"/>
                </a:solidFill>
                <a:latin typeface="Calibri"/>
                <a:ea typeface="Calibri"/>
              </a:rPr>
              <a:t>Do not </a:t>
            </a:r>
            <a:r>
              <a:rPr lang="en-IN" sz="2000" spc="-1">
                <a:solidFill>
                  <a:schemeClr val="bg1"/>
                </a:solidFill>
                <a:latin typeface="Calibri"/>
                <a:ea typeface="Calibri"/>
              </a:rPr>
              <a:t>o</a:t>
            </a:r>
            <a:r>
              <a:rPr lang="en-IN" sz="2000" b="0" strike="noStrike" spc="-1">
                <a:solidFill>
                  <a:schemeClr val="bg1"/>
                </a:solidFill>
                <a:latin typeface="Calibri"/>
                <a:ea typeface="Calibri"/>
              </a:rPr>
              <a:t>pen the Email or attachment which is suspected to be virus or received from an unidentified sender.</a:t>
            </a:r>
          </a:p>
          <a:p>
            <a:pPr marL="355680" indent="-343080">
              <a:lnSpc>
                <a:spcPct val="100000"/>
              </a:lnSpc>
              <a:buClr>
                <a:schemeClr val="bg1"/>
              </a:buClr>
              <a:buFont typeface="Arial"/>
              <a:buChar char="•"/>
              <a:tabLst>
                <a:tab pos="442800" algn="l"/>
              </a:tabLst>
            </a:pPr>
            <a:r>
              <a:rPr lang="en-IN" sz="2000" spc="-1">
                <a:solidFill>
                  <a:schemeClr val="bg1"/>
                </a:solidFill>
                <a:latin typeface="Calibri"/>
                <a:ea typeface="Calibri"/>
              </a:rPr>
              <a:t>Sending Emails to public domains like </a:t>
            </a:r>
            <a:r>
              <a:rPr lang="en-IN" sz="2000" spc="-1" err="1">
                <a:solidFill>
                  <a:schemeClr val="bg1"/>
                </a:solidFill>
                <a:latin typeface="Calibri"/>
                <a:ea typeface="Calibri"/>
              </a:rPr>
              <a:t>gmail</a:t>
            </a:r>
            <a:r>
              <a:rPr lang="en-IN" sz="2000" spc="-1">
                <a:solidFill>
                  <a:schemeClr val="bg1"/>
                </a:solidFill>
                <a:latin typeface="Calibri"/>
                <a:ea typeface="Calibri"/>
              </a:rPr>
              <a:t>, yahoo, etc</a:t>
            </a:r>
            <a:r>
              <a:rPr lang="en-US" sz="2000" spc="-1">
                <a:solidFill>
                  <a:schemeClr val="bg1"/>
                </a:solidFill>
                <a:latin typeface="Calibri"/>
                <a:ea typeface="Calibri"/>
              </a:rPr>
              <a:t>.,</a:t>
            </a:r>
            <a:r>
              <a:rPr lang="en-IN" sz="2000" spc="-1">
                <a:solidFill>
                  <a:schemeClr val="bg1"/>
                </a:solidFill>
                <a:latin typeface="Calibri"/>
                <a:ea typeface="Calibri"/>
              </a:rPr>
              <a:t> are blocked. Exceptions are provided after approval. If you are given approval, use it prudently.</a:t>
            </a:r>
          </a:p>
        </p:txBody>
      </p:sp>
      <p:sp>
        <p:nvSpPr>
          <p:cNvPr id="2" name="TextBox 16">
            <a:extLst>
              <a:ext uri="{FF2B5EF4-FFF2-40B4-BE49-F238E27FC236}">
                <a16:creationId xmlns:a16="http://schemas.microsoft.com/office/drawing/2014/main" id="{6B6D3BBB-FD23-FE15-DB9B-154DFA4D5701}"/>
              </a:ext>
            </a:extLst>
          </p:cNvPr>
          <p:cNvSpPr/>
          <p:nvPr/>
        </p:nvSpPr>
        <p:spPr>
          <a:xfrm>
            <a:off x="7464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4">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4">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 grpId="0" uiExpand="1" build="p"/>
      <p:bldP spid="31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27175-FE8F-B735-874F-EB27DA081970}"/>
            </a:ext>
          </a:extLst>
        </p:cNvPr>
        <p:cNvGrpSpPr/>
        <p:nvPr/>
      </p:nvGrpSpPr>
      <p:grpSpPr>
        <a:xfrm>
          <a:off x="0" y="0"/>
          <a:ext cx="0" cy="0"/>
          <a:chOff x="0" y="0"/>
          <a:chExt cx="0" cy="0"/>
        </a:xfrm>
      </p:grpSpPr>
      <p:pic>
        <p:nvPicPr>
          <p:cNvPr id="3" name="Picture 4" descr="Offer banner hi-res stock photography and images - Alamy">
            <a:extLst>
              <a:ext uri="{FF2B5EF4-FFF2-40B4-BE49-F238E27FC236}">
                <a16:creationId xmlns:a16="http://schemas.microsoft.com/office/drawing/2014/main" id="{AC8B96CA-62A9-9BCB-1C05-CF4C9D346D6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846" t="14405" r="16659" b="22840"/>
          <a:stretch/>
        </p:blipFill>
        <p:spPr bwMode="auto">
          <a:xfrm>
            <a:off x="4078689" y="2502437"/>
            <a:ext cx="1725515" cy="1795325"/>
          </a:xfrm>
          <a:prstGeom prst="rect">
            <a:avLst/>
          </a:prstGeom>
          <a:noFill/>
          <a:extLst>
            <a:ext uri="{909E8E84-426E-40DD-AFC4-6F175D3DCCD1}">
              <a14:hiddenFill xmlns:a14="http://schemas.microsoft.com/office/drawing/2010/main">
                <a:solidFill>
                  <a:srgbClr val="FFFFFF"/>
                </a:solidFill>
              </a14:hiddenFill>
            </a:ext>
          </a:extLst>
        </p:spPr>
      </p:pic>
      <p:sp>
        <p:nvSpPr>
          <p:cNvPr id="349" name="PlaceHolder 1">
            <a:extLst>
              <a:ext uri="{FF2B5EF4-FFF2-40B4-BE49-F238E27FC236}">
                <a16:creationId xmlns:a16="http://schemas.microsoft.com/office/drawing/2014/main" id="{4FDF2199-6509-D974-AF0F-8E3CF524F75C}"/>
              </a:ext>
            </a:extLst>
          </p:cNvPr>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6B9A45F0-0A2D-4712-A2AF-B28FF5521808}" type="slidenum">
              <a:rPr lang="en-IN" sz="1200" b="0" strike="noStrike" spc="-1">
                <a:solidFill>
                  <a:srgbClr val="8B8B8B"/>
                </a:solidFill>
                <a:latin typeface="Calibri"/>
                <a:ea typeface="DejaVu Sans"/>
              </a:rPr>
              <a:t>12</a:t>
            </a:fld>
            <a:endParaRPr lang="en-IN" sz="1200" b="0" strike="noStrike" spc="-1">
              <a:latin typeface="Times New Roman"/>
            </a:endParaRPr>
          </a:p>
        </p:txBody>
      </p:sp>
      <p:sp>
        <p:nvSpPr>
          <p:cNvPr id="350" name="object 36">
            <a:extLst>
              <a:ext uri="{FF2B5EF4-FFF2-40B4-BE49-F238E27FC236}">
                <a16:creationId xmlns:a16="http://schemas.microsoft.com/office/drawing/2014/main" id="{535F555A-F38D-BEDC-DBBA-77AE53DAF310}"/>
              </a:ext>
            </a:extLst>
          </p:cNvPr>
          <p:cNvSpPr/>
          <p:nvPr/>
        </p:nvSpPr>
        <p:spPr>
          <a:xfrm>
            <a:off x="508319" y="540000"/>
            <a:ext cx="9414279" cy="443610"/>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12600">
              <a:lnSpc>
                <a:spcPct val="100000"/>
              </a:lnSpc>
              <a:spcBef>
                <a:spcPts val="99"/>
              </a:spcBef>
              <a:buNone/>
            </a:pPr>
            <a:r>
              <a:rPr lang="en-IN" sz="2800" b="0" strike="noStrike" spc="-12">
                <a:solidFill>
                  <a:srgbClr val="1A237E"/>
                </a:solidFill>
                <a:latin typeface="Calibri"/>
                <a:ea typeface="DejaVu Sans"/>
              </a:rPr>
              <a:t>Phishing Email</a:t>
            </a:r>
            <a:endParaRPr lang="en-IN" sz="2800" b="0" strike="noStrike" spc="-1">
              <a:latin typeface="Arial"/>
            </a:endParaRPr>
          </a:p>
        </p:txBody>
      </p:sp>
      <p:sp>
        <p:nvSpPr>
          <p:cNvPr id="351" name="TextBox 14">
            <a:extLst>
              <a:ext uri="{FF2B5EF4-FFF2-40B4-BE49-F238E27FC236}">
                <a16:creationId xmlns:a16="http://schemas.microsoft.com/office/drawing/2014/main" id="{919F0E9F-30BC-7E2A-4DAD-741364EB0583}"/>
              </a:ext>
            </a:extLst>
          </p:cNvPr>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pic>
        <p:nvPicPr>
          <p:cNvPr id="2" name="Picture 2" descr="Urgent Stock Vector | Adobe Stock">
            <a:extLst>
              <a:ext uri="{FF2B5EF4-FFF2-40B4-BE49-F238E27FC236}">
                <a16:creationId xmlns:a16="http://schemas.microsoft.com/office/drawing/2014/main" id="{F1AC3D79-32FD-99E7-E40A-B2665191AAE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041"/>
          <a:stretch/>
        </p:blipFill>
        <p:spPr bwMode="auto">
          <a:xfrm>
            <a:off x="618434" y="2013882"/>
            <a:ext cx="1262806" cy="1209978"/>
          </a:xfrm>
          <a:prstGeom prst="rect">
            <a:avLst/>
          </a:prstGeom>
          <a:noFill/>
          <a:effectLst>
            <a:outerShdw sx="1000" sy="1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pic>
        <p:nvPicPr>
          <p:cNvPr id="5" name="Picture 2" descr="Sensationalism May Help Selling Your Stories... But Not Always! |  BiteScience">
            <a:extLst>
              <a:ext uri="{FF2B5EF4-FFF2-40B4-BE49-F238E27FC236}">
                <a16:creationId xmlns:a16="http://schemas.microsoft.com/office/drawing/2014/main" id="{7375E728-3B89-F008-E557-DB6393514F8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953" t="13400" r="13387" b="12789"/>
          <a:stretch/>
        </p:blipFill>
        <p:spPr bwMode="auto">
          <a:xfrm>
            <a:off x="4067503" y="1243336"/>
            <a:ext cx="1693870" cy="10165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AEB34F9-C554-79AD-E603-64931412055D}"/>
              </a:ext>
            </a:extLst>
          </p:cNvPr>
          <p:cNvSpPr txBox="1"/>
          <p:nvPr/>
        </p:nvSpPr>
        <p:spPr>
          <a:xfrm>
            <a:off x="428583" y="1294411"/>
            <a:ext cx="3420499"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12600">
              <a:lnSpc>
                <a:spcPct val="100000"/>
              </a:lnSpc>
              <a:spcBef>
                <a:spcPts val="1301"/>
              </a:spcBef>
              <a:buClr>
                <a:srgbClr val="2F5597"/>
              </a:buClr>
              <a:tabLst>
                <a:tab pos="353880" algn="l"/>
                <a:tab pos="355680" algn="l"/>
              </a:tabLst>
            </a:pPr>
            <a:r>
              <a:rPr lang="en-IN" sz="1800" spc="-1">
                <a:solidFill>
                  <a:srgbClr val="2F5597"/>
                </a:solidFill>
                <a:latin typeface="Calibri"/>
              </a:rPr>
              <a:t>How to identify Phishing Email?</a:t>
            </a:r>
          </a:p>
        </p:txBody>
      </p:sp>
      <p:pic>
        <p:nvPicPr>
          <p:cNvPr id="1030" name="Picture 6" descr="Legal Notice Drafting, Judge Gavel, Law Books, Documents Logo Design. Stock  Vector - Illustration of government, communication: 267096987">
            <a:extLst>
              <a:ext uri="{FF2B5EF4-FFF2-40B4-BE49-F238E27FC236}">
                <a16:creationId xmlns:a16="http://schemas.microsoft.com/office/drawing/2014/main" id="{E88995FE-68F3-A08E-1D9C-D3B41F7BA4E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6291" t="15259" r="22227" b="13026"/>
          <a:stretch/>
        </p:blipFill>
        <p:spPr bwMode="auto">
          <a:xfrm>
            <a:off x="865916" y="3428999"/>
            <a:ext cx="2583955" cy="3001041"/>
          </a:xfrm>
          <a:prstGeom prst="rect">
            <a:avLst/>
          </a:prstGeom>
          <a:noFill/>
          <a:effectLst>
            <a:outerShdw blurRad="381000" dist="190500" dir="81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386E5E87-2235-0E8A-0DD1-DC54E52F903B}"/>
              </a:ext>
            </a:extLst>
          </p:cNvPr>
          <p:cNvGrpSpPr/>
          <p:nvPr/>
        </p:nvGrpSpPr>
        <p:grpSpPr>
          <a:xfrm>
            <a:off x="3849082" y="4430598"/>
            <a:ext cx="2399318" cy="1787228"/>
            <a:chOff x="5932539" y="4142294"/>
            <a:chExt cx="2438510" cy="1944371"/>
          </a:xfrm>
        </p:grpSpPr>
        <p:pic>
          <p:nvPicPr>
            <p:cNvPr id="12" name="Picture 4" descr="Threat Cartoon Royalty-Free Images, Stock Photos &amp; Pictures | Shutterstock">
              <a:extLst>
                <a:ext uri="{FF2B5EF4-FFF2-40B4-BE49-F238E27FC236}">
                  <a16:creationId xmlns:a16="http://schemas.microsoft.com/office/drawing/2014/main" id="{1734B787-DB0D-6F31-A925-06495CB4CE6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7734"/>
            <a:stretch/>
          </p:blipFill>
          <p:spPr bwMode="auto">
            <a:xfrm>
              <a:off x="5932539" y="4142294"/>
              <a:ext cx="2438510" cy="1944371"/>
            </a:xfrm>
            <a:prstGeom prst="rect">
              <a:avLst/>
            </a:prstGeom>
            <a:noFill/>
            <a:effectLst>
              <a:outerShdw blurRad="406400" dist="190500" dir="8100000" algn="ctr" rotWithShape="0">
                <a:srgbClr val="000000">
                  <a:alpha val="43137"/>
                </a:srgbClr>
              </a:outerShdw>
            </a:effectLst>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73F6ECE0-28EC-B4DE-0DFA-35CAB2453B73}"/>
                </a:ext>
              </a:extLst>
            </p:cNvPr>
            <p:cNvSpPr/>
            <p:nvPr/>
          </p:nvSpPr>
          <p:spPr>
            <a:xfrm>
              <a:off x="6235995" y="4197351"/>
              <a:ext cx="1890454" cy="1015663"/>
            </a:xfrm>
            <a:prstGeom prst="rect">
              <a:avLst/>
            </a:prstGeom>
            <a:noFill/>
          </p:spPr>
          <p:txBody>
            <a:bodyPr wrap="none" lIns="91440" tIns="45720" rIns="91440" bIns="45720">
              <a:spAutoFit/>
            </a:bodyPr>
            <a:lstStyle/>
            <a:p>
              <a:pPr algn="ctr"/>
              <a:r>
                <a:rPr lang="en-US" sz="2000" b="1" cap="none" spc="0">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latin typeface="Arial Black" panose="020B0A04020102020204" pitchFamily="34" charset="0"/>
                </a:rPr>
                <a:t>Threatening</a:t>
              </a:r>
            </a:p>
            <a:p>
              <a:pPr algn="ctr"/>
              <a:endParaRPr lang="en-US" sz="2000" b="1" cap="none" spc="0">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latin typeface="Arial Black" panose="020B0A04020102020204" pitchFamily="34" charset="0"/>
              </a:endParaRPr>
            </a:p>
            <a:p>
              <a:pPr algn="ctr"/>
              <a:r>
                <a:rPr lang="en-US" sz="2000" b="1">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latin typeface="Arial Black" panose="020B0A04020102020204" pitchFamily="34" charset="0"/>
                </a:rPr>
                <a:t>Email</a:t>
              </a:r>
              <a:endParaRPr lang="en-US" sz="2000" b="1" cap="none" spc="0">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latin typeface="Arial Black" panose="020B0A04020102020204" pitchFamily="34" charset="0"/>
              </a:endParaRPr>
            </a:p>
          </p:txBody>
        </p:sp>
      </p:grpSp>
      <p:pic>
        <p:nvPicPr>
          <p:cNvPr id="15" name="Picture 14">
            <a:extLst>
              <a:ext uri="{FF2B5EF4-FFF2-40B4-BE49-F238E27FC236}">
                <a16:creationId xmlns:a16="http://schemas.microsoft.com/office/drawing/2014/main" id="{C532DAD2-654A-CAC9-E8B0-E73BDC561992}"/>
              </a:ext>
            </a:extLst>
          </p:cNvPr>
          <p:cNvPicPr>
            <a:picLocks noChangeAspect="1"/>
          </p:cNvPicPr>
          <p:nvPr/>
        </p:nvPicPr>
        <p:blipFill rotWithShape="1">
          <a:blip r:embed="rId8"/>
          <a:srcRect l="24310" r="17086"/>
          <a:stretch/>
        </p:blipFill>
        <p:spPr>
          <a:xfrm>
            <a:off x="6092471" y="1282127"/>
            <a:ext cx="1986299" cy="2033610"/>
          </a:xfrm>
          <a:prstGeom prst="rect">
            <a:avLst/>
          </a:prstGeom>
          <a:effectLst>
            <a:outerShdw blurRad="266700" dist="215900" dir="8100000" algn="tr" rotWithShape="0">
              <a:prstClr val="black">
                <a:alpha val="40000"/>
              </a:prstClr>
            </a:outerShdw>
          </a:effectLst>
        </p:spPr>
      </p:pic>
      <p:sp>
        <p:nvSpPr>
          <p:cNvPr id="16" name="AutoShape 8" descr="CEO Phishing - Can You Trust The Email From Your Boss?">
            <a:extLst>
              <a:ext uri="{FF2B5EF4-FFF2-40B4-BE49-F238E27FC236}">
                <a16:creationId xmlns:a16="http://schemas.microsoft.com/office/drawing/2014/main" id="{60D03F50-A0F0-E8F0-BB1A-02BF693206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6" name="Picture 12" descr="CEO Phishing - Can you trust the email from your boss">
            <a:extLst>
              <a:ext uri="{FF2B5EF4-FFF2-40B4-BE49-F238E27FC236}">
                <a16:creationId xmlns:a16="http://schemas.microsoft.com/office/drawing/2014/main" id="{FC303BE9-81D1-37C3-903F-10824A8646E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444" t="-2040" r="10947" b="10069"/>
          <a:stretch/>
        </p:blipFill>
        <p:spPr bwMode="auto">
          <a:xfrm>
            <a:off x="1965531" y="2013882"/>
            <a:ext cx="1824892" cy="1153818"/>
          </a:xfrm>
          <a:prstGeom prst="rect">
            <a:avLst/>
          </a:prstGeom>
          <a:noFill/>
          <a:effectLst>
            <a:outerShdw blurRad="546100" dist="177800" dir="7740000" sx="101000" sy="101000" algn="ctr" rotWithShape="0">
              <a:srgbClr val="000000">
                <a:alpha val="53000"/>
              </a:srgb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662651B-7CFE-4683-D133-CCED25A4E973}"/>
              </a:ext>
            </a:extLst>
          </p:cNvPr>
          <p:cNvSpPr txBox="1"/>
          <p:nvPr/>
        </p:nvSpPr>
        <p:spPr>
          <a:xfrm>
            <a:off x="6593229" y="3912124"/>
            <a:ext cx="5143144" cy="2031325"/>
          </a:xfrm>
          <a:prstGeom prst="rect">
            <a:avLst/>
          </a:prstGeom>
          <a:noFill/>
        </p:spPr>
        <p:txBody>
          <a:bodyPr wrap="square" rtlCol="0">
            <a:spAutoFit/>
          </a:bodyPr>
          <a:lstStyle/>
          <a:p>
            <a:pPr marL="342900" indent="-342900">
              <a:buFont typeface="+mj-lt"/>
              <a:buAutoNum type="arabicPeriod"/>
            </a:pPr>
            <a:r>
              <a:rPr lang="en-US"/>
              <a:t>Don’t click on any suspicious / anonymous links.</a:t>
            </a:r>
          </a:p>
          <a:p>
            <a:pPr marL="342900" indent="-342900">
              <a:buFont typeface="+mj-lt"/>
              <a:buAutoNum type="arabicPeriod"/>
            </a:pPr>
            <a:r>
              <a:rPr lang="en-US"/>
              <a:t>Check before you access any links</a:t>
            </a:r>
          </a:p>
          <a:p>
            <a:pPr marL="342900" indent="-342900">
              <a:buFont typeface="+mj-lt"/>
              <a:buAutoNum type="arabicPeriod"/>
            </a:pPr>
            <a:r>
              <a:rPr lang="en-US"/>
              <a:t>NEVER enter any credentials in non-official pages.</a:t>
            </a:r>
          </a:p>
          <a:p>
            <a:pPr marL="342900" indent="-342900">
              <a:buFont typeface="+mj-lt"/>
              <a:buAutoNum type="arabicPeriod"/>
            </a:pPr>
            <a:r>
              <a:rPr lang="en-US"/>
              <a:t>Check the sender address and domain name of the mail.</a:t>
            </a:r>
          </a:p>
        </p:txBody>
      </p:sp>
      <p:sp>
        <p:nvSpPr>
          <p:cNvPr id="6" name="TextBox 5">
            <a:extLst>
              <a:ext uri="{FF2B5EF4-FFF2-40B4-BE49-F238E27FC236}">
                <a16:creationId xmlns:a16="http://schemas.microsoft.com/office/drawing/2014/main" id="{68050161-F043-B94B-68C2-08D9F596FFC1}"/>
              </a:ext>
            </a:extLst>
          </p:cNvPr>
          <p:cNvSpPr txBox="1"/>
          <p:nvPr/>
        </p:nvSpPr>
        <p:spPr>
          <a:xfrm>
            <a:off x="8517863" y="1793038"/>
            <a:ext cx="3133668" cy="147732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t>IF IN DOUBT SEEK ASSISTANCE FROM </a:t>
            </a:r>
            <a:r>
              <a:rPr lang="en-US" b="1"/>
              <a:t>IT</a:t>
            </a:r>
            <a:r>
              <a:rPr lang="en-US"/>
              <a:t>.</a:t>
            </a:r>
          </a:p>
          <a:p>
            <a:endParaRPr lang="en-US"/>
          </a:p>
          <a:p>
            <a:r>
              <a:rPr lang="en-US"/>
              <a:t>DO NOT PROCEED UNTIL YOU ARE CLEAR</a:t>
            </a:r>
          </a:p>
        </p:txBody>
      </p:sp>
    </p:spTree>
    <p:extLst>
      <p:ext uri="{BB962C8B-B14F-4D97-AF65-F5344CB8AC3E}">
        <p14:creationId xmlns:p14="http://schemas.microsoft.com/office/powerpoint/2010/main" val="270270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12B6B5D-9BAF-8CBE-C27B-52C9CCCE5FCE}"/>
              </a:ext>
            </a:extLst>
          </p:cNvPr>
          <p:cNvGrpSpPr/>
          <p:nvPr/>
        </p:nvGrpSpPr>
        <p:grpSpPr>
          <a:xfrm>
            <a:off x="-88960" y="1140977"/>
            <a:ext cx="12280960" cy="5446928"/>
            <a:chOff x="-88960" y="1140977"/>
            <a:chExt cx="12280960" cy="5446928"/>
          </a:xfrm>
        </p:grpSpPr>
        <p:pic>
          <p:nvPicPr>
            <p:cNvPr id="3" name="Picture 6" descr="Blackboard Square Download HQ Transparent HQ PNG Download | FreePNGImg">
              <a:extLst>
                <a:ext uri="{FF2B5EF4-FFF2-40B4-BE49-F238E27FC236}">
                  <a16:creationId xmlns:a16="http://schemas.microsoft.com/office/drawing/2014/main" id="{59393C51-5922-867B-A9C9-231CFA440A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A9CFCF80-6CA3-2E3A-9129-23658A7537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onts Icon Stock Illustrations – 637 Donts Icon Stock Illustrations,  Vectors &amp; Clipart - Dreamstime">
              <a:extLst>
                <a:ext uri="{FF2B5EF4-FFF2-40B4-BE49-F238E27FC236}">
                  <a16:creationId xmlns:a16="http://schemas.microsoft.com/office/drawing/2014/main" id="{76A93911-09ED-1653-AF04-E505298CD5D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nts Icon Stock Illustrations – 637 Donts Icon Stock Illustrations,  Vectors &amp; Clipart - Dreamstime">
              <a:extLst>
                <a:ext uri="{FF2B5EF4-FFF2-40B4-BE49-F238E27FC236}">
                  <a16:creationId xmlns:a16="http://schemas.microsoft.com/office/drawing/2014/main" id="{EDBD7D6A-7A36-02F3-E833-9E25FA22ED7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17"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AD020F46-6228-4D32-8ABE-172101ACCFB6}" type="slidenum">
              <a:rPr lang="en-IN" sz="1200" b="0" strike="noStrike" spc="-1">
                <a:solidFill>
                  <a:srgbClr val="8B8B8B"/>
                </a:solidFill>
                <a:latin typeface="Calibri"/>
                <a:ea typeface="DejaVu Sans"/>
              </a:rPr>
              <a:t>13</a:t>
            </a:fld>
            <a:endParaRPr lang="en-IN" sz="1200" b="0" strike="noStrike" spc="-1">
              <a:latin typeface="Times New Roman"/>
            </a:endParaRPr>
          </a:p>
        </p:txBody>
      </p:sp>
      <p:sp>
        <p:nvSpPr>
          <p:cNvPr id="318" name="object 23"/>
          <p:cNvSpPr/>
          <p:nvPr/>
        </p:nvSpPr>
        <p:spPr>
          <a:xfrm>
            <a:off x="508320" y="540000"/>
            <a:ext cx="5250600" cy="43884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7">
                <a:solidFill>
                  <a:srgbClr val="283593"/>
                </a:solidFill>
                <a:latin typeface="Calibri"/>
                <a:ea typeface="DejaVu Sans"/>
              </a:rPr>
              <a:t>Access control</a:t>
            </a:r>
            <a:endParaRPr lang="en-IN" sz="2800" b="0" strike="noStrike" spc="-1">
              <a:latin typeface="Arial"/>
            </a:endParaRPr>
          </a:p>
        </p:txBody>
      </p:sp>
      <p:sp>
        <p:nvSpPr>
          <p:cNvPr id="319" name="TextBox 10"/>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21" name="object 24"/>
          <p:cNvSpPr/>
          <p:nvPr/>
        </p:nvSpPr>
        <p:spPr>
          <a:xfrm>
            <a:off x="508000" y="3055840"/>
            <a:ext cx="5068720" cy="1987623"/>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285840" indent="-285840">
              <a:lnSpc>
                <a:spcPct val="100000"/>
              </a:lnSpc>
              <a:spcBef>
                <a:spcPts val="581"/>
              </a:spcBef>
              <a:buClr>
                <a:schemeClr val="bg1"/>
              </a:buClr>
              <a:buFont typeface="Arial"/>
              <a:buChar char="•"/>
              <a:tabLst>
                <a:tab pos="354960" algn="l"/>
                <a:tab pos="355680" algn="l"/>
              </a:tabLst>
            </a:pPr>
            <a:r>
              <a:rPr lang="en-US" sz="2000" b="0" strike="noStrike" spc="-21">
                <a:solidFill>
                  <a:schemeClr val="bg1"/>
                </a:solidFill>
                <a:latin typeface="Calibri"/>
                <a:ea typeface="DejaVu Sans"/>
              </a:rPr>
              <a:t>Wear </a:t>
            </a:r>
            <a:r>
              <a:rPr lang="en-US" sz="2000" b="0" strike="noStrike" spc="-1">
                <a:solidFill>
                  <a:schemeClr val="bg1"/>
                </a:solidFill>
                <a:latin typeface="Calibri"/>
                <a:ea typeface="DejaVu Sans"/>
              </a:rPr>
              <a:t>ID</a:t>
            </a:r>
            <a:r>
              <a:rPr lang="en-US" sz="2000" b="0" strike="noStrike" spc="-21">
                <a:solidFill>
                  <a:schemeClr val="bg1"/>
                </a:solidFill>
                <a:latin typeface="Calibri"/>
                <a:ea typeface="DejaVu Sans"/>
              </a:rPr>
              <a:t> </a:t>
            </a:r>
            <a:r>
              <a:rPr lang="en-US" sz="2000" b="0" strike="noStrike" spc="-12">
                <a:solidFill>
                  <a:schemeClr val="bg1"/>
                </a:solidFill>
                <a:latin typeface="Calibri"/>
                <a:ea typeface="DejaVu Sans"/>
              </a:rPr>
              <a:t>Cards all the time inside the premises</a:t>
            </a:r>
            <a:r>
              <a:rPr lang="en-US" sz="2000" spc="-12">
                <a:solidFill>
                  <a:schemeClr val="bg1"/>
                </a:solidFill>
                <a:latin typeface="Calibri"/>
                <a:ea typeface="DejaVu Sans"/>
              </a:rPr>
              <a:t>. </a:t>
            </a:r>
            <a:r>
              <a:rPr lang="en-US" sz="2000" b="0" strike="noStrike" spc="-15">
                <a:solidFill>
                  <a:schemeClr val="bg1"/>
                </a:solidFill>
                <a:latin typeface="Calibri"/>
                <a:ea typeface="DejaVu Sans"/>
              </a:rPr>
              <a:t>Attend visitors </a:t>
            </a:r>
            <a:r>
              <a:rPr lang="en-US" sz="2000" spc="-1">
                <a:solidFill>
                  <a:schemeClr val="bg1"/>
                </a:solidFill>
                <a:latin typeface="Calibri"/>
                <a:ea typeface="DejaVu Sans"/>
              </a:rPr>
              <a:t>at the</a:t>
            </a:r>
            <a:r>
              <a:rPr lang="en-US" sz="2000" b="0" strike="noStrike" spc="-1">
                <a:solidFill>
                  <a:schemeClr val="bg1"/>
                </a:solidFill>
                <a:latin typeface="Calibri"/>
                <a:ea typeface="DejaVu Sans"/>
              </a:rPr>
              <a:t> </a:t>
            </a:r>
            <a:r>
              <a:rPr lang="en-US" sz="2000" b="0" strike="noStrike" spc="-7">
                <a:solidFill>
                  <a:schemeClr val="bg1"/>
                </a:solidFill>
                <a:latin typeface="Calibri"/>
                <a:ea typeface="DejaVu Sans"/>
              </a:rPr>
              <a:t>Reception.</a:t>
            </a:r>
            <a:endParaRPr lang="en-IN" sz="2000" b="0" strike="noStrike" spc="-1">
              <a:solidFill>
                <a:schemeClr val="bg1"/>
              </a:solidFill>
              <a:latin typeface="Arial"/>
            </a:endParaRPr>
          </a:p>
          <a:p>
            <a:pPr marL="285840" indent="-285840">
              <a:lnSpc>
                <a:spcPct val="100000"/>
              </a:lnSpc>
              <a:spcBef>
                <a:spcPts val="479"/>
              </a:spcBef>
              <a:buClr>
                <a:schemeClr val="bg1"/>
              </a:buClr>
              <a:buFont typeface="Arial"/>
              <a:buChar char="•"/>
              <a:tabLst>
                <a:tab pos="354960" algn="l"/>
                <a:tab pos="355680" algn="l"/>
              </a:tabLst>
            </a:pPr>
            <a:r>
              <a:rPr lang="en-US" sz="2000" b="0" strike="noStrike" spc="-1">
                <a:solidFill>
                  <a:schemeClr val="bg1"/>
                </a:solidFill>
                <a:latin typeface="Calibri"/>
                <a:ea typeface="DejaVu Sans"/>
              </a:rPr>
              <a:t>Request for access to the organizational network and systems must be submitted to IT.</a:t>
            </a:r>
          </a:p>
          <a:p>
            <a:pPr marL="285840" indent="-285840">
              <a:lnSpc>
                <a:spcPct val="100000"/>
              </a:lnSpc>
              <a:spcBef>
                <a:spcPts val="479"/>
              </a:spcBef>
              <a:buClr>
                <a:schemeClr val="bg1"/>
              </a:buClr>
              <a:buFont typeface="Arial"/>
              <a:buChar char="•"/>
              <a:tabLst>
                <a:tab pos="354960" algn="l"/>
                <a:tab pos="355680" algn="l"/>
              </a:tabLst>
            </a:pPr>
            <a:r>
              <a:rPr lang="en-US" sz="2000" spc="-1">
                <a:solidFill>
                  <a:schemeClr val="bg1"/>
                </a:solidFill>
                <a:latin typeface="Calibri"/>
                <a:ea typeface="DejaVu Sans"/>
              </a:rPr>
              <a:t>Managers are to report Admin to revoke access on reallocation to identified zones.</a:t>
            </a:r>
            <a:endParaRPr lang="en-IN" sz="2000" b="0" strike="noStrike" spc="-1">
              <a:solidFill>
                <a:schemeClr val="bg1"/>
              </a:solidFill>
              <a:latin typeface="Arial"/>
            </a:endParaRPr>
          </a:p>
        </p:txBody>
      </p:sp>
      <p:sp>
        <p:nvSpPr>
          <p:cNvPr id="322" name="object 25"/>
          <p:cNvSpPr/>
          <p:nvPr/>
        </p:nvSpPr>
        <p:spPr>
          <a:xfrm>
            <a:off x="6492338" y="2744364"/>
            <a:ext cx="5157680" cy="2877832"/>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680" indent="-343080">
              <a:spcBef>
                <a:spcPts val="575"/>
              </a:spcBef>
              <a:buClr>
                <a:schemeClr val="bg1"/>
              </a:buClr>
              <a:buFont typeface="Arial"/>
              <a:buChar char="•"/>
              <a:tabLst>
                <a:tab pos="354960" algn="l"/>
                <a:tab pos="356400" algn="l"/>
              </a:tabLst>
            </a:pPr>
            <a:r>
              <a:rPr lang="en-US" spc="-7">
                <a:solidFill>
                  <a:schemeClr val="bg1"/>
                </a:solidFill>
                <a:latin typeface="Calibri"/>
              </a:rPr>
              <a:t>DO NOT Tailgate.</a:t>
            </a:r>
            <a:endParaRPr lang="en-US" b="0" strike="noStrike" spc="-7">
              <a:solidFill>
                <a:schemeClr val="bg1"/>
              </a:solidFill>
              <a:latin typeface="Calibri"/>
              <a:ea typeface="DejaVu Sans"/>
            </a:endParaRPr>
          </a:p>
          <a:p>
            <a:pPr marL="355680" indent="-343080">
              <a:lnSpc>
                <a:spcPct val="100000"/>
              </a:lnSpc>
              <a:spcBef>
                <a:spcPts val="575"/>
              </a:spcBef>
              <a:buClr>
                <a:schemeClr val="bg1"/>
              </a:buClr>
              <a:buFont typeface="Arial"/>
              <a:buChar char="•"/>
              <a:tabLst>
                <a:tab pos="354960" algn="l"/>
                <a:tab pos="356400" algn="l"/>
              </a:tabLst>
            </a:pPr>
            <a:r>
              <a:rPr lang="en-US" b="0" strike="noStrike" spc="-7">
                <a:solidFill>
                  <a:schemeClr val="bg1"/>
                </a:solidFill>
                <a:latin typeface="Calibri"/>
                <a:ea typeface="DejaVu Sans"/>
              </a:rPr>
              <a:t>Do not </a:t>
            </a:r>
            <a:r>
              <a:rPr lang="en-US" spc="-7">
                <a:solidFill>
                  <a:schemeClr val="bg1"/>
                </a:solidFill>
                <a:latin typeface="Calibri"/>
                <a:ea typeface="DejaVu Sans"/>
              </a:rPr>
              <a:t>b</a:t>
            </a:r>
            <a:r>
              <a:rPr lang="en-US" b="0" strike="noStrike" spc="-7">
                <a:solidFill>
                  <a:schemeClr val="bg1"/>
                </a:solidFill>
                <a:latin typeface="Calibri"/>
                <a:ea typeface="DejaVu Sans"/>
              </a:rPr>
              <a:t>ring </a:t>
            </a:r>
            <a:r>
              <a:rPr lang="en-US" b="0" strike="noStrike" spc="-15">
                <a:solidFill>
                  <a:schemeClr val="bg1"/>
                </a:solidFill>
                <a:latin typeface="Calibri"/>
                <a:ea typeface="DejaVu Sans"/>
              </a:rPr>
              <a:t>visitors </a:t>
            </a:r>
            <a:r>
              <a:rPr lang="en-US" b="0" strike="noStrike" spc="-1">
                <a:solidFill>
                  <a:schemeClr val="bg1"/>
                </a:solidFill>
                <a:latin typeface="Calibri"/>
                <a:ea typeface="DejaVu Sans"/>
              </a:rPr>
              <a:t>in </a:t>
            </a:r>
            <a:r>
              <a:rPr lang="en-US" b="0" strike="noStrike" spc="-12">
                <a:solidFill>
                  <a:schemeClr val="bg1"/>
                </a:solidFill>
                <a:latin typeface="Calibri"/>
                <a:ea typeface="DejaVu Sans"/>
              </a:rPr>
              <a:t>operations area </a:t>
            </a:r>
            <a:r>
              <a:rPr lang="en-US" b="0" strike="noStrike" spc="-1">
                <a:solidFill>
                  <a:schemeClr val="bg1"/>
                </a:solidFill>
                <a:latin typeface="Calibri"/>
                <a:ea typeface="DejaVu Sans"/>
              </a:rPr>
              <a:t>without </a:t>
            </a:r>
            <a:r>
              <a:rPr lang="en-US" b="0" strike="noStrike" spc="-7">
                <a:solidFill>
                  <a:schemeClr val="bg1"/>
                </a:solidFill>
                <a:latin typeface="Calibri"/>
                <a:ea typeface="DejaVu Sans"/>
              </a:rPr>
              <a:t>prior</a:t>
            </a:r>
            <a:r>
              <a:rPr lang="en-US" b="0" strike="noStrike" spc="9">
                <a:solidFill>
                  <a:schemeClr val="bg1"/>
                </a:solidFill>
                <a:latin typeface="Calibri"/>
                <a:ea typeface="DejaVu Sans"/>
              </a:rPr>
              <a:t> </a:t>
            </a:r>
            <a:r>
              <a:rPr lang="en-US" b="0" strike="noStrike" spc="-7">
                <a:solidFill>
                  <a:schemeClr val="bg1"/>
                </a:solidFill>
                <a:latin typeface="Calibri"/>
                <a:ea typeface="DejaVu Sans"/>
              </a:rPr>
              <a:t>permission</a:t>
            </a:r>
            <a:endParaRPr lang="en-IN" b="0" strike="noStrike" spc="-1">
              <a:solidFill>
                <a:schemeClr val="bg1"/>
              </a:solidFill>
              <a:latin typeface="Arial"/>
            </a:endParaRPr>
          </a:p>
          <a:p>
            <a:pPr marL="355680" indent="-343080">
              <a:lnSpc>
                <a:spcPct val="100000"/>
              </a:lnSpc>
              <a:spcBef>
                <a:spcPts val="575"/>
              </a:spcBef>
              <a:buClr>
                <a:schemeClr val="bg1"/>
              </a:buClr>
              <a:buFont typeface="Arial"/>
              <a:buChar char="•"/>
              <a:tabLst>
                <a:tab pos="354960" algn="l"/>
                <a:tab pos="356400" algn="l"/>
              </a:tabLst>
            </a:pPr>
            <a:r>
              <a:rPr lang="en-US" spc="-7">
                <a:solidFill>
                  <a:schemeClr val="bg1"/>
                </a:solidFill>
                <a:latin typeface="Calibri"/>
                <a:ea typeface="DejaVu Sans"/>
              </a:rPr>
              <a:t>Do not use public networks for business purpose as they are vulnerable.</a:t>
            </a:r>
          </a:p>
          <a:p>
            <a:pPr marL="355680" indent="-343080">
              <a:lnSpc>
                <a:spcPct val="100000"/>
              </a:lnSpc>
              <a:spcBef>
                <a:spcPts val="575"/>
              </a:spcBef>
              <a:buClr>
                <a:schemeClr val="bg1"/>
              </a:buClr>
              <a:buFont typeface="Arial"/>
              <a:buChar char="•"/>
              <a:tabLst>
                <a:tab pos="354960" algn="l"/>
                <a:tab pos="356400" algn="l"/>
              </a:tabLst>
            </a:pPr>
            <a:r>
              <a:rPr lang="en-US" spc="-7">
                <a:solidFill>
                  <a:schemeClr val="bg1"/>
                </a:solidFill>
                <a:latin typeface="Calibri"/>
                <a:ea typeface="DejaVu Sans"/>
              </a:rPr>
              <a:t>Social media like Facebook, LinkedIn, Twitter etc., are blocked.</a:t>
            </a:r>
          </a:p>
          <a:p>
            <a:pPr marL="355680" indent="-343080">
              <a:lnSpc>
                <a:spcPct val="100000"/>
              </a:lnSpc>
              <a:spcBef>
                <a:spcPts val="575"/>
              </a:spcBef>
              <a:buClr>
                <a:schemeClr val="bg1"/>
              </a:buClr>
              <a:buFont typeface="Arial"/>
              <a:buChar char="•"/>
              <a:tabLst>
                <a:tab pos="354960" algn="l"/>
                <a:tab pos="356400" algn="l"/>
              </a:tabLst>
            </a:pPr>
            <a:r>
              <a:rPr lang="en-US" spc="-7">
                <a:solidFill>
                  <a:schemeClr val="bg1"/>
                </a:solidFill>
                <a:latin typeface="Calibri"/>
                <a:ea typeface="DejaVu Sans"/>
              </a:rPr>
              <a:t>Do not share official / customer information or names on your social media.</a:t>
            </a:r>
            <a:endParaRPr lang="en-IN" spc="-7">
              <a:solidFill>
                <a:schemeClr val="bg1"/>
              </a:solidFill>
              <a:latin typeface="Calibri"/>
              <a:ea typeface="DejaVu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2">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2">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build="p"/>
      <p:bldP spid="32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B99CD2D-9611-69A1-ED6B-149E32766F06}"/>
              </a:ext>
            </a:extLst>
          </p:cNvPr>
          <p:cNvGrpSpPr/>
          <p:nvPr/>
        </p:nvGrpSpPr>
        <p:grpSpPr>
          <a:xfrm>
            <a:off x="-88960" y="1140977"/>
            <a:ext cx="12280960" cy="5446928"/>
            <a:chOff x="-88960" y="1140977"/>
            <a:chExt cx="12280960" cy="5446928"/>
          </a:xfrm>
        </p:grpSpPr>
        <p:pic>
          <p:nvPicPr>
            <p:cNvPr id="3" name="Picture 6" descr="Blackboard Square Download HQ Transparent HQ PNG Download | FreePNGImg">
              <a:extLst>
                <a:ext uri="{FF2B5EF4-FFF2-40B4-BE49-F238E27FC236}">
                  <a16:creationId xmlns:a16="http://schemas.microsoft.com/office/drawing/2014/main" id="{E79E5AEB-37BA-D5DA-C05D-E6EC62A386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C7516286-FD37-C6D3-8E22-1031D456AC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onts Icon Stock Illustrations – 637 Donts Icon Stock Illustrations,  Vectors &amp; Clipart - Dreamstime">
              <a:extLst>
                <a:ext uri="{FF2B5EF4-FFF2-40B4-BE49-F238E27FC236}">
                  <a16:creationId xmlns:a16="http://schemas.microsoft.com/office/drawing/2014/main" id="{3A18EA1D-F00B-1EEC-E6C6-81E6EE2F11F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nts Icon Stock Illustrations – 637 Donts Icon Stock Illustrations,  Vectors &amp; Clipart - Dreamstime">
              <a:extLst>
                <a:ext uri="{FF2B5EF4-FFF2-40B4-BE49-F238E27FC236}">
                  <a16:creationId xmlns:a16="http://schemas.microsoft.com/office/drawing/2014/main" id="{C1FAB744-29B2-1473-6C06-FF05711A362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01"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8AA66578-2006-44E8-A376-7C99BD9AF4BE}" type="slidenum">
              <a:rPr lang="en-IN" sz="1200" b="0" strike="noStrike" spc="-1">
                <a:solidFill>
                  <a:srgbClr val="8B8B8B"/>
                </a:solidFill>
                <a:latin typeface="Calibri"/>
                <a:ea typeface="DejaVu Sans"/>
              </a:rPr>
              <a:t>14</a:t>
            </a:fld>
            <a:endParaRPr lang="en-IN" sz="1200" b="0" strike="noStrike" spc="-1">
              <a:latin typeface="Times New Roman"/>
            </a:endParaRPr>
          </a:p>
        </p:txBody>
      </p:sp>
      <p:sp>
        <p:nvSpPr>
          <p:cNvPr id="302" name="object 4"/>
          <p:cNvSpPr/>
          <p:nvPr/>
        </p:nvSpPr>
        <p:spPr>
          <a:xfrm>
            <a:off x="111959" y="575171"/>
            <a:ext cx="7212667" cy="443610"/>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12600" algn="ctr">
              <a:lnSpc>
                <a:spcPct val="100000"/>
              </a:lnSpc>
              <a:spcBef>
                <a:spcPts val="99"/>
              </a:spcBef>
              <a:buNone/>
            </a:pPr>
            <a:r>
              <a:rPr lang="en-IN" sz="2800" b="0" strike="noStrike" spc="-1">
                <a:solidFill>
                  <a:srgbClr val="1A237E"/>
                </a:solidFill>
                <a:latin typeface="Calibri"/>
                <a:ea typeface="Calibri"/>
              </a:rPr>
              <a:t>User Responsibility Asset Usage and Handling</a:t>
            </a:r>
            <a:endParaRPr lang="en-IN" sz="2800" b="0" strike="noStrike" spc="-1">
              <a:latin typeface="Arial"/>
            </a:endParaRPr>
          </a:p>
        </p:txBody>
      </p:sp>
      <p:sp>
        <p:nvSpPr>
          <p:cNvPr id="303" name="TextBox 4"/>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05" name="object 11"/>
          <p:cNvSpPr/>
          <p:nvPr/>
        </p:nvSpPr>
        <p:spPr>
          <a:xfrm>
            <a:off x="543364" y="2825608"/>
            <a:ext cx="5026796" cy="2474936"/>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263520" indent="-263520">
              <a:lnSpc>
                <a:spcPct val="100000"/>
              </a:lnSpc>
              <a:buClr>
                <a:schemeClr val="bg1"/>
              </a:buClr>
              <a:buFont typeface="Arial"/>
              <a:buChar char="•"/>
            </a:pPr>
            <a:r>
              <a:rPr lang="en-US" sz="2000" spc="-1">
                <a:solidFill>
                  <a:schemeClr val="bg1"/>
                </a:solidFill>
                <a:latin typeface="Calibri"/>
                <a:ea typeface="DejaVu Sans"/>
              </a:rPr>
              <a:t>G</a:t>
            </a:r>
            <a:r>
              <a:rPr lang="en-US" sz="2000" b="0" strike="noStrike" spc="-1">
                <a:solidFill>
                  <a:schemeClr val="bg1"/>
                </a:solidFill>
                <a:latin typeface="Calibri"/>
                <a:ea typeface="DejaVu Sans"/>
              </a:rPr>
              <a:t>ate pass need to be updated when assets are taken outside and returned to Jasmin.</a:t>
            </a:r>
            <a:endParaRPr lang="en-IN" sz="2000" b="0" strike="noStrike" spc="-1">
              <a:solidFill>
                <a:schemeClr val="bg1"/>
              </a:solidFill>
              <a:latin typeface="Arial"/>
            </a:endParaRPr>
          </a:p>
          <a:p>
            <a:pPr marL="285840" indent="-285840">
              <a:lnSpc>
                <a:spcPct val="100000"/>
              </a:lnSpc>
              <a:buClr>
                <a:schemeClr val="bg1"/>
              </a:buClr>
              <a:buFont typeface="Arial"/>
              <a:buChar char="•"/>
            </a:pPr>
            <a:r>
              <a:rPr lang="en-US" sz="2000" b="0" strike="noStrike" spc="-1">
                <a:solidFill>
                  <a:schemeClr val="bg1"/>
                </a:solidFill>
                <a:latin typeface="Calibri"/>
                <a:ea typeface="DejaVu Sans"/>
              </a:rPr>
              <a:t>Use only authorized removable media for a particular duration.</a:t>
            </a:r>
            <a:endParaRPr lang="en-IN" sz="2000" b="0" strike="noStrike" spc="-1">
              <a:solidFill>
                <a:schemeClr val="bg1"/>
              </a:solidFill>
              <a:latin typeface="Arial"/>
            </a:endParaRPr>
          </a:p>
          <a:p>
            <a:pPr marL="285840" indent="-285840">
              <a:lnSpc>
                <a:spcPct val="100000"/>
              </a:lnSpc>
              <a:buClr>
                <a:schemeClr val="bg1"/>
              </a:buClr>
              <a:buFont typeface="Arial"/>
              <a:buChar char="•"/>
            </a:pPr>
            <a:r>
              <a:rPr lang="en-IN" sz="2000" b="0" strike="noStrike" spc="-7">
                <a:solidFill>
                  <a:schemeClr val="bg1"/>
                </a:solidFill>
                <a:latin typeface="Calibri"/>
                <a:ea typeface="DejaVu Sans"/>
              </a:rPr>
              <a:t>Maintain </a:t>
            </a:r>
            <a:r>
              <a:rPr lang="en-IN" sz="2000" b="0" strike="noStrike" spc="-1">
                <a:solidFill>
                  <a:schemeClr val="bg1"/>
                </a:solidFill>
                <a:latin typeface="Calibri"/>
                <a:ea typeface="DejaVu Sans"/>
              </a:rPr>
              <a:t>the physical </a:t>
            </a:r>
            <a:r>
              <a:rPr lang="en-IN" sz="2000" b="0" strike="noStrike" spc="-7">
                <a:solidFill>
                  <a:schemeClr val="bg1"/>
                </a:solidFill>
                <a:latin typeface="Calibri"/>
                <a:ea typeface="DejaVu Sans"/>
              </a:rPr>
              <a:t>asset </a:t>
            </a:r>
            <a:r>
              <a:rPr lang="en-IN" sz="2000" b="0" strike="noStrike" spc="-1">
                <a:solidFill>
                  <a:schemeClr val="bg1"/>
                </a:solidFill>
                <a:latin typeface="Calibri"/>
                <a:ea typeface="DejaVu Sans"/>
              </a:rPr>
              <a:t>in a </a:t>
            </a:r>
            <a:r>
              <a:rPr lang="en-IN" sz="2000" spc="-7">
                <a:solidFill>
                  <a:schemeClr val="bg1"/>
                </a:solidFill>
                <a:latin typeface="Calibri"/>
                <a:ea typeface="DejaVu Sans"/>
              </a:rPr>
              <a:t>c</a:t>
            </a:r>
            <a:r>
              <a:rPr lang="en-IN" sz="2000" b="0" strike="noStrike" spc="-7">
                <a:solidFill>
                  <a:schemeClr val="bg1"/>
                </a:solidFill>
                <a:latin typeface="Calibri"/>
                <a:ea typeface="DejaVu Sans"/>
              </a:rPr>
              <a:t>losed </a:t>
            </a:r>
            <a:r>
              <a:rPr lang="en-IN" sz="2000" spc="-7">
                <a:solidFill>
                  <a:schemeClr val="bg1"/>
                </a:solidFill>
                <a:latin typeface="Calibri"/>
                <a:ea typeface="DejaVu Sans"/>
              </a:rPr>
              <a:t>c</a:t>
            </a:r>
            <a:r>
              <a:rPr lang="en-IN" sz="2000" b="0" strike="noStrike" spc="-7">
                <a:solidFill>
                  <a:schemeClr val="bg1"/>
                </a:solidFill>
                <a:latin typeface="Calibri"/>
                <a:ea typeface="DejaVu Sans"/>
              </a:rPr>
              <a:t>abinet </a:t>
            </a:r>
            <a:r>
              <a:rPr lang="en-IN" sz="2000" b="0" strike="noStrike" spc="-1">
                <a:solidFill>
                  <a:schemeClr val="bg1"/>
                </a:solidFill>
                <a:latin typeface="Calibri"/>
                <a:ea typeface="DejaVu Sans"/>
              </a:rPr>
              <a:t>when </a:t>
            </a:r>
            <a:r>
              <a:rPr lang="en-IN" sz="2000" b="0" strike="noStrike" spc="-7">
                <a:solidFill>
                  <a:schemeClr val="bg1"/>
                </a:solidFill>
                <a:latin typeface="Calibri"/>
                <a:ea typeface="DejaVu Sans"/>
              </a:rPr>
              <a:t>it </a:t>
            </a:r>
            <a:r>
              <a:rPr lang="en-IN" sz="2000" b="0" strike="noStrike" spc="-1">
                <a:solidFill>
                  <a:schemeClr val="bg1"/>
                </a:solidFill>
                <a:latin typeface="Calibri"/>
                <a:ea typeface="DejaVu Sans"/>
              </a:rPr>
              <a:t>is </a:t>
            </a:r>
            <a:r>
              <a:rPr lang="en-IN" sz="2000" b="0" strike="noStrike" spc="-7">
                <a:solidFill>
                  <a:schemeClr val="bg1"/>
                </a:solidFill>
                <a:latin typeface="Calibri"/>
                <a:ea typeface="DejaVu Sans"/>
              </a:rPr>
              <a:t>not </a:t>
            </a:r>
            <a:r>
              <a:rPr lang="en-IN" sz="2000" b="0" strike="noStrike" spc="-1">
                <a:solidFill>
                  <a:schemeClr val="bg1"/>
                </a:solidFill>
                <a:latin typeface="Calibri"/>
                <a:ea typeface="DejaVu Sans"/>
              </a:rPr>
              <a:t>in </a:t>
            </a:r>
            <a:r>
              <a:rPr lang="en-IN" sz="2000" b="0" strike="noStrike" spc="-7">
                <a:solidFill>
                  <a:schemeClr val="bg1"/>
                </a:solidFill>
                <a:latin typeface="Calibri"/>
                <a:ea typeface="DejaVu Sans"/>
              </a:rPr>
              <a:t>use.</a:t>
            </a:r>
          </a:p>
          <a:p>
            <a:pPr marL="285840" indent="-285840">
              <a:lnSpc>
                <a:spcPct val="100000"/>
              </a:lnSpc>
              <a:buClr>
                <a:schemeClr val="bg1"/>
              </a:buClr>
              <a:buFont typeface="Arial"/>
              <a:buChar char="•"/>
            </a:pPr>
            <a:r>
              <a:rPr lang="en-IN" sz="2000" spc="-7">
                <a:solidFill>
                  <a:schemeClr val="bg1"/>
                </a:solidFill>
                <a:latin typeface="Calibri"/>
                <a:ea typeface="DejaVu Sans"/>
              </a:rPr>
              <a:t>Ensure to log, track and keep updated asset status in inventory tracking tool (</a:t>
            </a:r>
            <a:r>
              <a:rPr lang="en-IN" sz="2000" spc="-7" err="1">
                <a:solidFill>
                  <a:schemeClr val="bg1"/>
                </a:solidFill>
                <a:latin typeface="Calibri"/>
                <a:ea typeface="DejaVu Sans"/>
                <a:hlinkClick r:id="rId5"/>
              </a:rPr>
              <a:t>redmine</a:t>
            </a:r>
            <a:r>
              <a:rPr lang="en-IN" sz="2000" spc="-7">
                <a:solidFill>
                  <a:schemeClr val="bg1"/>
                </a:solidFill>
                <a:latin typeface="Calibri"/>
                <a:ea typeface="DejaVu Sans"/>
              </a:rPr>
              <a:t>).</a:t>
            </a:r>
            <a:endParaRPr lang="en-IN" sz="2000" b="0" strike="noStrike" spc="-1">
              <a:solidFill>
                <a:schemeClr val="bg1"/>
              </a:solidFill>
              <a:latin typeface="Arial"/>
            </a:endParaRPr>
          </a:p>
        </p:txBody>
      </p:sp>
      <p:sp>
        <p:nvSpPr>
          <p:cNvPr id="306" name="object 13"/>
          <p:cNvSpPr/>
          <p:nvPr/>
        </p:nvSpPr>
        <p:spPr>
          <a:xfrm>
            <a:off x="6550562" y="2722794"/>
            <a:ext cx="5076040" cy="3077887"/>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680" indent="-343080">
              <a:spcBef>
                <a:spcPts val="601"/>
              </a:spcBef>
              <a:buClr>
                <a:schemeClr val="bg1"/>
              </a:buClr>
              <a:buFont typeface="Arial"/>
              <a:buChar char="•"/>
              <a:tabLst>
                <a:tab pos="353880" algn="l"/>
                <a:tab pos="355680" algn="l"/>
              </a:tabLst>
            </a:pPr>
            <a:r>
              <a:rPr lang="en-US" sz="2000" spc="-7">
                <a:solidFill>
                  <a:schemeClr val="bg1"/>
                </a:solidFill>
                <a:latin typeface="Calibri"/>
              </a:rPr>
              <a:t>Leave confidential assets unattended while in office / travel.</a:t>
            </a:r>
            <a:endParaRPr lang="en-US" sz="2000" b="0" strike="noStrike" spc="-1">
              <a:solidFill>
                <a:schemeClr val="bg1"/>
              </a:solidFill>
              <a:latin typeface="Calibri"/>
              <a:ea typeface="DejaVu Sans"/>
            </a:endParaRPr>
          </a:p>
          <a:p>
            <a:pPr marL="355680" indent="-343080">
              <a:lnSpc>
                <a:spcPct val="100000"/>
              </a:lnSpc>
              <a:spcBef>
                <a:spcPts val="601"/>
              </a:spcBef>
              <a:buClr>
                <a:schemeClr val="bg1"/>
              </a:buClr>
              <a:buFont typeface="Arial"/>
              <a:buChar char="•"/>
              <a:tabLst>
                <a:tab pos="353880" algn="l"/>
                <a:tab pos="355680" algn="l"/>
              </a:tabLst>
            </a:pPr>
            <a:r>
              <a:rPr lang="en-US" sz="2000" b="0" strike="noStrike" spc="-1">
                <a:solidFill>
                  <a:schemeClr val="bg1"/>
                </a:solidFill>
                <a:latin typeface="Calibri"/>
                <a:ea typeface="DejaVu Sans"/>
              </a:rPr>
              <a:t>Exporting software, technical information, Use encryption software or technology. It is illegal.</a:t>
            </a:r>
            <a:endParaRPr lang="en-IN" sz="2000" b="0" strike="noStrike" spc="-1">
              <a:solidFill>
                <a:schemeClr val="bg1"/>
              </a:solidFill>
              <a:latin typeface="Arial"/>
            </a:endParaRPr>
          </a:p>
          <a:p>
            <a:pPr marL="355680" indent="-343080">
              <a:lnSpc>
                <a:spcPct val="100000"/>
              </a:lnSpc>
              <a:spcBef>
                <a:spcPts val="601"/>
              </a:spcBef>
              <a:buClr>
                <a:schemeClr val="bg1"/>
              </a:buClr>
              <a:buFont typeface="Arial"/>
              <a:buChar char="•"/>
              <a:tabLst>
                <a:tab pos="353880" algn="l"/>
                <a:tab pos="355680" algn="l"/>
              </a:tabLst>
            </a:pPr>
            <a:r>
              <a:rPr lang="en-US" sz="2000" b="0" strike="noStrike" spc="-1">
                <a:solidFill>
                  <a:schemeClr val="bg1"/>
                </a:solidFill>
                <a:latin typeface="Calibri"/>
                <a:ea typeface="DejaVu Sans"/>
              </a:rPr>
              <a:t>Attempt to copy / access copyrighted material.</a:t>
            </a:r>
            <a:endParaRPr lang="en-IN" sz="2000" b="0" strike="noStrike" spc="-1">
              <a:solidFill>
                <a:schemeClr val="bg1"/>
              </a:solidFill>
              <a:latin typeface="Arial"/>
            </a:endParaRPr>
          </a:p>
          <a:p>
            <a:pPr marL="355680" indent="-343080">
              <a:lnSpc>
                <a:spcPct val="100000"/>
              </a:lnSpc>
              <a:spcBef>
                <a:spcPts val="601"/>
              </a:spcBef>
              <a:buClr>
                <a:schemeClr val="bg1"/>
              </a:buClr>
              <a:buFont typeface="Arial"/>
              <a:buChar char="•"/>
              <a:tabLst>
                <a:tab pos="353880" algn="l"/>
                <a:tab pos="355680" algn="l"/>
              </a:tabLst>
            </a:pPr>
            <a:r>
              <a:rPr lang="en-US" sz="2000" b="0" strike="noStrike" spc="-1">
                <a:solidFill>
                  <a:schemeClr val="bg1"/>
                </a:solidFill>
                <a:latin typeface="Calibri"/>
                <a:ea typeface="DejaVu Sans"/>
              </a:rPr>
              <a:t>Take assets outside the premises without authorization.</a:t>
            </a:r>
            <a:endParaRPr lang="en-IN" sz="2000" b="0" strike="noStrike" spc="-1">
              <a:solidFill>
                <a:schemeClr val="bg1"/>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 grpId="0" build="p"/>
      <p:bldP spid="30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44861-B617-A074-EAE8-80F1E31A49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A84A8A-BC18-32B2-4715-89BEF2DD0E89}"/>
              </a:ext>
            </a:extLst>
          </p:cNvPr>
          <p:cNvSpPr txBox="1"/>
          <p:nvPr/>
        </p:nvSpPr>
        <p:spPr>
          <a:xfrm>
            <a:off x="518160" y="254000"/>
            <a:ext cx="8676640" cy="523220"/>
          </a:xfrm>
          <a:prstGeom prst="rect">
            <a:avLst/>
          </a:prstGeom>
          <a:noFill/>
        </p:spPr>
        <p:txBody>
          <a:bodyPr wrap="square" rtlCol="0">
            <a:spAutoFit/>
          </a:bodyPr>
          <a:lstStyle/>
          <a:p>
            <a:pPr marL="12600">
              <a:spcBef>
                <a:spcPts val="99"/>
              </a:spcBef>
            </a:pPr>
            <a:r>
              <a:rPr lang="en-US" sz="2800" spc="-7">
                <a:solidFill>
                  <a:srgbClr val="283593"/>
                </a:solidFill>
                <a:latin typeface="Calibri"/>
              </a:rPr>
              <a:t>Asset Value and frequency of review </a:t>
            </a:r>
            <a:endParaRPr lang="en-IN" sz="2800" spc="-7">
              <a:solidFill>
                <a:srgbClr val="283593"/>
              </a:solidFill>
              <a:latin typeface="Calibri"/>
            </a:endParaRPr>
          </a:p>
        </p:txBody>
      </p:sp>
      <p:graphicFrame>
        <p:nvGraphicFramePr>
          <p:cNvPr id="3" name="Table 2">
            <a:extLst>
              <a:ext uri="{FF2B5EF4-FFF2-40B4-BE49-F238E27FC236}">
                <a16:creationId xmlns:a16="http://schemas.microsoft.com/office/drawing/2014/main" id="{822B654F-364C-DD37-65BD-3D4F536621B6}"/>
              </a:ext>
            </a:extLst>
          </p:cNvPr>
          <p:cNvGraphicFramePr>
            <a:graphicFrameLocks noGrp="1"/>
          </p:cNvGraphicFramePr>
          <p:nvPr/>
        </p:nvGraphicFramePr>
        <p:xfrm>
          <a:off x="518160" y="1559153"/>
          <a:ext cx="10596879" cy="2113280"/>
        </p:xfrm>
        <a:graphic>
          <a:graphicData uri="http://schemas.openxmlformats.org/drawingml/2006/table">
            <a:tbl>
              <a:tblPr firstRow="1" bandRow="1">
                <a:tableStyleId>{5FD0F851-EC5A-4D38-B0AD-8093EC10F338}</a:tableStyleId>
              </a:tblPr>
              <a:tblGrid>
                <a:gridCol w="867098">
                  <a:extLst>
                    <a:ext uri="{9D8B030D-6E8A-4147-A177-3AD203B41FA5}">
                      <a16:colId xmlns:a16="http://schemas.microsoft.com/office/drawing/2014/main" val="4245987617"/>
                    </a:ext>
                  </a:extLst>
                </a:gridCol>
                <a:gridCol w="1851162">
                  <a:extLst>
                    <a:ext uri="{9D8B030D-6E8A-4147-A177-3AD203B41FA5}">
                      <a16:colId xmlns:a16="http://schemas.microsoft.com/office/drawing/2014/main" val="1933036871"/>
                    </a:ext>
                  </a:extLst>
                </a:gridCol>
                <a:gridCol w="1230163">
                  <a:extLst>
                    <a:ext uri="{9D8B030D-6E8A-4147-A177-3AD203B41FA5}">
                      <a16:colId xmlns:a16="http://schemas.microsoft.com/office/drawing/2014/main" val="657387480"/>
                    </a:ext>
                  </a:extLst>
                </a:gridCol>
                <a:gridCol w="1410345">
                  <a:extLst>
                    <a:ext uri="{9D8B030D-6E8A-4147-A177-3AD203B41FA5}">
                      <a16:colId xmlns:a16="http://schemas.microsoft.com/office/drawing/2014/main" val="2860117033"/>
                    </a:ext>
                  </a:extLst>
                </a:gridCol>
                <a:gridCol w="5238111">
                  <a:extLst>
                    <a:ext uri="{9D8B030D-6E8A-4147-A177-3AD203B41FA5}">
                      <a16:colId xmlns:a16="http://schemas.microsoft.com/office/drawing/2014/main" val="2962533527"/>
                    </a:ext>
                  </a:extLst>
                </a:gridCol>
              </a:tblGrid>
              <a:tr h="631588">
                <a:tc>
                  <a:txBody>
                    <a:bodyPr/>
                    <a:lstStyle/>
                    <a:p>
                      <a:r>
                        <a:rPr lang="en-US"/>
                        <a:t>Level</a:t>
                      </a:r>
                      <a:endParaRPr lang="en-IN"/>
                    </a:p>
                  </a:txBody>
                  <a:tcPr/>
                </a:tc>
                <a:tc>
                  <a:txBody>
                    <a:bodyPr/>
                    <a:lstStyle/>
                    <a:p>
                      <a:r>
                        <a:rPr lang="en-US"/>
                        <a:t>Confidentiality                           </a:t>
                      </a:r>
                      <a:endParaRPr lang="en-IN"/>
                    </a:p>
                  </a:txBody>
                  <a:tcPr/>
                </a:tc>
                <a:tc>
                  <a:txBody>
                    <a:bodyPr/>
                    <a:lstStyle/>
                    <a:p>
                      <a:r>
                        <a:rPr lang="en-US"/>
                        <a:t>Integrity                                </a:t>
                      </a:r>
                      <a:endParaRPr lang="en-IN"/>
                    </a:p>
                  </a:txBody>
                  <a:tcPr/>
                </a:tc>
                <a:tc>
                  <a:txBody>
                    <a:bodyPr/>
                    <a:lstStyle/>
                    <a:p>
                      <a:r>
                        <a:rPr lang="en-US"/>
                        <a:t>Availability</a:t>
                      </a:r>
                      <a:endParaRPr lang="en-IN"/>
                    </a:p>
                  </a:txBody>
                  <a:tcPr/>
                </a:tc>
                <a:tc>
                  <a:txBody>
                    <a:bodyPr/>
                    <a:lstStyle/>
                    <a:p>
                      <a:r>
                        <a:rPr lang="en-US"/>
                        <a:t>Inventory Reviews </a:t>
                      </a:r>
                      <a:endParaRPr lang="en-IN"/>
                    </a:p>
                  </a:txBody>
                  <a:tcPr/>
                </a:tc>
                <a:extLst>
                  <a:ext uri="{0D108BD9-81ED-4DB2-BD59-A6C34878D82A}">
                    <a16:rowId xmlns:a16="http://schemas.microsoft.com/office/drawing/2014/main" val="2401637486"/>
                  </a:ext>
                </a:extLst>
              </a:tr>
              <a:tr h="370423">
                <a:tc>
                  <a:txBody>
                    <a:bodyPr/>
                    <a:lstStyle/>
                    <a:p>
                      <a:r>
                        <a:rPr lang="en-US"/>
                        <a:t>A+</a:t>
                      </a:r>
                      <a:endParaRPr lang="en-IN"/>
                    </a:p>
                  </a:txBody>
                  <a:tcPr/>
                </a:tc>
                <a:tc>
                  <a:txBody>
                    <a:bodyPr/>
                    <a:lstStyle/>
                    <a:p>
                      <a:r>
                        <a:rPr lang="en-US"/>
                        <a:t>3</a:t>
                      </a:r>
                      <a:endParaRPr lang="en-IN"/>
                    </a:p>
                  </a:txBody>
                  <a:tcPr/>
                </a:tc>
                <a:tc>
                  <a:txBody>
                    <a:bodyPr/>
                    <a:lstStyle/>
                    <a:p>
                      <a:r>
                        <a:rPr lang="en-US"/>
                        <a:t>3</a:t>
                      </a:r>
                      <a:endParaRPr lang="en-IN"/>
                    </a:p>
                  </a:txBody>
                  <a:tcPr/>
                </a:tc>
                <a:tc>
                  <a:txBody>
                    <a:bodyPr/>
                    <a:lstStyle/>
                    <a:p>
                      <a:r>
                        <a:rPr lang="en-US"/>
                        <a:t>3</a:t>
                      </a:r>
                      <a:endParaRPr lang="en-IN"/>
                    </a:p>
                  </a:txBody>
                  <a:tcPr/>
                </a:tc>
                <a:tc>
                  <a:txBody>
                    <a:bodyPr/>
                    <a:lstStyle/>
                    <a:p>
                      <a:r>
                        <a:rPr lang="en-US"/>
                        <a:t>Review </a:t>
                      </a:r>
                      <a:r>
                        <a:rPr lang="en-US">
                          <a:sym typeface="Wingdings" panose="05000000000000000000" pitchFamily="2" charset="2"/>
                        </a:rPr>
                        <a:t> Monthly</a:t>
                      </a:r>
                      <a:endParaRPr lang="en-IN"/>
                    </a:p>
                  </a:txBody>
                  <a:tcPr/>
                </a:tc>
                <a:extLst>
                  <a:ext uri="{0D108BD9-81ED-4DB2-BD59-A6C34878D82A}">
                    <a16:rowId xmlns:a16="http://schemas.microsoft.com/office/drawing/2014/main" val="2240880248"/>
                  </a:ext>
                </a:extLst>
              </a:tr>
              <a:tr h="370423">
                <a:tc>
                  <a:txBody>
                    <a:bodyPr/>
                    <a:lstStyle/>
                    <a:p>
                      <a:r>
                        <a:rPr lang="en-US"/>
                        <a:t>A</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t>Review </a:t>
                      </a:r>
                      <a:r>
                        <a:rPr lang="en-US">
                          <a:sym typeface="Wingdings" panose="05000000000000000000" pitchFamily="2" charset="2"/>
                        </a:rPr>
                        <a:t> Monthly</a:t>
                      </a:r>
                      <a:endParaRPr lang="en-IN"/>
                    </a:p>
                  </a:txBody>
                  <a:tcPr/>
                </a:tc>
                <a:extLst>
                  <a:ext uri="{0D108BD9-81ED-4DB2-BD59-A6C34878D82A}">
                    <a16:rowId xmlns:a16="http://schemas.microsoft.com/office/drawing/2014/main" val="3975027897"/>
                  </a:ext>
                </a:extLst>
              </a:tr>
              <a:tr h="370423">
                <a:tc>
                  <a:txBody>
                    <a:bodyPr/>
                    <a:lstStyle/>
                    <a:p>
                      <a:r>
                        <a:rPr lang="en-US"/>
                        <a:t>B</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t>Review </a:t>
                      </a:r>
                      <a:r>
                        <a:rPr lang="en-US">
                          <a:sym typeface="Wingdings" panose="05000000000000000000" pitchFamily="2" charset="2"/>
                        </a:rPr>
                        <a:t> 3 months</a:t>
                      </a:r>
                      <a:endParaRPr lang="en-IN"/>
                    </a:p>
                  </a:txBody>
                  <a:tcPr/>
                </a:tc>
                <a:extLst>
                  <a:ext uri="{0D108BD9-81ED-4DB2-BD59-A6C34878D82A}">
                    <a16:rowId xmlns:a16="http://schemas.microsoft.com/office/drawing/2014/main" val="2594582185"/>
                  </a:ext>
                </a:extLst>
              </a:tr>
              <a:tr h="370423">
                <a:tc>
                  <a:txBody>
                    <a:bodyPr/>
                    <a:lstStyle/>
                    <a:p>
                      <a:r>
                        <a:rPr lang="en-US"/>
                        <a:t>C</a:t>
                      </a:r>
                      <a:endParaRPr lang="en-IN"/>
                    </a:p>
                  </a:txBody>
                  <a:tcPr/>
                </a:tc>
                <a:tc>
                  <a:txBody>
                    <a:bodyPr/>
                    <a:lstStyle/>
                    <a:p>
                      <a:r>
                        <a:rPr lang="en-US"/>
                        <a:t>1</a:t>
                      </a:r>
                      <a:endParaRPr lang="en-IN"/>
                    </a:p>
                  </a:txBody>
                  <a:tcPr/>
                </a:tc>
                <a:tc>
                  <a:txBody>
                    <a:bodyPr/>
                    <a:lstStyle/>
                    <a:p>
                      <a:r>
                        <a:rPr lang="en-US"/>
                        <a:t>1</a:t>
                      </a:r>
                      <a:endParaRPr lang="en-IN"/>
                    </a:p>
                  </a:txBody>
                  <a:tcPr/>
                </a:tc>
                <a:tc>
                  <a:txBody>
                    <a:bodyPr/>
                    <a:lstStyle/>
                    <a:p>
                      <a:r>
                        <a:rPr lang="en-US"/>
                        <a:t>1</a:t>
                      </a:r>
                      <a:endParaRPr lang="en-IN"/>
                    </a:p>
                  </a:txBody>
                  <a:tcPr/>
                </a:tc>
                <a:tc>
                  <a:txBody>
                    <a:bodyPr/>
                    <a:lstStyle/>
                    <a:p>
                      <a:r>
                        <a:rPr lang="en-US"/>
                        <a:t>Review </a:t>
                      </a:r>
                      <a:r>
                        <a:rPr lang="en-US">
                          <a:sym typeface="Wingdings" panose="05000000000000000000" pitchFamily="2" charset="2"/>
                        </a:rPr>
                        <a:t> 3 months</a:t>
                      </a:r>
                      <a:endParaRPr lang="en-IN"/>
                    </a:p>
                  </a:txBody>
                  <a:tcPr/>
                </a:tc>
                <a:extLst>
                  <a:ext uri="{0D108BD9-81ED-4DB2-BD59-A6C34878D82A}">
                    <a16:rowId xmlns:a16="http://schemas.microsoft.com/office/drawing/2014/main" val="2034612395"/>
                  </a:ext>
                </a:extLst>
              </a:tr>
            </a:tbl>
          </a:graphicData>
        </a:graphic>
      </p:graphicFrame>
      <p:graphicFrame>
        <p:nvGraphicFramePr>
          <p:cNvPr id="4" name="Table 3">
            <a:extLst>
              <a:ext uri="{FF2B5EF4-FFF2-40B4-BE49-F238E27FC236}">
                <a16:creationId xmlns:a16="http://schemas.microsoft.com/office/drawing/2014/main" id="{77E59DBB-AE34-E4FD-C38F-FE12BA866A72}"/>
              </a:ext>
            </a:extLst>
          </p:cNvPr>
          <p:cNvGraphicFramePr>
            <a:graphicFrameLocks noGrp="1"/>
          </p:cNvGraphicFramePr>
          <p:nvPr/>
        </p:nvGraphicFramePr>
        <p:xfrm>
          <a:off x="447040" y="3881121"/>
          <a:ext cx="10667999" cy="2113281"/>
        </p:xfrm>
        <a:graphic>
          <a:graphicData uri="http://schemas.openxmlformats.org/drawingml/2006/table">
            <a:tbl>
              <a:tblPr firstRow="1" bandRow="1">
                <a:tableStyleId>{5FD0F851-EC5A-4D38-B0AD-8093EC10F338}</a:tableStyleId>
              </a:tblPr>
              <a:tblGrid>
                <a:gridCol w="872917">
                  <a:extLst>
                    <a:ext uri="{9D8B030D-6E8A-4147-A177-3AD203B41FA5}">
                      <a16:colId xmlns:a16="http://schemas.microsoft.com/office/drawing/2014/main" val="4245987617"/>
                    </a:ext>
                  </a:extLst>
                </a:gridCol>
                <a:gridCol w="1863587">
                  <a:extLst>
                    <a:ext uri="{9D8B030D-6E8A-4147-A177-3AD203B41FA5}">
                      <a16:colId xmlns:a16="http://schemas.microsoft.com/office/drawing/2014/main" val="1933036871"/>
                    </a:ext>
                  </a:extLst>
                </a:gridCol>
                <a:gridCol w="1238418">
                  <a:extLst>
                    <a:ext uri="{9D8B030D-6E8A-4147-A177-3AD203B41FA5}">
                      <a16:colId xmlns:a16="http://schemas.microsoft.com/office/drawing/2014/main" val="657387480"/>
                    </a:ext>
                  </a:extLst>
                </a:gridCol>
                <a:gridCol w="1419812">
                  <a:extLst>
                    <a:ext uri="{9D8B030D-6E8A-4147-A177-3AD203B41FA5}">
                      <a16:colId xmlns:a16="http://schemas.microsoft.com/office/drawing/2014/main" val="2860117033"/>
                    </a:ext>
                  </a:extLst>
                </a:gridCol>
                <a:gridCol w="5273265">
                  <a:extLst>
                    <a:ext uri="{9D8B030D-6E8A-4147-A177-3AD203B41FA5}">
                      <a16:colId xmlns:a16="http://schemas.microsoft.com/office/drawing/2014/main" val="2962533527"/>
                    </a:ext>
                  </a:extLst>
                </a:gridCol>
              </a:tblGrid>
              <a:tr h="541901">
                <a:tc>
                  <a:txBody>
                    <a:bodyPr/>
                    <a:lstStyle/>
                    <a:p>
                      <a:r>
                        <a:rPr lang="en-US"/>
                        <a:t>Level</a:t>
                      </a:r>
                      <a:endParaRPr lang="en-IN"/>
                    </a:p>
                  </a:txBody>
                  <a:tcPr/>
                </a:tc>
                <a:tc>
                  <a:txBody>
                    <a:bodyPr/>
                    <a:lstStyle/>
                    <a:p>
                      <a:r>
                        <a:rPr lang="en-US"/>
                        <a:t>Confidentiality                           </a:t>
                      </a:r>
                      <a:endParaRPr lang="en-IN"/>
                    </a:p>
                  </a:txBody>
                  <a:tcPr/>
                </a:tc>
                <a:tc>
                  <a:txBody>
                    <a:bodyPr/>
                    <a:lstStyle/>
                    <a:p>
                      <a:r>
                        <a:rPr lang="en-US"/>
                        <a:t>Integrity                                </a:t>
                      </a:r>
                      <a:endParaRPr lang="en-IN"/>
                    </a:p>
                  </a:txBody>
                  <a:tcPr/>
                </a:tc>
                <a:tc>
                  <a:txBody>
                    <a:bodyPr/>
                    <a:lstStyle/>
                    <a:p>
                      <a:r>
                        <a:rPr lang="en-US"/>
                        <a:t>Availability</a:t>
                      </a:r>
                      <a:endParaRPr lang="en-IN"/>
                    </a:p>
                  </a:txBody>
                  <a:tcPr/>
                </a:tc>
                <a:tc>
                  <a:txBody>
                    <a:bodyPr/>
                    <a:lstStyle/>
                    <a:p>
                      <a:r>
                        <a:rPr lang="en-US"/>
                        <a:t>Inventory  Audits </a:t>
                      </a:r>
                      <a:endParaRPr lang="en-IN"/>
                    </a:p>
                  </a:txBody>
                  <a:tcPr/>
                </a:tc>
                <a:extLst>
                  <a:ext uri="{0D108BD9-81ED-4DB2-BD59-A6C34878D82A}">
                    <a16:rowId xmlns:a16="http://schemas.microsoft.com/office/drawing/2014/main" val="2401637486"/>
                  </a:ext>
                </a:extLst>
              </a:tr>
              <a:tr h="392845">
                <a:tc>
                  <a:txBody>
                    <a:bodyPr/>
                    <a:lstStyle/>
                    <a:p>
                      <a:r>
                        <a:rPr lang="en-US"/>
                        <a:t>A+</a:t>
                      </a:r>
                      <a:endParaRPr lang="en-IN"/>
                    </a:p>
                  </a:txBody>
                  <a:tcPr/>
                </a:tc>
                <a:tc>
                  <a:txBody>
                    <a:bodyPr/>
                    <a:lstStyle/>
                    <a:p>
                      <a:r>
                        <a:rPr lang="en-US"/>
                        <a:t>3</a:t>
                      </a:r>
                      <a:endParaRPr lang="en-IN"/>
                    </a:p>
                  </a:txBody>
                  <a:tcPr/>
                </a:tc>
                <a:tc>
                  <a:txBody>
                    <a:bodyPr/>
                    <a:lstStyle/>
                    <a:p>
                      <a:r>
                        <a:rPr lang="en-US"/>
                        <a:t>3</a:t>
                      </a:r>
                      <a:endParaRPr lang="en-IN"/>
                    </a:p>
                  </a:txBody>
                  <a:tcPr/>
                </a:tc>
                <a:tc>
                  <a:txBody>
                    <a:bodyPr/>
                    <a:lstStyle/>
                    <a:p>
                      <a:r>
                        <a:rPr lang="en-US"/>
                        <a:t>3</a:t>
                      </a:r>
                      <a:endParaRPr lang="en-IN"/>
                    </a:p>
                  </a:txBody>
                  <a:tcPr/>
                </a:tc>
                <a:tc>
                  <a:txBody>
                    <a:bodyPr/>
                    <a:lstStyle/>
                    <a:p>
                      <a:r>
                        <a:rPr lang="en-US">
                          <a:sym typeface="Wingdings" panose="05000000000000000000" pitchFamily="2" charset="2"/>
                        </a:rPr>
                        <a:t>Audit  3 months</a:t>
                      </a:r>
                      <a:endParaRPr lang="en-IN"/>
                    </a:p>
                  </a:txBody>
                  <a:tcPr/>
                </a:tc>
                <a:extLst>
                  <a:ext uri="{0D108BD9-81ED-4DB2-BD59-A6C34878D82A}">
                    <a16:rowId xmlns:a16="http://schemas.microsoft.com/office/drawing/2014/main" val="2240880248"/>
                  </a:ext>
                </a:extLst>
              </a:tr>
              <a:tr h="392845">
                <a:tc>
                  <a:txBody>
                    <a:bodyPr/>
                    <a:lstStyle/>
                    <a:p>
                      <a:r>
                        <a:rPr lang="en-US"/>
                        <a:t>A</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sym typeface="Wingdings" panose="05000000000000000000" pitchFamily="2" charset="2"/>
                        </a:rPr>
                        <a:t>Audit  3 months</a:t>
                      </a:r>
                      <a:endParaRPr lang="en-IN"/>
                    </a:p>
                  </a:txBody>
                  <a:tcPr/>
                </a:tc>
                <a:extLst>
                  <a:ext uri="{0D108BD9-81ED-4DB2-BD59-A6C34878D82A}">
                    <a16:rowId xmlns:a16="http://schemas.microsoft.com/office/drawing/2014/main" val="3975027897"/>
                  </a:ext>
                </a:extLst>
              </a:tr>
              <a:tr h="392845">
                <a:tc>
                  <a:txBody>
                    <a:bodyPr/>
                    <a:lstStyle/>
                    <a:p>
                      <a:r>
                        <a:rPr lang="en-US"/>
                        <a:t>B</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t>2</a:t>
                      </a:r>
                      <a:endParaRPr lang="en-IN"/>
                    </a:p>
                  </a:txBody>
                  <a:tcPr/>
                </a:tc>
                <a:tc>
                  <a:txBody>
                    <a:bodyPr/>
                    <a:lstStyle/>
                    <a:p>
                      <a:r>
                        <a:rPr lang="en-US">
                          <a:sym typeface="Wingdings" panose="05000000000000000000" pitchFamily="2" charset="2"/>
                        </a:rPr>
                        <a:t>Audit  6 months</a:t>
                      </a:r>
                      <a:endParaRPr lang="en-IN"/>
                    </a:p>
                  </a:txBody>
                  <a:tcPr/>
                </a:tc>
                <a:extLst>
                  <a:ext uri="{0D108BD9-81ED-4DB2-BD59-A6C34878D82A}">
                    <a16:rowId xmlns:a16="http://schemas.microsoft.com/office/drawing/2014/main" val="2594582185"/>
                  </a:ext>
                </a:extLst>
              </a:tr>
              <a:tr h="392845">
                <a:tc>
                  <a:txBody>
                    <a:bodyPr/>
                    <a:lstStyle/>
                    <a:p>
                      <a:r>
                        <a:rPr lang="en-US"/>
                        <a:t>C</a:t>
                      </a:r>
                      <a:endParaRPr lang="en-IN"/>
                    </a:p>
                  </a:txBody>
                  <a:tcPr/>
                </a:tc>
                <a:tc>
                  <a:txBody>
                    <a:bodyPr/>
                    <a:lstStyle/>
                    <a:p>
                      <a:r>
                        <a:rPr lang="en-US"/>
                        <a:t>1</a:t>
                      </a:r>
                      <a:endParaRPr lang="en-IN"/>
                    </a:p>
                  </a:txBody>
                  <a:tcPr/>
                </a:tc>
                <a:tc>
                  <a:txBody>
                    <a:bodyPr/>
                    <a:lstStyle/>
                    <a:p>
                      <a:r>
                        <a:rPr lang="en-US"/>
                        <a:t>1</a:t>
                      </a:r>
                      <a:endParaRPr lang="en-IN"/>
                    </a:p>
                  </a:txBody>
                  <a:tcPr/>
                </a:tc>
                <a:tc>
                  <a:txBody>
                    <a:bodyPr/>
                    <a:lstStyle/>
                    <a:p>
                      <a:r>
                        <a:rPr lang="en-US"/>
                        <a:t>1</a:t>
                      </a:r>
                      <a:endParaRPr lang="en-IN"/>
                    </a:p>
                  </a:txBody>
                  <a:tcPr/>
                </a:tc>
                <a:tc>
                  <a:txBody>
                    <a:bodyPr/>
                    <a:lstStyle/>
                    <a:p>
                      <a:r>
                        <a:rPr lang="en-US">
                          <a:sym typeface="Wingdings" panose="05000000000000000000" pitchFamily="2" charset="2"/>
                        </a:rPr>
                        <a:t>Audit 12 months</a:t>
                      </a:r>
                      <a:endParaRPr lang="en-IN"/>
                    </a:p>
                  </a:txBody>
                  <a:tcPr/>
                </a:tc>
                <a:extLst>
                  <a:ext uri="{0D108BD9-81ED-4DB2-BD59-A6C34878D82A}">
                    <a16:rowId xmlns:a16="http://schemas.microsoft.com/office/drawing/2014/main" val="2034612395"/>
                  </a:ext>
                </a:extLst>
              </a:tr>
            </a:tbl>
          </a:graphicData>
        </a:graphic>
      </p:graphicFrame>
    </p:spTree>
    <p:extLst>
      <p:ext uri="{BB962C8B-B14F-4D97-AF65-F5344CB8AC3E}">
        <p14:creationId xmlns:p14="http://schemas.microsoft.com/office/powerpoint/2010/main" val="3698003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11329A6-9276-0F6C-82D5-EEDC8F9CD7BB}"/>
              </a:ext>
            </a:extLst>
          </p:cNvPr>
          <p:cNvGrpSpPr/>
          <p:nvPr/>
        </p:nvGrpSpPr>
        <p:grpSpPr>
          <a:xfrm>
            <a:off x="-88960" y="1140977"/>
            <a:ext cx="12280960" cy="5446928"/>
            <a:chOff x="-88960" y="1140977"/>
            <a:chExt cx="12280960" cy="5446928"/>
          </a:xfrm>
        </p:grpSpPr>
        <p:pic>
          <p:nvPicPr>
            <p:cNvPr id="3" name="Picture 6" descr="Blackboard Square Download HQ Transparent HQ PNG Download | FreePNGImg">
              <a:extLst>
                <a:ext uri="{FF2B5EF4-FFF2-40B4-BE49-F238E27FC236}">
                  <a16:creationId xmlns:a16="http://schemas.microsoft.com/office/drawing/2014/main" id="{F1927716-7485-17E5-50D7-971669B06E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358245CC-FA53-580D-D801-DFE48F9E66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onts Icon Stock Illustrations – 637 Donts Icon Stock Illustrations,  Vectors &amp; Clipart - Dreamstime">
              <a:extLst>
                <a:ext uri="{FF2B5EF4-FFF2-40B4-BE49-F238E27FC236}">
                  <a16:creationId xmlns:a16="http://schemas.microsoft.com/office/drawing/2014/main" id="{70174888-9E64-BD81-38EF-54FDD2986F3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nts Icon Stock Illustrations – 637 Donts Icon Stock Illustrations,  Vectors &amp; Clipart - Dreamstime">
              <a:extLst>
                <a:ext uri="{FF2B5EF4-FFF2-40B4-BE49-F238E27FC236}">
                  <a16:creationId xmlns:a16="http://schemas.microsoft.com/office/drawing/2014/main" id="{1EBCF335-4793-4771-86D1-43A15D69F20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25"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B319518E-1A0C-42E8-89E4-60AA925B49AA}" type="slidenum">
              <a:rPr lang="en-IN" sz="1200" b="0" strike="noStrike" spc="-1">
                <a:solidFill>
                  <a:srgbClr val="8B8B8B"/>
                </a:solidFill>
                <a:latin typeface="Calibri"/>
                <a:ea typeface="DejaVu Sans"/>
              </a:rPr>
              <a:t>16</a:t>
            </a:fld>
            <a:endParaRPr lang="en-IN" sz="1200" b="0" strike="noStrike" spc="-1">
              <a:latin typeface="Times New Roman"/>
            </a:endParaRPr>
          </a:p>
        </p:txBody>
      </p:sp>
      <p:sp>
        <p:nvSpPr>
          <p:cNvPr id="326" name="object 26"/>
          <p:cNvSpPr/>
          <p:nvPr/>
        </p:nvSpPr>
        <p:spPr>
          <a:xfrm>
            <a:off x="508320" y="540000"/>
            <a:ext cx="5250600" cy="43884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7">
                <a:solidFill>
                  <a:srgbClr val="1A237E"/>
                </a:solidFill>
                <a:latin typeface="Calibri"/>
                <a:ea typeface="DejaVu Sans"/>
              </a:rPr>
              <a:t>Mobile Device</a:t>
            </a:r>
            <a:endParaRPr lang="en-IN" sz="2800" b="0" strike="noStrike" spc="-1">
              <a:latin typeface="Arial"/>
            </a:endParaRPr>
          </a:p>
        </p:txBody>
      </p:sp>
      <p:sp>
        <p:nvSpPr>
          <p:cNvPr id="327" name="TextBox 11"/>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29" name="object 27"/>
          <p:cNvSpPr/>
          <p:nvPr/>
        </p:nvSpPr>
        <p:spPr>
          <a:xfrm>
            <a:off x="667980" y="2903192"/>
            <a:ext cx="4734104" cy="2013271"/>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285840" indent="-285840">
              <a:lnSpc>
                <a:spcPct val="100000"/>
              </a:lnSpc>
              <a:spcBef>
                <a:spcPts val="581"/>
              </a:spcBef>
              <a:buClr>
                <a:schemeClr val="bg1"/>
              </a:buClr>
              <a:buFont typeface="Arial"/>
              <a:buChar char="•"/>
              <a:tabLst>
                <a:tab pos="354960" algn="l"/>
                <a:tab pos="355680" algn="l"/>
              </a:tabLst>
            </a:pPr>
            <a:r>
              <a:rPr lang="en-US" sz="2000" b="0" strike="noStrike" spc="-21">
                <a:solidFill>
                  <a:schemeClr val="bg1"/>
                </a:solidFill>
                <a:latin typeface="Calibri"/>
                <a:ea typeface="DejaVu Sans"/>
              </a:rPr>
              <a:t>All the mobiles used for business activities must be registered with IT Team.</a:t>
            </a:r>
            <a:endParaRPr lang="en-IN" sz="2000" b="0" strike="noStrike" spc="-1">
              <a:solidFill>
                <a:schemeClr val="bg1"/>
              </a:solidFill>
              <a:latin typeface="Arial"/>
            </a:endParaRPr>
          </a:p>
          <a:p>
            <a:pPr marL="285840" indent="-285840">
              <a:lnSpc>
                <a:spcPct val="100000"/>
              </a:lnSpc>
              <a:spcBef>
                <a:spcPts val="581"/>
              </a:spcBef>
              <a:buClr>
                <a:schemeClr val="bg1"/>
              </a:buClr>
              <a:buFont typeface="Arial"/>
              <a:buChar char="•"/>
              <a:tabLst>
                <a:tab pos="354960" algn="l"/>
                <a:tab pos="355680" algn="l"/>
              </a:tabLst>
            </a:pPr>
            <a:r>
              <a:rPr lang="en-US" sz="2000" b="0" strike="noStrike" spc="-21">
                <a:solidFill>
                  <a:schemeClr val="bg1"/>
                </a:solidFill>
                <a:latin typeface="Calibri"/>
                <a:ea typeface="DejaVu Sans"/>
              </a:rPr>
              <a:t>Authorized Mobile devices used need to be protected with controls</a:t>
            </a:r>
            <a:endParaRPr lang="en-IN" sz="2000" b="0" strike="noStrike" spc="-1">
              <a:solidFill>
                <a:schemeClr val="bg1"/>
              </a:solidFill>
              <a:latin typeface="Arial"/>
            </a:endParaRPr>
          </a:p>
          <a:p>
            <a:pPr marL="285840" indent="-285840">
              <a:lnSpc>
                <a:spcPct val="100000"/>
              </a:lnSpc>
              <a:spcBef>
                <a:spcPts val="581"/>
              </a:spcBef>
              <a:buClr>
                <a:schemeClr val="bg1"/>
              </a:buClr>
              <a:buFont typeface="Arial"/>
              <a:buChar char="•"/>
              <a:tabLst>
                <a:tab pos="354960" algn="l"/>
                <a:tab pos="355680" algn="l"/>
              </a:tabLst>
            </a:pPr>
            <a:r>
              <a:rPr lang="en-US" sz="2000" b="0" strike="noStrike" spc="-21">
                <a:solidFill>
                  <a:schemeClr val="bg1"/>
                </a:solidFill>
                <a:latin typeface="Calibri"/>
                <a:ea typeface="DejaVu Sans"/>
              </a:rPr>
              <a:t>Mobile devices should be stored in a safe place to avoid theft</a:t>
            </a:r>
            <a:r>
              <a:rPr lang="en-US" sz="2000" b="0" strike="noStrike" spc="-1">
                <a:solidFill>
                  <a:schemeClr val="bg1"/>
                </a:solidFill>
                <a:latin typeface="Calibri"/>
                <a:ea typeface="DejaVu Sans"/>
              </a:rPr>
              <a:t> </a:t>
            </a:r>
            <a:endParaRPr lang="en-IN" sz="2000" b="0" strike="noStrike" spc="-1">
              <a:solidFill>
                <a:schemeClr val="bg1"/>
              </a:solidFill>
              <a:latin typeface="Arial"/>
            </a:endParaRPr>
          </a:p>
        </p:txBody>
      </p:sp>
      <p:sp>
        <p:nvSpPr>
          <p:cNvPr id="330" name="object 28"/>
          <p:cNvSpPr/>
          <p:nvPr/>
        </p:nvSpPr>
        <p:spPr>
          <a:xfrm>
            <a:off x="6550571" y="3104630"/>
            <a:ext cx="4973449" cy="2169946"/>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680" indent="-343080">
              <a:lnSpc>
                <a:spcPct val="100000"/>
              </a:lnSpc>
              <a:spcBef>
                <a:spcPts val="575"/>
              </a:spcBef>
              <a:buClr>
                <a:schemeClr val="bg1"/>
              </a:buClr>
              <a:buFont typeface="Arial"/>
              <a:buChar char="•"/>
              <a:tabLst>
                <a:tab pos="354960" algn="l"/>
                <a:tab pos="356400" algn="l"/>
              </a:tabLst>
            </a:pPr>
            <a:r>
              <a:rPr lang="en-US" b="0" strike="noStrike" spc="-7">
                <a:solidFill>
                  <a:schemeClr val="bg1"/>
                </a:solidFill>
                <a:latin typeface="Calibri"/>
                <a:ea typeface="DejaVu Sans"/>
              </a:rPr>
              <a:t>Do not take photos inside the restricted zones. </a:t>
            </a:r>
            <a:r>
              <a:rPr lang="en-US" spc="-7">
                <a:solidFill>
                  <a:schemeClr val="bg1"/>
                </a:solidFill>
                <a:latin typeface="Calibri"/>
                <a:ea typeface="DejaVu Sans"/>
              </a:rPr>
              <a:t>Zone definitions can be referred from ISMS3022 </a:t>
            </a:r>
            <a:r>
              <a:rPr lang="en-US" spc="-7" err="1">
                <a:solidFill>
                  <a:schemeClr val="bg1"/>
                </a:solidFill>
                <a:latin typeface="Calibri"/>
                <a:ea typeface="DejaVu Sans"/>
              </a:rPr>
              <a:t>Phyiscal_Secuirty_and_Control_Policy</a:t>
            </a:r>
            <a:r>
              <a:rPr lang="en-US" spc="-7">
                <a:solidFill>
                  <a:schemeClr val="bg1"/>
                </a:solidFill>
                <a:latin typeface="Calibri"/>
                <a:ea typeface="DejaVu Sans"/>
              </a:rPr>
              <a:t> </a:t>
            </a:r>
            <a:r>
              <a:rPr lang="en-IN">
                <a:hlinkClick r:id="rId5"/>
              </a:rPr>
              <a:t>JIAS</a:t>
            </a:r>
            <a:endParaRPr lang="en-IN" spc="-7">
              <a:solidFill>
                <a:schemeClr val="bg1"/>
              </a:solidFill>
              <a:latin typeface="Calibri"/>
              <a:ea typeface="DejaVu Sans"/>
            </a:endParaRPr>
          </a:p>
          <a:p>
            <a:pPr marL="355680" indent="-343080">
              <a:lnSpc>
                <a:spcPct val="100000"/>
              </a:lnSpc>
              <a:spcBef>
                <a:spcPts val="575"/>
              </a:spcBef>
              <a:buClr>
                <a:schemeClr val="bg1"/>
              </a:buClr>
              <a:buFont typeface="Arial"/>
              <a:buChar char="•"/>
              <a:tabLst>
                <a:tab pos="354960" algn="l"/>
                <a:tab pos="356400" algn="l"/>
              </a:tabLst>
            </a:pPr>
            <a:r>
              <a:rPr lang="en-US" b="0" strike="noStrike" spc="-7">
                <a:solidFill>
                  <a:schemeClr val="bg1"/>
                </a:solidFill>
                <a:latin typeface="Calibri"/>
                <a:ea typeface="DejaVu Sans"/>
              </a:rPr>
              <a:t>Do not bring any personal mobile devices such as iPods, USB Sticks, Laptops.</a:t>
            </a:r>
          </a:p>
          <a:p>
            <a:pPr marL="355680" indent="-343080">
              <a:lnSpc>
                <a:spcPct val="100000"/>
              </a:lnSpc>
              <a:spcBef>
                <a:spcPts val="575"/>
              </a:spcBef>
              <a:buClr>
                <a:schemeClr val="bg1"/>
              </a:buClr>
              <a:buFont typeface="Arial"/>
              <a:buChar char="•"/>
              <a:tabLst>
                <a:tab pos="354960" algn="l"/>
                <a:tab pos="356400" algn="l"/>
              </a:tabLst>
            </a:pPr>
            <a:r>
              <a:rPr lang="en-US" spc="-7">
                <a:solidFill>
                  <a:schemeClr val="bg1"/>
                </a:solidFill>
                <a:latin typeface="Calibri"/>
              </a:rPr>
              <a:t>Do not connect your mobile phone to the office network</a:t>
            </a:r>
            <a:endParaRPr lang="en-IN" b="0" strike="noStrike" spc="-1">
              <a:solidFill>
                <a:schemeClr val="bg1"/>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 grpId="0" build="p"/>
      <p:bldP spid="33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8C867A0-B42B-F0F7-BAC2-6F08F284A4A8}"/>
              </a:ext>
            </a:extLst>
          </p:cNvPr>
          <p:cNvGrpSpPr/>
          <p:nvPr/>
        </p:nvGrpSpPr>
        <p:grpSpPr>
          <a:xfrm>
            <a:off x="-88960" y="1140977"/>
            <a:ext cx="12280960" cy="5446928"/>
            <a:chOff x="-88960" y="1140977"/>
            <a:chExt cx="12280960" cy="5446928"/>
          </a:xfrm>
        </p:grpSpPr>
        <p:pic>
          <p:nvPicPr>
            <p:cNvPr id="3" name="Picture 6" descr="Blackboard Square Download HQ Transparent HQ PNG Download | FreePNGImg">
              <a:extLst>
                <a:ext uri="{FF2B5EF4-FFF2-40B4-BE49-F238E27FC236}">
                  <a16:creationId xmlns:a16="http://schemas.microsoft.com/office/drawing/2014/main" id="{8016F39F-40D7-F144-1EEF-380F6E02A0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FC8B6A05-C5A9-C1E9-4135-15C83C79EC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onts Icon Stock Illustrations – 637 Donts Icon Stock Illustrations,  Vectors &amp; Clipart - Dreamstime">
              <a:extLst>
                <a:ext uri="{FF2B5EF4-FFF2-40B4-BE49-F238E27FC236}">
                  <a16:creationId xmlns:a16="http://schemas.microsoft.com/office/drawing/2014/main" id="{9E735B7E-25BA-B18F-BF74-57A9730D9BD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nts Icon Stock Illustrations – 637 Donts Icon Stock Illustrations,  Vectors &amp; Clipart - Dreamstime">
              <a:extLst>
                <a:ext uri="{FF2B5EF4-FFF2-40B4-BE49-F238E27FC236}">
                  <a16:creationId xmlns:a16="http://schemas.microsoft.com/office/drawing/2014/main" id="{61995922-1BC1-25E0-1A78-E33B18EFBFB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33"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CB3508BD-5258-4CB6-9B0D-D8B150EEA0ED}" type="slidenum">
              <a:rPr lang="en-IN" sz="1200" b="0" strike="noStrike" spc="-1">
                <a:solidFill>
                  <a:srgbClr val="8B8B8B"/>
                </a:solidFill>
                <a:latin typeface="Calibri"/>
                <a:ea typeface="DejaVu Sans"/>
              </a:rPr>
              <a:t>17</a:t>
            </a:fld>
            <a:endParaRPr lang="en-IN" sz="1200" b="0" strike="noStrike" spc="-1">
              <a:latin typeface="Times New Roman"/>
            </a:endParaRPr>
          </a:p>
        </p:txBody>
      </p:sp>
      <p:sp>
        <p:nvSpPr>
          <p:cNvPr id="334" name="object 29"/>
          <p:cNvSpPr/>
          <p:nvPr/>
        </p:nvSpPr>
        <p:spPr>
          <a:xfrm>
            <a:off x="508320" y="540000"/>
            <a:ext cx="5250600" cy="43884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12">
                <a:solidFill>
                  <a:srgbClr val="1A237E"/>
                </a:solidFill>
                <a:latin typeface="Calibri"/>
                <a:ea typeface="DejaVu Sans"/>
              </a:rPr>
              <a:t>Password</a:t>
            </a:r>
            <a:endParaRPr lang="en-IN" sz="2800" b="0" strike="noStrike" spc="-1">
              <a:latin typeface="Arial"/>
            </a:endParaRPr>
          </a:p>
        </p:txBody>
      </p:sp>
      <p:sp>
        <p:nvSpPr>
          <p:cNvPr id="335" name="TextBox 12"/>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37" name="object 30"/>
          <p:cNvSpPr/>
          <p:nvPr/>
        </p:nvSpPr>
        <p:spPr>
          <a:xfrm>
            <a:off x="494120" y="2897808"/>
            <a:ext cx="5134527" cy="2653446"/>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342900" indent="-342900">
              <a:lnSpc>
                <a:spcPct val="111000"/>
              </a:lnSpc>
              <a:spcBef>
                <a:spcPts val="99"/>
              </a:spcBef>
              <a:buClr>
                <a:schemeClr val="bg1"/>
              </a:buClr>
              <a:buFont typeface="Arial" panose="020B0604020202020204" pitchFamily="34" charset="0"/>
              <a:buChar char="•"/>
              <a:tabLst>
                <a:tab pos="353880" algn="l"/>
                <a:tab pos="355680" algn="l"/>
              </a:tabLst>
            </a:pPr>
            <a:r>
              <a:rPr lang="en-US" sz="2000" b="0" strike="noStrike" spc="-1">
                <a:solidFill>
                  <a:schemeClr val="bg1"/>
                </a:solidFill>
                <a:latin typeface="Calibri"/>
                <a:ea typeface="Calibri"/>
              </a:rPr>
              <a:t>Always use at least 8-character password with combination of alphabets, numbers and special Character (</a:t>
            </a:r>
            <a:r>
              <a:rPr lang="en-US" sz="2000" b="0" strike="noStrike" spc="-1">
                <a:solidFill>
                  <a:schemeClr val="bg1"/>
                </a:solidFill>
                <a:latin typeface="Calibri"/>
                <a:ea typeface="Verdana"/>
              </a:rPr>
              <a:t>*, %, @, #, $, ^)</a:t>
            </a:r>
            <a:endParaRPr lang="en-IN" sz="2000" b="0" strike="noStrike" spc="-1">
              <a:solidFill>
                <a:schemeClr val="bg1"/>
              </a:solidFill>
              <a:latin typeface="Arial"/>
            </a:endParaRPr>
          </a:p>
          <a:p>
            <a:pPr marL="342900" indent="-342900">
              <a:lnSpc>
                <a:spcPct val="100000"/>
              </a:lnSpc>
              <a:spcBef>
                <a:spcPts val="201"/>
              </a:spcBef>
              <a:buClr>
                <a:schemeClr val="bg1"/>
              </a:buClr>
              <a:buFont typeface="Arial" panose="020B0604020202020204" pitchFamily="34" charset="0"/>
              <a:buChar char="•"/>
              <a:tabLst>
                <a:tab pos="353880" algn="l"/>
                <a:tab pos="355680" algn="l"/>
              </a:tabLst>
            </a:pPr>
            <a:r>
              <a:rPr lang="en-US" sz="2000" b="0" strike="noStrike" spc="-1">
                <a:solidFill>
                  <a:schemeClr val="bg1"/>
                </a:solidFill>
                <a:latin typeface="Calibri"/>
                <a:ea typeface="Calibri"/>
              </a:rPr>
              <a:t>Use of password that can be easily remembered by you</a:t>
            </a:r>
            <a:endParaRPr lang="en-IN" sz="2000" b="0" strike="noStrike" spc="-1">
              <a:solidFill>
                <a:schemeClr val="bg1"/>
              </a:solidFill>
              <a:latin typeface="Arial"/>
            </a:endParaRPr>
          </a:p>
          <a:p>
            <a:pPr marL="342900" indent="-342900">
              <a:lnSpc>
                <a:spcPct val="100000"/>
              </a:lnSpc>
              <a:spcBef>
                <a:spcPts val="201"/>
              </a:spcBef>
              <a:buClr>
                <a:schemeClr val="bg1"/>
              </a:buClr>
              <a:buFont typeface="Arial" panose="020B0604020202020204" pitchFamily="34" charset="0"/>
              <a:buChar char="•"/>
              <a:tabLst>
                <a:tab pos="353880" algn="l"/>
                <a:tab pos="355680" algn="l"/>
              </a:tabLst>
            </a:pPr>
            <a:r>
              <a:rPr lang="en-US" sz="2000" b="0" strike="noStrike" spc="-1">
                <a:solidFill>
                  <a:schemeClr val="bg1"/>
                </a:solidFill>
                <a:latin typeface="Calibri"/>
                <a:ea typeface="Calibri"/>
              </a:rPr>
              <a:t>Change password regularly as per policy</a:t>
            </a:r>
            <a:endParaRPr lang="en-IN" sz="2000" b="0" strike="noStrike" spc="-1">
              <a:solidFill>
                <a:schemeClr val="bg1"/>
              </a:solidFill>
              <a:latin typeface="Arial"/>
            </a:endParaRPr>
          </a:p>
          <a:p>
            <a:pPr marL="342900" indent="-342900">
              <a:lnSpc>
                <a:spcPct val="100000"/>
              </a:lnSpc>
              <a:spcBef>
                <a:spcPts val="201"/>
              </a:spcBef>
              <a:buClr>
                <a:schemeClr val="bg1"/>
              </a:buClr>
              <a:buFont typeface="Arial" panose="020B0604020202020204" pitchFamily="34" charset="0"/>
              <a:buChar char="•"/>
              <a:tabLst>
                <a:tab pos="353880" algn="l"/>
                <a:tab pos="355680" algn="l"/>
              </a:tabLst>
            </a:pPr>
            <a:r>
              <a:rPr lang="en-US" sz="2000" b="0" strike="noStrike" spc="-1">
                <a:solidFill>
                  <a:schemeClr val="bg1"/>
                </a:solidFill>
                <a:latin typeface="Calibri"/>
                <a:ea typeface="Calibri"/>
              </a:rPr>
              <a:t>Use password that is significantly different from earlier passwords</a:t>
            </a:r>
            <a:endParaRPr lang="en-IN" sz="2000" b="0" strike="noStrike" spc="-1">
              <a:solidFill>
                <a:schemeClr val="bg1"/>
              </a:solidFill>
              <a:latin typeface="Arial"/>
            </a:endParaRPr>
          </a:p>
        </p:txBody>
      </p:sp>
      <p:sp>
        <p:nvSpPr>
          <p:cNvPr id="338" name="object 31"/>
          <p:cNvSpPr/>
          <p:nvPr/>
        </p:nvSpPr>
        <p:spPr>
          <a:xfrm>
            <a:off x="6542690" y="2527566"/>
            <a:ext cx="5155189" cy="3395923"/>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680" indent="-343080">
              <a:lnSpc>
                <a:spcPct val="100000"/>
              </a:lnSpc>
              <a:spcBef>
                <a:spcPts val="99"/>
              </a:spcBef>
              <a:buClr>
                <a:schemeClr val="bg1"/>
              </a:buClr>
              <a:buFont typeface="Arial" panose="020B0604020202020204" pitchFamily="34" charset="0"/>
              <a:buChar char="•"/>
              <a:tabLst>
                <a:tab pos="355680" algn="l"/>
              </a:tabLst>
            </a:pPr>
            <a:r>
              <a:rPr lang="en-US" sz="2000" b="0" strike="noStrike" spc="-1">
                <a:solidFill>
                  <a:schemeClr val="bg1"/>
                </a:solidFill>
                <a:latin typeface="Calibri"/>
                <a:ea typeface="Calibri"/>
              </a:rPr>
              <a:t>Do not </a:t>
            </a:r>
            <a:r>
              <a:rPr lang="en-US" sz="2000" spc="-1">
                <a:solidFill>
                  <a:schemeClr val="bg1"/>
                </a:solidFill>
                <a:latin typeface="Calibri"/>
                <a:ea typeface="Calibri"/>
              </a:rPr>
              <a:t>u</a:t>
            </a:r>
            <a:r>
              <a:rPr lang="en-US" sz="2000" b="0" strike="noStrike" spc="-1">
                <a:solidFill>
                  <a:schemeClr val="bg1"/>
                </a:solidFill>
                <a:latin typeface="Calibri"/>
                <a:ea typeface="Calibri"/>
              </a:rPr>
              <a:t>se passwords which reveals your personal information or easy words</a:t>
            </a:r>
            <a:endParaRPr lang="en-IN" sz="2000" b="0" strike="noStrike" spc="-1">
              <a:solidFill>
                <a:schemeClr val="bg1"/>
              </a:solidFill>
              <a:latin typeface="Arial"/>
            </a:endParaRPr>
          </a:p>
          <a:p>
            <a:pPr marL="754110" lvl="1" indent="-285750">
              <a:lnSpc>
                <a:spcPct val="100000"/>
              </a:lnSpc>
              <a:spcBef>
                <a:spcPts val="99"/>
              </a:spcBef>
              <a:buClr>
                <a:schemeClr val="bg1"/>
              </a:buClr>
              <a:buFont typeface="Arial" panose="020B0604020202020204" pitchFamily="34" charset="0"/>
              <a:buChar char="•"/>
              <a:tabLst>
                <a:tab pos="0" algn="l"/>
              </a:tabLst>
            </a:pPr>
            <a:r>
              <a:rPr lang="en-US" sz="1600" b="0" strike="noStrike" spc="-1">
                <a:solidFill>
                  <a:schemeClr val="bg1"/>
                </a:solidFill>
                <a:latin typeface="Calibri"/>
                <a:ea typeface="Calibri"/>
              </a:rPr>
              <a:t>User ID: xxx@gmail.com(Personal Email)</a:t>
            </a:r>
            <a:r>
              <a:rPr lang="en-IN" sz="1600" spc="-1">
                <a:solidFill>
                  <a:schemeClr val="bg1"/>
                </a:solidFill>
                <a:latin typeface="Arial"/>
              </a:rPr>
              <a:t> </a:t>
            </a:r>
            <a:r>
              <a:rPr lang="en-US" sz="1600" b="0" strike="noStrike" spc="-1">
                <a:solidFill>
                  <a:schemeClr val="bg1"/>
                </a:solidFill>
                <a:latin typeface="Calibri"/>
                <a:ea typeface="Calibri"/>
              </a:rPr>
              <a:t>Personal password: </a:t>
            </a:r>
            <a:r>
              <a:rPr lang="en-US" sz="1600" b="0" strike="noStrike" spc="-1">
                <a:solidFill>
                  <a:srgbClr val="FF0000"/>
                </a:solidFill>
                <a:latin typeface="Calibri"/>
                <a:ea typeface="Calibri"/>
              </a:rPr>
              <a:t>meGhA_2001</a:t>
            </a:r>
            <a:endParaRPr lang="en-IN" sz="1600" b="0" strike="noStrike" spc="-1">
              <a:solidFill>
                <a:srgbClr val="FF0000"/>
              </a:solidFill>
              <a:latin typeface="Arial"/>
            </a:endParaRPr>
          </a:p>
          <a:p>
            <a:pPr marL="754110" lvl="1" indent="-285750">
              <a:lnSpc>
                <a:spcPct val="100000"/>
              </a:lnSpc>
              <a:spcBef>
                <a:spcPts val="99"/>
              </a:spcBef>
              <a:buClr>
                <a:schemeClr val="bg1"/>
              </a:buClr>
              <a:buFont typeface="Arial" panose="020B0604020202020204" pitchFamily="34" charset="0"/>
              <a:buChar char="•"/>
              <a:tabLst>
                <a:tab pos="0" algn="l"/>
              </a:tabLst>
            </a:pPr>
            <a:r>
              <a:rPr lang="en-US" sz="1600" b="0" strike="noStrike" spc="-1">
                <a:solidFill>
                  <a:schemeClr val="bg1"/>
                </a:solidFill>
                <a:latin typeface="Calibri"/>
                <a:ea typeface="Calibri"/>
              </a:rPr>
              <a:t>User ID: abc@jasmin-infotech.com (Official Email) Official password: </a:t>
            </a:r>
            <a:r>
              <a:rPr lang="en-US" sz="1600" b="0" strike="noStrike" spc="-1">
                <a:solidFill>
                  <a:srgbClr val="FF0000"/>
                </a:solidFill>
                <a:latin typeface="Calibri"/>
                <a:ea typeface="Calibri"/>
              </a:rPr>
              <a:t>Jan@2025</a:t>
            </a:r>
            <a:endParaRPr lang="en-IN" b="0" strike="noStrike" spc="-1">
              <a:solidFill>
                <a:srgbClr val="FF0000"/>
              </a:solidFill>
              <a:latin typeface="Arial"/>
            </a:endParaRPr>
          </a:p>
          <a:p>
            <a:pPr marL="355680" indent="-343080">
              <a:lnSpc>
                <a:spcPct val="100000"/>
              </a:lnSpc>
              <a:spcBef>
                <a:spcPts val="1199"/>
              </a:spcBef>
              <a:buClr>
                <a:schemeClr val="bg1"/>
              </a:buClr>
              <a:buFont typeface="Arial" panose="020B0604020202020204" pitchFamily="34" charset="0"/>
              <a:buChar char="•"/>
              <a:tabLst>
                <a:tab pos="355680" algn="l"/>
              </a:tabLst>
            </a:pPr>
            <a:r>
              <a:rPr lang="en-US" sz="2000" b="0" strike="noStrike" spc="-1">
                <a:solidFill>
                  <a:schemeClr val="bg1"/>
                </a:solidFill>
                <a:latin typeface="Calibri"/>
                <a:ea typeface="Calibri"/>
              </a:rPr>
              <a:t>Do not </a:t>
            </a:r>
            <a:r>
              <a:rPr lang="en-US" sz="2000" spc="-1">
                <a:solidFill>
                  <a:schemeClr val="bg1"/>
                </a:solidFill>
                <a:latin typeface="Calibri"/>
                <a:ea typeface="Calibri"/>
              </a:rPr>
              <a:t>w</a:t>
            </a:r>
            <a:r>
              <a:rPr lang="en-US" sz="2000" b="0" strike="noStrike" spc="-1">
                <a:solidFill>
                  <a:schemeClr val="bg1"/>
                </a:solidFill>
                <a:latin typeface="Calibri"/>
                <a:ea typeface="Calibri"/>
              </a:rPr>
              <a:t>rite down or Store password</a:t>
            </a:r>
            <a:endParaRPr lang="en-IN" sz="2000" b="0" strike="noStrike" spc="-1">
              <a:solidFill>
                <a:schemeClr val="bg1"/>
              </a:solidFill>
              <a:latin typeface="Arial"/>
            </a:endParaRPr>
          </a:p>
          <a:p>
            <a:pPr marL="355680" indent="-343080">
              <a:lnSpc>
                <a:spcPct val="100000"/>
              </a:lnSpc>
              <a:spcBef>
                <a:spcPts val="1199"/>
              </a:spcBef>
              <a:buClr>
                <a:schemeClr val="bg1"/>
              </a:buClr>
              <a:buFont typeface="Arial" panose="020B0604020202020204" pitchFamily="34" charset="0"/>
              <a:buChar char="•"/>
              <a:tabLst>
                <a:tab pos="355680" algn="l"/>
              </a:tabLst>
            </a:pPr>
            <a:r>
              <a:rPr lang="en-US" sz="2000" spc="-1">
                <a:solidFill>
                  <a:schemeClr val="bg1"/>
                </a:solidFill>
                <a:latin typeface="Calibri"/>
                <a:ea typeface="Calibri"/>
              </a:rPr>
              <a:t>Do not s</a:t>
            </a:r>
            <a:r>
              <a:rPr lang="en-US" sz="2000" b="0" strike="noStrike" spc="-1">
                <a:solidFill>
                  <a:schemeClr val="bg1"/>
                </a:solidFill>
                <a:latin typeface="Calibri"/>
                <a:ea typeface="Calibri"/>
              </a:rPr>
              <a:t>hare password over phone or Email</a:t>
            </a:r>
          </a:p>
          <a:p>
            <a:pPr marL="355680" indent="-343080">
              <a:lnSpc>
                <a:spcPct val="100000"/>
              </a:lnSpc>
              <a:spcBef>
                <a:spcPts val="1199"/>
              </a:spcBef>
              <a:buClr>
                <a:schemeClr val="bg1"/>
              </a:buClr>
              <a:buFont typeface="Arial" panose="020B0604020202020204" pitchFamily="34" charset="0"/>
              <a:buChar char="•"/>
              <a:tabLst>
                <a:tab pos="355680" algn="l"/>
              </a:tabLst>
            </a:pPr>
            <a:r>
              <a:rPr lang="en-US" sz="2000" spc="-1">
                <a:solidFill>
                  <a:schemeClr val="bg1"/>
                </a:solidFill>
                <a:latin typeface="Calibri"/>
                <a:ea typeface="Calibri"/>
              </a:rPr>
              <a:t>Use similar passwords between personal and official accounts.</a:t>
            </a:r>
            <a:endParaRPr lang="en-IN" sz="2000" b="0" strike="noStrike" spc="-1">
              <a:solidFill>
                <a:schemeClr val="bg1"/>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8">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8">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 grpId="0" build="p"/>
      <p:bldP spid="33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48C12DF-F993-7501-11A7-4D7D5B035742}"/>
              </a:ext>
            </a:extLst>
          </p:cNvPr>
          <p:cNvGrpSpPr/>
          <p:nvPr/>
        </p:nvGrpSpPr>
        <p:grpSpPr>
          <a:xfrm>
            <a:off x="-88960" y="1140977"/>
            <a:ext cx="12280960" cy="5446928"/>
            <a:chOff x="-88960" y="1140977"/>
            <a:chExt cx="12280960" cy="5446928"/>
          </a:xfrm>
        </p:grpSpPr>
        <p:pic>
          <p:nvPicPr>
            <p:cNvPr id="3" name="Picture 6" descr="Blackboard Square Download HQ Transparent HQ PNG Download | FreePNGImg">
              <a:extLst>
                <a:ext uri="{FF2B5EF4-FFF2-40B4-BE49-F238E27FC236}">
                  <a16:creationId xmlns:a16="http://schemas.microsoft.com/office/drawing/2014/main" id="{B97CAF55-8B40-43A0-6E69-D3FD4DD845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FD331100-5766-1481-EEE1-67DB9451CE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onts Icon Stock Illustrations – 637 Donts Icon Stock Illustrations,  Vectors &amp; Clipart - Dreamstime">
              <a:extLst>
                <a:ext uri="{FF2B5EF4-FFF2-40B4-BE49-F238E27FC236}">
                  <a16:creationId xmlns:a16="http://schemas.microsoft.com/office/drawing/2014/main" id="{C5CAE378-E0FF-57BC-DEC0-A8EEB7AC990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nts Icon Stock Illustrations – 637 Donts Icon Stock Illustrations,  Vectors &amp; Clipart - Dreamstime">
              <a:extLst>
                <a:ext uri="{FF2B5EF4-FFF2-40B4-BE49-F238E27FC236}">
                  <a16:creationId xmlns:a16="http://schemas.microsoft.com/office/drawing/2014/main" id="{3335364B-CDFE-6B98-30A7-5AFB3F52B55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41"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864C4448-D1CD-457E-AB7F-6957BC58A38E}" type="slidenum">
              <a:rPr lang="en-IN" sz="1200" b="0" strike="noStrike" spc="-1">
                <a:solidFill>
                  <a:srgbClr val="8B8B8B"/>
                </a:solidFill>
                <a:latin typeface="Calibri"/>
                <a:ea typeface="DejaVu Sans"/>
              </a:rPr>
              <a:t>18</a:t>
            </a:fld>
            <a:endParaRPr lang="en-IN" sz="1200" b="0" strike="noStrike" spc="-1">
              <a:latin typeface="Times New Roman"/>
            </a:endParaRPr>
          </a:p>
        </p:txBody>
      </p:sp>
      <p:sp>
        <p:nvSpPr>
          <p:cNvPr id="342" name="object 33"/>
          <p:cNvSpPr/>
          <p:nvPr/>
        </p:nvSpPr>
        <p:spPr>
          <a:xfrm>
            <a:off x="508320" y="540000"/>
            <a:ext cx="5250600" cy="43884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12">
                <a:solidFill>
                  <a:srgbClr val="1A237E"/>
                </a:solidFill>
                <a:latin typeface="Calibri"/>
                <a:ea typeface="DejaVu Sans"/>
              </a:rPr>
              <a:t>Equipment Management</a:t>
            </a:r>
            <a:endParaRPr lang="en-IN" sz="2800" b="0" strike="noStrike" spc="-1">
              <a:latin typeface="Arial"/>
            </a:endParaRPr>
          </a:p>
        </p:txBody>
      </p:sp>
      <p:sp>
        <p:nvSpPr>
          <p:cNvPr id="343" name="TextBox 13"/>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45" name="object 34"/>
          <p:cNvSpPr/>
          <p:nvPr/>
        </p:nvSpPr>
        <p:spPr>
          <a:xfrm>
            <a:off x="465925" y="3048216"/>
            <a:ext cx="5097066" cy="2228714"/>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285840" indent="-285840">
              <a:lnSpc>
                <a:spcPct val="100000"/>
              </a:lnSpc>
              <a:buClr>
                <a:schemeClr val="bg1"/>
              </a:buClr>
              <a:buFont typeface="Arial"/>
              <a:buChar char="•"/>
              <a:tabLst>
                <a:tab pos="353880" algn="l"/>
                <a:tab pos="355680" algn="l"/>
              </a:tabLst>
            </a:pPr>
            <a:r>
              <a:rPr lang="en-US" sz="1600" b="0" strike="noStrike" spc="-1">
                <a:solidFill>
                  <a:schemeClr val="bg1"/>
                </a:solidFill>
                <a:latin typeface="Calibri"/>
                <a:ea typeface="Arial"/>
              </a:rPr>
              <a:t>Computer workstations must be locked when workspace is unoccupied​​</a:t>
            </a:r>
            <a:endParaRPr lang="en-IN" sz="1600" b="0" strike="noStrike" spc="-1">
              <a:solidFill>
                <a:schemeClr val="bg1"/>
              </a:solidFill>
              <a:latin typeface="Arial"/>
            </a:endParaRPr>
          </a:p>
          <a:p>
            <a:pPr marL="285840" indent="-285840">
              <a:lnSpc>
                <a:spcPct val="100000"/>
              </a:lnSpc>
              <a:buClr>
                <a:schemeClr val="bg1"/>
              </a:buClr>
              <a:buFont typeface="Arial"/>
              <a:buChar char="•"/>
              <a:tabLst>
                <a:tab pos="353880" algn="l"/>
                <a:tab pos="355680" algn="l"/>
              </a:tabLst>
            </a:pPr>
            <a:r>
              <a:rPr lang="en-US" sz="1600" b="0" strike="noStrike" spc="-1">
                <a:solidFill>
                  <a:schemeClr val="bg1"/>
                </a:solidFill>
                <a:latin typeface="Calibri"/>
                <a:ea typeface="Arial"/>
              </a:rPr>
              <a:t>Whiteboards containing any information should be erased in conference hall​​</a:t>
            </a:r>
            <a:endParaRPr lang="en-IN" sz="1600" b="0" strike="noStrike" spc="-1">
              <a:solidFill>
                <a:schemeClr val="bg1"/>
              </a:solidFill>
              <a:latin typeface="Arial"/>
            </a:endParaRPr>
          </a:p>
          <a:p>
            <a:pPr marL="285840" indent="-285840">
              <a:lnSpc>
                <a:spcPct val="100000"/>
              </a:lnSpc>
              <a:buClr>
                <a:schemeClr val="bg1"/>
              </a:buClr>
              <a:buFont typeface="Arial"/>
              <a:buChar char="•"/>
              <a:tabLst>
                <a:tab pos="353880" algn="l"/>
                <a:tab pos="355680" algn="l"/>
              </a:tabLst>
            </a:pPr>
            <a:r>
              <a:rPr lang="en-IN" sz="1600" b="0" strike="noStrike" spc="-1">
                <a:solidFill>
                  <a:schemeClr val="bg1"/>
                </a:solidFill>
                <a:latin typeface="Calibri"/>
                <a:ea typeface="Arial"/>
              </a:rPr>
              <a:t>File cabinets containing Restricted or Sensitive information must be kept closed and locked when not in use or when not attended</a:t>
            </a:r>
            <a:r>
              <a:rPr lang="en-US" sz="1600" b="0" strike="noStrike" spc="-1">
                <a:solidFill>
                  <a:schemeClr val="bg1"/>
                </a:solidFill>
                <a:latin typeface="Calibri"/>
                <a:ea typeface="Arial"/>
              </a:rPr>
              <a:t>​​</a:t>
            </a:r>
            <a:endParaRPr lang="en-IN" sz="1600" b="0" strike="noStrike" spc="-1">
              <a:solidFill>
                <a:schemeClr val="bg1"/>
              </a:solidFill>
              <a:latin typeface="Arial"/>
            </a:endParaRPr>
          </a:p>
          <a:p>
            <a:pPr marL="285840" indent="-285840">
              <a:lnSpc>
                <a:spcPct val="100000"/>
              </a:lnSpc>
              <a:buClr>
                <a:schemeClr val="bg1"/>
              </a:buClr>
              <a:buFont typeface="Arial"/>
              <a:buChar char="•"/>
              <a:tabLst>
                <a:tab pos="353880" algn="l"/>
                <a:tab pos="355680" algn="l"/>
              </a:tabLst>
            </a:pPr>
            <a:r>
              <a:rPr lang="en-IN" sz="1600" b="0" strike="noStrike" spc="-1">
                <a:solidFill>
                  <a:schemeClr val="bg1"/>
                </a:solidFill>
                <a:latin typeface="Calibri"/>
                <a:ea typeface="Arial"/>
              </a:rPr>
              <a:t>Upon disposal all the documents should be shredded in the official shredder by the HR team.</a:t>
            </a:r>
            <a:r>
              <a:rPr lang="en-US" sz="1600" b="0" strike="noStrike" spc="-1">
                <a:solidFill>
                  <a:schemeClr val="bg1"/>
                </a:solidFill>
                <a:latin typeface="Calibri"/>
                <a:ea typeface="Arial"/>
              </a:rPr>
              <a:t>​</a:t>
            </a:r>
            <a:endParaRPr lang="en-IN" sz="1600" b="0" strike="noStrike" spc="-1">
              <a:solidFill>
                <a:schemeClr val="bg1"/>
              </a:solidFill>
              <a:latin typeface="Arial"/>
            </a:endParaRPr>
          </a:p>
        </p:txBody>
      </p:sp>
      <p:sp>
        <p:nvSpPr>
          <p:cNvPr id="346" name="object 35"/>
          <p:cNvSpPr/>
          <p:nvPr/>
        </p:nvSpPr>
        <p:spPr>
          <a:xfrm>
            <a:off x="6637447" y="3247510"/>
            <a:ext cx="4902269" cy="1197885"/>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680" indent="-343080">
              <a:lnSpc>
                <a:spcPct val="100000"/>
              </a:lnSpc>
              <a:spcBef>
                <a:spcPts val="99"/>
              </a:spcBef>
              <a:buClr>
                <a:schemeClr val="bg1"/>
              </a:buClr>
              <a:buFont typeface="Arial"/>
              <a:buChar char="•"/>
              <a:tabLst>
                <a:tab pos="354960" algn="l"/>
                <a:tab pos="355680" algn="l"/>
              </a:tabLst>
            </a:pPr>
            <a:r>
              <a:rPr lang="en-IN" b="0" strike="noStrike" spc="-7">
                <a:solidFill>
                  <a:schemeClr val="bg1"/>
                </a:solidFill>
                <a:latin typeface="Calibri"/>
                <a:ea typeface="DejaVu Sans"/>
              </a:rPr>
              <a:t>Do not leave </a:t>
            </a:r>
            <a:r>
              <a:rPr lang="en-IN" spc="-7">
                <a:solidFill>
                  <a:schemeClr val="bg1"/>
                </a:solidFill>
                <a:latin typeface="Calibri"/>
                <a:ea typeface="DejaVu Sans"/>
              </a:rPr>
              <a:t>p</a:t>
            </a:r>
            <a:r>
              <a:rPr lang="en-IN" b="0" strike="noStrike" spc="-7">
                <a:solidFill>
                  <a:schemeClr val="bg1"/>
                </a:solidFill>
                <a:latin typeface="Calibri"/>
                <a:ea typeface="DejaVu Sans"/>
              </a:rPr>
              <a:t>rintouts containing any information  in the printer</a:t>
            </a:r>
            <a:r>
              <a:rPr lang="en-IN" spc="-7">
                <a:solidFill>
                  <a:schemeClr val="bg1"/>
                </a:solidFill>
                <a:latin typeface="Calibri"/>
                <a:ea typeface="DejaVu Sans"/>
              </a:rPr>
              <a:t>.</a:t>
            </a:r>
          </a:p>
          <a:p>
            <a:pPr marL="355680" indent="-343080">
              <a:lnSpc>
                <a:spcPct val="100000"/>
              </a:lnSpc>
              <a:spcBef>
                <a:spcPts val="99"/>
              </a:spcBef>
              <a:buClr>
                <a:schemeClr val="bg1"/>
              </a:buClr>
              <a:buFont typeface="Arial"/>
              <a:buChar char="•"/>
              <a:tabLst>
                <a:tab pos="354960" algn="l"/>
                <a:tab pos="355680" algn="l"/>
              </a:tabLst>
            </a:pPr>
            <a:r>
              <a:rPr lang="en-US" b="0" strike="noStrike" spc="-7">
                <a:solidFill>
                  <a:schemeClr val="bg1"/>
                </a:solidFill>
                <a:latin typeface="Calibri"/>
                <a:ea typeface="DejaVu Sans"/>
              </a:rPr>
              <a:t>Do not </a:t>
            </a:r>
            <a:r>
              <a:rPr lang="en-US" spc="-7">
                <a:solidFill>
                  <a:schemeClr val="bg1"/>
                </a:solidFill>
                <a:latin typeface="Calibri"/>
                <a:ea typeface="DejaVu Sans"/>
              </a:rPr>
              <a:t>l</a:t>
            </a:r>
            <a:r>
              <a:rPr lang="en-US" b="0" strike="noStrike" spc="-7">
                <a:solidFill>
                  <a:schemeClr val="bg1"/>
                </a:solidFill>
                <a:latin typeface="Calibri"/>
                <a:ea typeface="DejaVu Sans"/>
              </a:rPr>
              <a:t>eave any equipment’s without labelling / identification.</a:t>
            </a:r>
            <a:endParaRPr lang="en-IN" b="0" strike="noStrike" spc="-7">
              <a:solidFill>
                <a:schemeClr val="bg1"/>
              </a:solidFill>
              <a:latin typeface="Calibri"/>
              <a:ea typeface="DejaVu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 grpId="0" build="p"/>
      <p:bldP spid="34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92FC124-447B-1EBC-BFF7-E1B04D140D83}"/>
              </a:ext>
            </a:extLst>
          </p:cNvPr>
          <p:cNvGrpSpPr/>
          <p:nvPr/>
        </p:nvGrpSpPr>
        <p:grpSpPr>
          <a:xfrm>
            <a:off x="-88960" y="1140977"/>
            <a:ext cx="12280960" cy="5446928"/>
            <a:chOff x="-88960" y="1140977"/>
            <a:chExt cx="12280960" cy="5446928"/>
          </a:xfrm>
        </p:grpSpPr>
        <p:pic>
          <p:nvPicPr>
            <p:cNvPr id="3" name="Picture 6" descr="Blackboard Square Download HQ Transparent HQ PNG Download | FreePNGImg">
              <a:extLst>
                <a:ext uri="{FF2B5EF4-FFF2-40B4-BE49-F238E27FC236}">
                  <a16:creationId xmlns:a16="http://schemas.microsoft.com/office/drawing/2014/main" id="{D8288630-EA67-BD0B-0F96-0A4115C132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690FF2D6-18C5-2F40-2DC9-F6BED2AF6F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onts Icon Stock Illustrations – 637 Donts Icon Stock Illustrations,  Vectors &amp; Clipart - Dreamstime">
              <a:extLst>
                <a:ext uri="{FF2B5EF4-FFF2-40B4-BE49-F238E27FC236}">
                  <a16:creationId xmlns:a16="http://schemas.microsoft.com/office/drawing/2014/main" id="{31D13020-F9BE-A1B0-3526-E36140CA349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nts Icon Stock Illustrations – 637 Donts Icon Stock Illustrations,  Vectors &amp; Clipart - Dreamstime">
              <a:extLst>
                <a:ext uri="{FF2B5EF4-FFF2-40B4-BE49-F238E27FC236}">
                  <a16:creationId xmlns:a16="http://schemas.microsoft.com/office/drawing/2014/main" id="{3A007DA0-2C34-8807-AD9D-DC097F111C5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49"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6B9A45F0-0A2D-4712-A2AF-B28FF5521808}" type="slidenum">
              <a:rPr lang="en-IN" sz="1200" b="0" strike="noStrike" spc="-1">
                <a:solidFill>
                  <a:srgbClr val="8B8B8B"/>
                </a:solidFill>
                <a:latin typeface="Calibri"/>
                <a:ea typeface="DejaVu Sans"/>
              </a:rPr>
              <a:t>19</a:t>
            </a:fld>
            <a:endParaRPr lang="en-IN" sz="1200" b="0" strike="noStrike" spc="-1">
              <a:latin typeface="Times New Roman"/>
            </a:endParaRPr>
          </a:p>
        </p:txBody>
      </p:sp>
      <p:sp>
        <p:nvSpPr>
          <p:cNvPr id="350" name="object 36"/>
          <p:cNvSpPr/>
          <p:nvPr/>
        </p:nvSpPr>
        <p:spPr>
          <a:xfrm>
            <a:off x="508319" y="540000"/>
            <a:ext cx="9414279" cy="443610"/>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12600">
              <a:lnSpc>
                <a:spcPct val="100000"/>
              </a:lnSpc>
              <a:spcBef>
                <a:spcPts val="99"/>
              </a:spcBef>
              <a:buNone/>
            </a:pPr>
            <a:r>
              <a:rPr lang="en-IN" sz="2800" b="0" strike="noStrike" spc="-12">
                <a:solidFill>
                  <a:srgbClr val="1A237E"/>
                </a:solidFill>
                <a:latin typeface="Calibri"/>
                <a:ea typeface="DejaVu Sans"/>
              </a:rPr>
              <a:t>Procedure to take Work Terminal Outside Organization</a:t>
            </a:r>
            <a:endParaRPr lang="en-IN" sz="2800" b="0" strike="noStrike" spc="-1">
              <a:latin typeface="Arial"/>
            </a:endParaRPr>
          </a:p>
        </p:txBody>
      </p:sp>
      <p:sp>
        <p:nvSpPr>
          <p:cNvPr id="351" name="TextBox 14"/>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53" name="object 37"/>
          <p:cNvSpPr/>
          <p:nvPr/>
        </p:nvSpPr>
        <p:spPr>
          <a:xfrm>
            <a:off x="580583" y="2875114"/>
            <a:ext cx="4937346" cy="2167159"/>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285840" indent="-285840">
              <a:lnSpc>
                <a:spcPct val="100000"/>
              </a:lnSpc>
              <a:buClr>
                <a:schemeClr val="bg1"/>
              </a:buClr>
              <a:buFont typeface="Arial"/>
              <a:buChar char="•"/>
              <a:tabLst>
                <a:tab pos="353880" algn="l"/>
                <a:tab pos="355680" algn="l"/>
              </a:tabLst>
            </a:pPr>
            <a:r>
              <a:rPr lang="en-IN" sz="2000" b="0" strike="noStrike" spc="-1">
                <a:solidFill>
                  <a:schemeClr val="bg1"/>
                </a:solidFill>
                <a:latin typeface="Calibri"/>
                <a:ea typeface="DejaVu Sans"/>
              </a:rPr>
              <a:t>Sign in the ISMS1502</a:t>
            </a:r>
            <a:r>
              <a:rPr lang="en-IN" sz="2000" spc="-1">
                <a:solidFill>
                  <a:schemeClr val="bg1"/>
                </a:solidFill>
                <a:latin typeface="Calibri"/>
                <a:ea typeface="DejaVu Sans"/>
              </a:rPr>
              <a:t> </a:t>
            </a:r>
            <a:r>
              <a:rPr lang="en-IN" sz="2000" b="0" strike="noStrike" spc="-1" err="1">
                <a:solidFill>
                  <a:schemeClr val="bg1"/>
                </a:solidFill>
                <a:latin typeface="Calibri"/>
                <a:ea typeface="DejaVu Sans"/>
              </a:rPr>
              <a:t>Workterminal</a:t>
            </a:r>
            <a:r>
              <a:rPr lang="en-IN" sz="2000" spc="-1">
                <a:solidFill>
                  <a:schemeClr val="bg1"/>
                </a:solidFill>
                <a:latin typeface="Calibri"/>
                <a:ea typeface="DejaVu Sans"/>
              </a:rPr>
              <a:t> </a:t>
            </a:r>
            <a:r>
              <a:rPr lang="en-IN" sz="2000" b="0" strike="noStrike" spc="-1">
                <a:solidFill>
                  <a:schemeClr val="bg1"/>
                </a:solidFill>
                <a:latin typeface="Calibri"/>
                <a:ea typeface="DejaVu Sans"/>
              </a:rPr>
              <a:t>Takeout</a:t>
            </a:r>
            <a:r>
              <a:rPr lang="en-IN" sz="2000" spc="-1">
                <a:solidFill>
                  <a:schemeClr val="bg1"/>
                </a:solidFill>
                <a:latin typeface="Calibri"/>
                <a:ea typeface="DejaVu Sans"/>
              </a:rPr>
              <a:t> </a:t>
            </a:r>
            <a:r>
              <a:rPr lang="en-IN" sz="2000" b="0" strike="noStrike" spc="-1">
                <a:solidFill>
                  <a:schemeClr val="bg1"/>
                </a:solidFill>
                <a:latin typeface="Calibri"/>
                <a:ea typeface="DejaVu Sans"/>
              </a:rPr>
              <a:t>requisition</a:t>
            </a:r>
            <a:r>
              <a:rPr lang="en-IN" sz="2000" spc="-1">
                <a:solidFill>
                  <a:schemeClr val="bg1"/>
                </a:solidFill>
                <a:latin typeface="Calibri"/>
                <a:ea typeface="DejaVu Sans"/>
              </a:rPr>
              <a:t> </a:t>
            </a:r>
            <a:r>
              <a:rPr lang="en-IN" sz="2000" b="0" strike="noStrike" spc="-1">
                <a:solidFill>
                  <a:schemeClr val="bg1"/>
                </a:solidFill>
                <a:latin typeface="Calibri"/>
                <a:ea typeface="DejaVu Sans"/>
              </a:rPr>
              <a:t>form  </a:t>
            </a:r>
            <a:r>
              <a:rPr lang="en-IN" sz="2000">
                <a:hlinkClick r:id="rId5"/>
              </a:rPr>
              <a:t>JIAS</a:t>
            </a:r>
            <a:r>
              <a:rPr lang="en-IN" sz="2000" b="0" strike="noStrike" spc="-1">
                <a:solidFill>
                  <a:schemeClr val="bg1"/>
                </a:solidFill>
                <a:latin typeface="Calibri"/>
                <a:ea typeface="DejaVu Sans"/>
              </a:rPr>
              <a:t> </a:t>
            </a:r>
            <a:r>
              <a:rPr lang="en-US" sz="2000">
                <a:solidFill>
                  <a:schemeClr val="bg1"/>
                </a:solidFill>
                <a:latin typeface="Calibri" panose="020F0502020204030204" pitchFamily="34" charset="0"/>
                <a:cs typeface="Calibri" panose="020F0502020204030204" pitchFamily="34" charset="0"/>
              </a:rPr>
              <a:t> </a:t>
            </a:r>
            <a:r>
              <a:rPr lang="en-IN" sz="2000" b="0" strike="noStrike" spc="-1">
                <a:solidFill>
                  <a:schemeClr val="bg1"/>
                </a:solidFill>
                <a:latin typeface="Calibri"/>
                <a:ea typeface="DejaVu Sans"/>
              </a:rPr>
              <a:t>with approval from reporting in-charge.</a:t>
            </a:r>
          </a:p>
          <a:p>
            <a:pPr marL="285840" indent="-285840">
              <a:lnSpc>
                <a:spcPct val="100000"/>
              </a:lnSpc>
              <a:buClr>
                <a:schemeClr val="bg1"/>
              </a:buClr>
              <a:buFont typeface="Arial"/>
              <a:buChar char="•"/>
              <a:tabLst>
                <a:tab pos="353880" algn="l"/>
                <a:tab pos="355680" algn="l"/>
              </a:tabLst>
            </a:pPr>
            <a:r>
              <a:rPr lang="en-IN" sz="2000" spc="-1">
                <a:solidFill>
                  <a:schemeClr val="bg1"/>
                </a:solidFill>
                <a:latin typeface="Calibri"/>
                <a:ea typeface="DejaVu Sans"/>
              </a:rPr>
              <a:t>Get Gate pass from security. Ensure to keep the gate pass safely.</a:t>
            </a:r>
          </a:p>
          <a:p>
            <a:pPr marL="285840" indent="-285840">
              <a:lnSpc>
                <a:spcPct val="100000"/>
              </a:lnSpc>
              <a:buClr>
                <a:schemeClr val="bg1"/>
              </a:buClr>
              <a:buFont typeface="Arial"/>
              <a:buChar char="•"/>
              <a:tabLst>
                <a:tab pos="353880" algn="l"/>
                <a:tab pos="355680" algn="l"/>
              </a:tabLst>
            </a:pPr>
            <a:r>
              <a:rPr lang="en-IN" sz="2000" spc="-1">
                <a:solidFill>
                  <a:schemeClr val="bg1"/>
                </a:solidFill>
                <a:latin typeface="Calibri"/>
                <a:ea typeface="DejaVu Sans"/>
              </a:rPr>
              <a:t>Ensure to return the gate pass while returning the asset.</a:t>
            </a:r>
            <a:endParaRPr lang="en-IN" sz="2000" spc="-1">
              <a:solidFill>
                <a:schemeClr val="bg1"/>
              </a:solidFill>
              <a:latin typeface="Arial"/>
              <a:ea typeface="DejaVu Sans"/>
            </a:endParaRPr>
          </a:p>
        </p:txBody>
      </p:sp>
      <p:sp>
        <p:nvSpPr>
          <p:cNvPr id="354" name="object 38"/>
          <p:cNvSpPr/>
          <p:nvPr/>
        </p:nvSpPr>
        <p:spPr>
          <a:xfrm>
            <a:off x="6531030" y="2512060"/>
            <a:ext cx="5115103" cy="2564926"/>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680" indent="-343080">
              <a:lnSpc>
                <a:spcPct val="100000"/>
              </a:lnSpc>
              <a:spcBef>
                <a:spcPts val="1301"/>
              </a:spcBef>
              <a:buClr>
                <a:schemeClr val="bg1"/>
              </a:buClr>
              <a:buFont typeface="Arial"/>
              <a:buChar char="•"/>
              <a:tabLst>
                <a:tab pos="353880" algn="l"/>
                <a:tab pos="355680" algn="l"/>
              </a:tabLst>
            </a:pPr>
            <a:r>
              <a:rPr lang="en-IN" sz="2000" spc="-1">
                <a:solidFill>
                  <a:schemeClr val="bg1"/>
                </a:solidFill>
                <a:latin typeface="Calibri"/>
              </a:rPr>
              <a:t>Do not Leave organization assets unattended while travelling.</a:t>
            </a:r>
            <a:endParaRPr lang="en-IN" sz="2000" b="0" strike="noStrike" spc="-1">
              <a:solidFill>
                <a:schemeClr val="bg1"/>
              </a:solidFill>
              <a:latin typeface="Calibri"/>
              <a:ea typeface="Calibri"/>
            </a:endParaRPr>
          </a:p>
          <a:p>
            <a:pPr marL="355680" indent="-343080">
              <a:lnSpc>
                <a:spcPct val="100000"/>
              </a:lnSpc>
              <a:spcBef>
                <a:spcPts val="1301"/>
              </a:spcBef>
              <a:buClr>
                <a:schemeClr val="bg1"/>
              </a:buClr>
              <a:buFont typeface="Arial"/>
              <a:buChar char="•"/>
              <a:tabLst>
                <a:tab pos="353880" algn="l"/>
                <a:tab pos="355680" algn="l"/>
              </a:tabLst>
            </a:pPr>
            <a:r>
              <a:rPr lang="en-IN" sz="2000" spc="-1">
                <a:solidFill>
                  <a:schemeClr val="bg1"/>
                </a:solidFill>
                <a:latin typeface="Calibri"/>
              </a:rPr>
              <a:t>Do not share assets without approval even with JI members. You are still obligated with its safe use and care.</a:t>
            </a:r>
          </a:p>
          <a:p>
            <a:pPr marL="355680" indent="-343080">
              <a:lnSpc>
                <a:spcPct val="100000"/>
              </a:lnSpc>
              <a:spcBef>
                <a:spcPts val="1301"/>
              </a:spcBef>
              <a:buClr>
                <a:schemeClr val="bg1"/>
              </a:buClr>
              <a:buFont typeface="Arial"/>
              <a:buChar char="•"/>
              <a:tabLst>
                <a:tab pos="353880" algn="l"/>
                <a:tab pos="355680" algn="l"/>
              </a:tabLst>
            </a:pPr>
            <a:r>
              <a:rPr lang="en-IN" sz="2000" spc="-1">
                <a:solidFill>
                  <a:schemeClr val="bg1"/>
                </a:solidFill>
                <a:latin typeface="Calibri"/>
              </a:rPr>
              <a:t>Be aware of your surroundings while you are working in public places.</a:t>
            </a:r>
          </a:p>
        </p:txBody>
      </p:sp>
    </p:spTree>
    <p:extLst>
      <p:ext uri="{BB962C8B-B14F-4D97-AF65-F5344CB8AC3E}">
        <p14:creationId xmlns:p14="http://schemas.microsoft.com/office/powerpoint/2010/main" val="2699274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540E-542D-9811-1D82-5F8E2C13A17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B76E5AB-39C3-0264-E8A5-6AA33F4B6530}"/>
              </a:ext>
            </a:extLst>
          </p:cNvPr>
          <p:cNvGrpSpPr/>
          <p:nvPr/>
        </p:nvGrpSpPr>
        <p:grpSpPr>
          <a:xfrm>
            <a:off x="-88960" y="1140977"/>
            <a:ext cx="12280960" cy="5446928"/>
            <a:chOff x="-88960" y="1140977"/>
            <a:chExt cx="12280960" cy="5446928"/>
          </a:xfrm>
        </p:grpSpPr>
        <p:pic>
          <p:nvPicPr>
            <p:cNvPr id="3" name="Picture 6" descr="Blackboard Square Download HQ Transparent HQ PNG Download | FreePNGImg">
              <a:extLst>
                <a:ext uri="{FF2B5EF4-FFF2-40B4-BE49-F238E27FC236}">
                  <a16:creationId xmlns:a16="http://schemas.microsoft.com/office/drawing/2014/main" id="{E3FE8663-A44B-01BE-780D-D9DD2D93FC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88960" y="2163193"/>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Blackboard Square Download HQ Transparent HQ PNG Download | FreePNGImg">
              <a:extLst>
                <a:ext uri="{FF2B5EF4-FFF2-40B4-BE49-F238E27FC236}">
                  <a16:creationId xmlns:a16="http://schemas.microsoft.com/office/drawing/2014/main" id="{A0AE7AE6-6B4F-5C9D-3766-3036C34735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b="15521"/>
            <a:stretch/>
          </p:blipFill>
          <p:spPr bwMode="auto">
            <a:xfrm>
              <a:off x="5985164" y="2178465"/>
              <a:ext cx="6206836" cy="44094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onts Icon Stock Illustrations – 637 Donts Icon Stock Illustrations,  Vectors &amp; Clipart - Dreamstime">
              <a:extLst>
                <a:ext uri="{FF2B5EF4-FFF2-40B4-BE49-F238E27FC236}">
                  <a16:creationId xmlns:a16="http://schemas.microsoft.com/office/drawing/2014/main" id="{3517F427-7A7E-99FF-6334-B8A4DB26D73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48" t="50175" r="10679" b="6596"/>
            <a:stretch/>
          </p:blipFill>
          <p:spPr bwMode="auto">
            <a:xfrm>
              <a:off x="8534740" y="1140977"/>
              <a:ext cx="1686560" cy="971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nts Icon Stock Illustrations – 637 Donts Icon Stock Illustrations,  Vectors &amp; Clipart - Dreamstime">
              <a:extLst>
                <a:ext uri="{FF2B5EF4-FFF2-40B4-BE49-F238E27FC236}">
                  <a16:creationId xmlns:a16="http://schemas.microsoft.com/office/drawing/2014/main" id="{2EAAC47F-00E1-D2FD-69B2-E15F439EC03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90" t="6758" r="13277" b="53258"/>
            <a:stretch/>
          </p:blipFill>
          <p:spPr bwMode="auto">
            <a:xfrm>
              <a:off x="2076556" y="1249680"/>
              <a:ext cx="1611524" cy="898241"/>
            </a:xfrm>
            <a:prstGeom prst="rect">
              <a:avLst/>
            </a:prstGeom>
            <a:noFill/>
            <a:extLst>
              <a:ext uri="{909E8E84-426E-40DD-AFC4-6F175D3DCCD1}">
                <a14:hiddenFill xmlns:a14="http://schemas.microsoft.com/office/drawing/2010/main">
                  <a:solidFill>
                    <a:srgbClr val="FFFFFF"/>
                  </a:solidFill>
                </a14:hiddenFill>
              </a:ext>
            </a:extLst>
          </p:spPr>
        </p:pic>
      </p:grpSp>
      <p:sp>
        <p:nvSpPr>
          <p:cNvPr id="349" name="PlaceHolder 1">
            <a:extLst>
              <a:ext uri="{FF2B5EF4-FFF2-40B4-BE49-F238E27FC236}">
                <a16:creationId xmlns:a16="http://schemas.microsoft.com/office/drawing/2014/main" id="{4D04D9F6-8A43-52B5-103C-43C9562C04F0}"/>
              </a:ext>
            </a:extLst>
          </p:cNvPr>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6B9A45F0-0A2D-4712-A2AF-B28FF5521808}" type="slidenum">
              <a:rPr lang="en-IN" sz="1200" b="0" strike="noStrike" spc="-1">
                <a:solidFill>
                  <a:srgbClr val="8B8B8B"/>
                </a:solidFill>
                <a:latin typeface="Calibri"/>
                <a:ea typeface="DejaVu Sans"/>
              </a:rPr>
              <a:t>20</a:t>
            </a:fld>
            <a:endParaRPr lang="en-IN" sz="1200" b="0" strike="noStrike" spc="-1">
              <a:latin typeface="Times New Roman"/>
            </a:endParaRPr>
          </a:p>
        </p:txBody>
      </p:sp>
      <p:sp>
        <p:nvSpPr>
          <p:cNvPr id="350" name="object 36">
            <a:extLst>
              <a:ext uri="{FF2B5EF4-FFF2-40B4-BE49-F238E27FC236}">
                <a16:creationId xmlns:a16="http://schemas.microsoft.com/office/drawing/2014/main" id="{16DDF979-D7D8-4DB7-9DEF-96A62238884E}"/>
              </a:ext>
            </a:extLst>
          </p:cNvPr>
          <p:cNvSpPr/>
          <p:nvPr/>
        </p:nvSpPr>
        <p:spPr>
          <a:xfrm>
            <a:off x="508319" y="540000"/>
            <a:ext cx="9414279" cy="443610"/>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12600">
              <a:lnSpc>
                <a:spcPct val="100000"/>
              </a:lnSpc>
              <a:spcBef>
                <a:spcPts val="99"/>
              </a:spcBef>
              <a:buNone/>
            </a:pPr>
            <a:r>
              <a:rPr lang="en-IN" sz="2800" spc="-12">
                <a:solidFill>
                  <a:srgbClr val="1A237E"/>
                </a:solidFill>
                <a:latin typeface="Calibri"/>
                <a:ea typeface="DejaVu Sans"/>
              </a:rPr>
              <a:t>A+ Zone </a:t>
            </a:r>
            <a:endParaRPr lang="en-IN" sz="2800" b="0" strike="noStrike" spc="-1">
              <a:latin typeface="Arial"/>
            </a:endParaRPr>
          </a:p>
        </p:txBody>
      </p:sp>
      <p:sp>
        <p:nvSpPr>
          <p:cNvPr id="351" name="TextBox 14">
            <a:extLst>
              <a:ext uri="{FF2B5EF4-FFF2-40B4-BE49-F238E27FC236}">
                <a16:creationId xmlns:a16="http://schemas.microsoft.com/office/drawing/2014/main" id="{F2D1A82D-8D87-98A5-02A6-BA8A663CAAD2}"/>
              </a:ext>
            </a:extLst>
          </p:cNvPr>
          <p:cNvSpPr/>
          <p:nvPr/>
        </p:nvSpPr>
        <p:spPr>
          <a:xfrm>
            <a:off x="10131840" y="2528280"/>
            <a:ext cx="178920" cy="359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IN"/>
          </a:p>
        </p:txBody>
      </p:sp>
      <p:sp>
        <p:nvSpPr>
          <p:cNvPr id="353" name="object 37">
            <a:extLst>
              <a:ext uri="{FF2B5EF4-FFF2-40B4-BE49-F238E27FC236}">
                <a16:creationId xmlns:a16="http://schemas.microsoft.com/office/drawing/2014/main" id="{2F52CDC0-8DD2-F138-400B-E03F48A18A5F}"/>
              </a:ext>
            </a:extLst>
          </p:cNvPr>
          <p:cNvSpPr/>
          <p:nvPr/>
        </p:nvSpPr>
        <p:spPr>
          <a:xfrm>
            <a:off x="580583" y="2875115"/>
            <a:ext cx="4615074" cy="2782712"/>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285840" indent="-285840">
              <a:lnSpc>
                <a:spcPct val="100000"/>
              </a:lnSpc>
              <a:buClr>
                <a:schemeClr val="bg1"/>
              </a:buClr>
              <a:buFont typeface="Arial"/>
              <a:buChar char="•"/>
              <a:tabLst>
                <a:tab pos="353880" algn="l"/>
                <a:tab pos="355680" algn="l"/>
              </a:tabLst>
            </a:pPr>
            <a:r>
              <a:rPr lang="en-IN" sz="2000" b="0" strike="noStrike" spc="-1">
                <a:solidFill>
                  <a:schemeClr val="bg1"/>
                </a:solidFill>
                <a:latin typeface="Calibri"/>
                <a:ea typeface="DejaVu Sans"/>
              </a:rPr>
              <a:t>Share files with authorized personnel</a:t>
            </a:r>
          </a:p>
          <a:p>
            <a:pPr marL="285840" indent="-285840">
              <a:lnSpc>
                <a:spcPct val="100000"/>
              </a:lnSpc>
              <a:buClr>
                <a:schemeClr val="bg1"/>
              </a:buClr>
              <a:buFont typeface="Arial"/>
              <a:buChar char="•"/>
              <a:tabLst>
                <a:tab pos="353880" algn="l"/>
                <a:tab pos="355680" algn="l"/>
              </a:tabLst>
            </a:pPr>
            <a:r>
              <a:rPr lang="en-IN" sz="2000" spc="-1">
                <a:solidFill>
                  <a:schemeClr val="bg1"/>
                </a:solidFill>
                <a:latin typeface="Calibri"/>
                <a:ea typeface="DejaVu Sans"/>
              </a:rPr>
              <a:t>Obtain permission for secondary use of data(uses other than originally approved)</a:t>
            </a:r>
          </a:p>
          <a:p>
            <a:pPr marL="285840" indent="-285840">
              <a:lnSpc>
                <a:spcPct val="100000"/>
              </a:lnSpc>
              <a:buClr>
                <a:schemeClr val="bg1"/>
              </a:buClr>
              <a:buFont typeface="Arial"/>
              <a:buChar char="•"/>
              <a:tabLst>
                <a:tab pos="353880" algn="l"/>
                <a:tab pos="355680" algn="l"/>
              </a:tabLst>
            </a:pPr>
            <a:r>
              <a:rPr lang="en-IN" sz="2000" spc="-1">
                <a:solidFill>
                  <a:schemeClr val="bg1"/>
                </a:solidFill>
                <a:latin typeface="Calibri"/>
                <a:ea typeface="DejaVu Sans"/>
              </a:rPr>
              <a:t>Remove all confidential or sensitive data from your workstation before it leaves your control.</a:t>
            </a:r>
          </a:p>
          <a:p>
            <a:pPr marL="285840" indent="-285840">
              <a:lnSpc>
                <a:spcPct val="100000"/>
              </a:lnSpc>
              <a:buClr>
                <a:schemeClr val="bg1"/>
              </a:buClr>
              <a:buFont typeface="Arial"/>
              <a:buChar char="•"/>
              <a:tabLst>
                <a:tab pos="353880" algn="l"/>
                <a:tab pos="355680" algn="l"/>
              </a:tabLst>
            </a:pPr>
            <a:r>
              <a:rPr lang="en-IN" sz="2000" spc="-1">
                <a:solidFill>
                  <a:schemeClr val="bg1"/>
                </a:solidFill>
                <a:latin typeface="Calibri"/>
                <a:ea typeface="DejaVu Sans"/>
              </a:rPr>
              <a:t>Always ensure that doors, gates, or access points are securely closed and locked when not in use.</a:t>
            </a:r>
            <a:endParaRPr lang="en-IN" sz="2000" spc="-1">
              <a:solidFill>
                <a:schemeClr val="bg1"/>
              </a:solidFill>
              <a:latin typeface="Arial"/>
              <a:ea typeface="DejaVu Sans"/>
            </a:endParaRPr>
          </a:p>
        </p:txBody>
      </p:sp>
      <p:sp>
        <p:nvSpPr>
          <p:cNvPr id="354" name="object 38">
            <a:extLst>
              <a:ext uri="{FF2B5EF4-FFF2-40B4-BE49-F238E27FC236}">
                <a16:creationId xmlns:a16="http://schemas.microsoft.com/office/drawing/2014/main" id="{B72D2702-4637-2837-ACBE-262AECB815C1}"/>
              </a:ext>
            </a:extLst>
          </p:cNvPr>
          <p:cNvSpPr/>
          <p:nvPr/>
        </p:nvSpPr>
        <p:spPr>
          <a:xfrm>
            <a:off x="6531030" y="2498022"/>
            <a:ext cx="4594170" cy="3347191"/>
          </a:xfrm>
          <a:prstGeom prst="rect">
            <a:avLst/>
          </a:prstGeom>
          <a:noFill/>
          <a:ln w="0">
            <a:noFill/>
          </a:ln>
        </p:spPr>
        <p:style>
          <a:lnRef idx="0">
            <a:scrgbClr r="0" g="0" b="0"/>
          </a:lnRef>
          <a:fillRef idx="0">
            <a:scrgbClr r="0" g="0" b="0"/>
          </a:fillRef>
          <a:effectRef idx="0">
            <a:scrgbClr r="0" g="0" b="0"/>
          </a:effectRef>
          <a:fontRef idx="minor"/>
        </p:style>
        <p:txBody>
          <a:bodyPr wrap="square" lIns="0" tIns="76320" rIns="0" bIns="0" anchor="ctr">
            <a:spAutoFit/>
          </a:bodyPr>
          <a:lstStyle/>
          <a:p>
            <a:pPr marL="355500" indent="-342900">
              <a:lnSpc>
                <a:spcPct val="100000"/>
              </a:lnSpc>
              <a:spcBef>
                <a:spcPts val="1301"/>
              </a:spcBef>
              <a:buClr>
                <a:schemeClr val="bg1"/>
              </a:buClr>
              <a:buFont typeface="Arial" panose="020B0604020202020204" pitchFamily="34" charset="0"/>
              <a:buChar char="•"/>
              <a:tabLst>
                <a:tab pos="353880" algn="l"/>
                <a:tab pos="355680" algn="l"/>
              </a:tabLst>
            </a:pPr>
            <a:r>
              <a:rPr lang="en-IN" sz="2000" b="0" strike="noStrike" spc="-1">
                <a:solidFill>
                  <a:schemeClr val="bg1"/>
                </a:solidFill>
                <a:latin typeface="Calibri"/>
                <a:ea typeface="Calibri"/>
              </a:rPr>
              <a:t> Share the </a:t>
            </a:r>
            <a:r>
              <a:rPr lang="en-IN" sz="2000" spc="-1">
                <a:solidFill>
                  <a:schemeClr val="bg1"/>
                </a:solidFill>
                <a:latin typeface="Calibri"/>
                <a:ea typeface="Calibri"/>
              </a:rPr>
              <a:t>sensitive information you have access to other team member</a:t>
            </a:r>
            <a:endParaRPr lang="en-IN" sz="2000" b="0" strike="noStrike" spc="-1">
              <a:solidFill>
                <a:schemeClr val="bg1"/>
              </a:solidFill>
              <a:latin typeface="Calibri"/>
              <a:ea typeface="Calibri"/>
            </a:endParaRPr>
          </a:p>
          <a:p>
            <a:pPr marL="355680" indent="-343080">
              <a:lnSpc>
                <a:spcPct val="100000"/>
              </a:lnSpc>
              <a:spcBef>
                <a:spcPts val="1301"/>
              </a:spcBef>
              <a:buClr>
                <a:schemeClr val="bg1"/>
              </a:buClr>
              <a:buFont typeface="Arial"/>
              <a:buChar char="•"/>
              <a:tabLst>
                <a:tab pos="353880" algn="l"/>
                <a:tab pos="355680" algn="l"/>
              </a:tabLst>
            </a:pPr>
            <a:r>
              <a:rPr lang="en-IN" sz="2000" spc="-1">
                <a:solidFill>
                  <a:schemeClr val="bg1"/>
                </a:solidFill>
                <a:latin typeface="Calibri"/>
              </a:rPr>
              <a:t>Lookup confidential information for co-workers who do not have access without PM approval</a:t>
            </a:r>
          </a:p>
          <a:p>
            <a:pPr marL="355680" indent="-343080">
              <a:lnSpc>
                <a:spcPct val="100000"/>
              </a:lnSpc>
              <a:spcBef>
                <a:spcPts val="1301"/>
              </a:spcBef>
              <a:buClr>
                <a:schemeClr val="bg1"/>
              </a:buClr>
              <a:buFont typeface="Arial"/>
              <a:buChar char="•"/>
              <a:tabLst>
                <a:tab pos="353880" algn="l"/>
                <a:tab pos="355680" algn="l"/>
              </a:tabLst>
            </a:pPr>
            <a:r>
              <a:rPr lang="en-IN" sz="2000" spc="-1">
                <a:solidFill>
                  <a:schemeClr val="bg1"/>
                </a:solidFill>
                <a:latin typeface="Calibri"/>
              </a:rPr>
              <a:t>Store confidential files on unidentified location.</a:t>
            </a:r>
          </a:p>
          <a:p>
            <a:pPr marL="355680" indent="-343080">
              <a:lnSpc>
                <a:spcPct val="100000"/>
              </a:lnSpc>
              <a:spcBef>
                <a:spcPts val="1301"/>
              </a:spcBef>
              <a:buClr>
                <a:schemeClr val="bg1"/>
              </a:buClr>
              <a:buFont typeface="Arial"/>
              <a:buChar char="•"/>
              <a:tabLst>
                <a:tab pos="353880" algn="l"/>
                <a:tab pos="355680" algn="l"/>
              </a:tabLst>
            </a:pPr>
            <a:r>
              <a:rPr lang="en-IN" sz="2000" spc="-1">
                <a:solidFill>
                  <a:schemeClr val="bg1"/>
                </a:solidFill>
                <a:latin typeface="Calibri"/>
              </a:rPr>
              <a:t>Throw confidential reports in the trash without shredding them first</a:t>
            </a:r>
          </a:p>
        </p:txBody>
      </p:sp>
    </p:spTree>
    <p:extLst>
      <p:ext uri="{BB962C8B-B14F-4D97-AF65-F5344CB8AC3E}">
        <p14:creationId xmlns:p14="http://schemas.microsoft.com/office/powerpoint/2010/main" val="2194437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DD151F5E-1BBD-4DE0-A33A-B394C3D403B1}" type="slidenum">
              <a:rPr lang="en-IN" sz="1200" b="0" strike="noStrike" spc="-1">
                <a:solidFill>
                  <a:srgbClr val="8B8B8B"/>
                </a:solidFill>
                <a:latin typeface="Calibri"/>
                <a:ea typeface="DejaVu Sans"/>
              </a:rPr>
              <a:t>21</a:t>
            </a:fld>
            <a:endParaRPr lang="en-IN" sz="1200" b="0" strike="noStrike" spc="-1">
              <a:latin typeface="Times New Roman"/>
            </a:endParaRPr>
          </a:p>
        </p:txBody>
      </p:sp>
      <p:sp>
        <p:nvSpPr>
          <p:cNvPr id="245" name="TextBox 6"/>
          <p:cNvSpPr/>
          <p:nvPr/>
        </p:nvSpPr>
        <p:spPr>
          <a:xfrm>
            <a:off x="360000" y="540000"/>
            <a:ext cx="6093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IN" sz="2800" b="0" strike="noStrike" spc="-12">
                <a:solidFill>
                  <a:srgbClr val="1A237E"/>
                </a:solidFill>
                <a:latin typeface="Calibri"/>
                <a:ea typeface="DejaVu Sans"/>
              </a:rPr>
              <a:t>Incidents</a:t>
            </a:r>
            <a:endParaRPr lang="en-IN" sz="2800" b="0" strike="noStrike" spc="-1">
              <a:latin typeface="Arial"/>
            </a:endParaRPr>
          </a:p>
        </p:txBody>
      </p:sp>
      <p:sp>
        <p:nvSpPr>
          <p:cNvPr id="4" name="TextBox 3">
            <a:extLst>
              <a:ext uri="{FF2B5EF4-FFF2-40B4-BE49-F238E27FC236}">
                <a16:creationId xmlns:a16="http://schemas.microsoft.com/office/drawing/2014/main" id="{87826573-B073-95A6-EEE6-99A4E4086DBE}"/>
              </a:ext>
            </a:extLst>
          </p:cNvPr>
          <p:cNvSpPr txBox="1"/>
          <p:nvPr/>
        </p:nvSpPr>
        <p:spPr>
          <a:xfrm>
            <a:off x="438149" y="1404716"/>
            <a:ext cx="8172331" cy="369332"/>
          </a:xfrm>
          <a:prstGeom prst="rect">
            <a:avLst/>
          </a:prstGeom>
          <a:noFill/>
        </p:spPr>
        <p:txBody>
          <a:bodyPr wrap="square">
            <a:spAutoFit/>
          </a:bodyPr>
          <a:lstStyle/>
          <a:p>
            <a:r>
              <a:rPr lang="en-US" b="0" i="0">
                <a:solidFill>
                  <a:srgbClr val="4D5156"/>
                </a:solidFill>
                <a:effectLst/>
                <a:highlight>
                  <a:srgbClr val="FFFFFF"/>
                </a:highlight>
                <a:latin typeface="Google Sans"/>
              </a:rPr>
              <a:t>Incident is a violation that occurred against confidentiality, Integrity and Availability</a:t>
            </a:r>
            <a:endParaRPr lang="en-IN"/>
          </a:p>
        </p:txBody>
      </p:sp>
      <p:sp>
        <p:nvSpPr>
          <p:cNvPr id="5" name="TextBox 4">
            <a:extLst>
              <a:ext uri="{FF2B5EF4-FFF2-40B4-BE49-F238E27FC236}">
                <a16:creationId xmlns:a16="http://schemas.microsoft.com/office/drawing/2014/main" id="{20D2D012-A323-960B-B19D-557358512415}"/>
              </a:ext>
            </a:extLst>
          </p:cNvPr>
          <p:cNvSpPr txBox="1"/>
          <p:nvPr/>
        </p:nvSpPr>
        <p:spPr>
          <a:xfrm>
            <a:off x="406095" y="4028987"/>
            <a:ext cx="1485900" cy="92333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IN"/>
              <a:t>CCTV Camera is broken</a:t>
            </a:r>
          </a:p>
        </p:txBody>
      </p:sp>
      <p:sp>
        <p:nvSpPr>
          <p:cNvPr id="6" name="TextBox 5">
            <a:extLst>
              <a:ext uri="{FF2B5EF4-FFF2-40B4-BE49-F238E27FC236}">
                <a16:creationId xmlns:a16="http://schemas.microsoft.com/office/drawing/2014/main" id="{51184662-63D1-C5A6-6677-04631B015F43}"/>
              </a:ext>
            </a:extLst>
          </p:cNvPr>
          <p:cNvSpPr txBox="1"/>
          <p:nvPr/>
        </p:nvSpPr>
        <p:spPr>
          <a:xfrm>
            <a:off x="1109142" y="4976869"/>
            <a:ext cx="1791159" cy="923330"/>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ctr"/>
            <a:r>
              <a:rPr lang="en-IN"/>
              <a:t>Security guard is not available for 30 minutes</a:t>
            </a:r>
          </a:p>
        </p:txBody>
      </p:sp>
      <p:sp>
        <p:nvSpPr>
          <p:cNvPr id="7" name="TextBox 6">
            <a:extLst>
              <a:ext uri="{FF2B5EF4-FFF2-40B4-BE49-F238E27FC236}">
                <a16:creationId xmlns:a16="http://schemas.microsoft.com/office/drawing/2014/main" id="{5CFC907F-0A8D-C2B3-ADEB-13C760395582}"/>
              </a:ext>
            </a:extLst>
          </p:cNvPr>
          <p:cNvSpPr txBox="1"/>
          <p:nvPr/>
        </p:nvSpPr>
        <p:spPr>
          <a:xfrm>
            <a:off x="6867525" y="2716232"/>
            <a:ext cx="1895476"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IN"/>
              <a:t>Unknown person in the office without a visitor tag</a:t>
            </a:r>
          </a:p>
        </p:txBody>
      </p:sp>
      <p:sp>
        <p:nvSpPr>
          <p:cNvPr id="8" name="TextBox 7">
            <a:extLst>
              <a:ext uri="{FF2B5EF4-FFF2-40B4-BE49-F238E27FC236}">
                <a16:creationId xmlns:a16="http://schemas.microsoft.com/office/drawing/2014/main" id="{C76C417B-C06B-ED41-29C3-17291D38B2F2}"/>
              </a:ext>
            </a:extLst>
          </p:cNvPr>
          <p:cNvSpPr txBox="1"/>
          <p:nvPr/>
        </p:nvSpPr>
        <p:spPr>
          <a:xfrm>
            <a:off x="4972050" y="3366509"/>
            <a:ext cx="1895475" cy="948316"/>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IN"/>
              <a:t>Access machine at the main door is not working</a:t>
            </a:r>
          </a:p>
        </p:txBody>
      </p:sp>
      <p:sp>
        <p:nvSpPr>
          <p:cNvPr id="9" name="TextBox 8">
            <a:extLst>
              <a:ext uri="{FF2B5EF4-FFF2-40B4-BE49-F238E27FC236}">
                <a16:creationId xmlns:a16="http://schemas.microsoft.com/office/drawing/2014/main" id="{AF1D3818-E8DC-8A5E-3B16-758DC4E1712E}"/>
              </a:ext>
            </a:extLst>
          </p:cNvPr>
          <p:cNvSpPr txBox="1"/>
          <p:nvPr/>
        </p:nvSpPr>
        <p:spPr>
          <a:xfrm>
            <a:off x="8700967" y="3398192"/>
            <a:ext cx="1895475" cy="923330"/>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a:t>Server room is kept open unattended</a:t>
            </a:r>
          </a:p>
        </p:txBody>
      </p:sp>
      <p:sp>
        <p:nvSpPr>
          <p:cNvPr id="10" name="TextBox 9">
            <a:extLst>
              <a:ext uri="{FF2B5EF4-FFF2-40B4-BE49-F238E27FC236}">
                <a16:creationId xmlns:a16="http://schemas.microsoft.com/office/drawing/2014/main" id="{78219FE0-92F1-3D1A-A7A0-3DC4CA8B7777}"/>
              </a:ext>
            </a:extLst>
          </p:cNvPr>
          <p:cNvSpPr txBox="1"/>
          <p:nvPr/>
        </p:nvSpPr>
        <p:spPr>
          <a:xfrm>
            <a:off x="4729042" y="5021461"/>
            <a:ext cx="1895475" cy="92333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pPr algn="ctr"/>
            <a:r>
              <a:rPr lang="en-IN"/>
              <a:t>Network / Electricity cable is damaged</a:t>
            </a:r>
          </a:p>
        </p:txBody>
      </p:sp>
      <p:sp>
        <p:nvSpPr>
          <p:cNvPr id="11" name="TextBox 10">
            <a:extLst>
              <a:ext uri="{FF2B5EF4-FFF2-40B4-BE49-F238E27FC236}">
                <a16:creationId xmlns:a16="http://schemas.microsoft.com/office/drawing/2014/main" id="{B7A7C05C-F082-0936-3753-AA2C3333362A}"/>
              </a:ext>
            </a:extLst>
          </p:cNvPr>
          <p:cNvSpPr txBox="1"/>
          <p:nvPr/>
        </p:nvSpPr>
        <p:spPr>
          <a:xfrm>
            <a:off x="3181410" y="4158414"/>
            <a:ext cx="1895475" cy="92333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IN"/>
              <a:t>A virus notification in your computer</a:t>
            </a:r>
          </a:p>
        </p:txBody>
      </p:sp>
      <p:sp>
        <p:nvSpPr>
          <p:cNvPr id="12" name="TextBox 11">
            <a:extLst>
              <a:ext uri="{FF2B5EF4-FFF2-40B4-BE49-F238E27FC236}">
                <a16:creationId xmlns:a16="http://schemas.microsoft.com/office/drawing/2014/main" id="{2D16A381-C6A3-6946-041B-68A56994DAF4}"/>
              </a:ext>
            </a:extLst>
          </p:cNvPr>
          <p:cNvSpPr txBox="1"/>
          <p:nvPr/>
        </p:nvSpPr>
        <p:spPr>
          <a:xfrm>
            <a:off x="9739192" y="4345085"/>
            <a:ext cx="1895475" cy="1477328"/>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IN"/>
              <a:t>Unable to connect to the office network for more than 30 minutes</a:t>
            </a:r>
          </a:p>
        </p:txBody>
      </p:sp>
      <p:sp>
        <p:nvSpPr>
          <p:cNvPr id="13" name="TextBox 12">
            <a:extLst>
              <a:ext uri="{FF2B5EF4-FFF2-40B4-BE49-F238E27FC236}">
                <a16:creationId xmlns:a16="http://schemas.microsoft.com/office/drawing/2014/main" id="{3F67268E-283F-87F4-5232-B7EF2E165AD3}"/>
              </a:ext>
            </a:extLst>
          </p:cNvPr>
          <p:cNvSpPr txBox="1"/>
          <p:nvPr/>
        </p:nvSpPr>
        <p:spPr>
          <a:xfrm>
            <a:off x="1774674" y="3446132"/>
            <a:ext cx="1895475" cy="923330"/>
          </a:xfrm>
          <a:prstGeom prst="rect">
            <a:avLst/>
          </a:prstGeom>
          <a:solidFill>
            <a:srgbClr val="7030A0"/>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IN"/>
              <a:t>Someone is taking video in the office</a:t>
            </a:r>
          </a:p>
        </p:txBody>
      </p:sp>
      <p:sp>
        <p:nvSpPr>
          <p:cNvPr id="16" name="TextBox 15">
            <a:extLst>
              <a:ext uri="{FF2B5EF4-FFF2-40B4-BE49-F238E27FC236}">
                <a16:creationId xmlns:a16="http://schemas.microsoft.com/office/drawing/2014/main" id="{4B893E3C-4B1F-2342-62B7-846DBC2B24D3}"/>
              </a:ext>
            </a:extLst>
          </p:cNvPr>
          <p:cNvSpPr txBox="1"/>
          <p:nvPr/>
        </p:nvSpPr>
        <p:spPr>
          <a:xfrm>
            <a:off x="9856055" y="2205906"/>
            <a:ext cx="1895475" cy="1200329"/>
          </a:xfrm>
          <a:prstGeom prst="rect">
            <a:avLst/>
          </a:prstGeom>
          <a:solidFill>
            <a:srgbClr val="C00000"/>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IN"/>
              <a:t>Someone is connecting mobile phone to office network</a:t>
            </a:r>
          </a:p>
        </p:txBody>
      </p:sp>
      <p:sp>
        <p:nvSpPr>
          <p:cNvPr id="17" name="TextBox 16">
            <a:extLst>
              <a:ext uri="{FF2B5EF4-FFF2-40B4-BE49-F238E27FC236}">
                <a16:creationId xmlns:a16="http://schemas.microsoft.com/office/drawing/2014/main" id="{534141AA-8AF9-282F-B0A8-040420FEAC09}"/>
              </a:ext>
            </a:extLst>
          </p:cNvPr>
          <p:cNvSpPr txBox="1"/>
          <p:nvPr/>
        </p:nvSpPr>
        <p:spPr>
          <a:xfrm>
            <a:off x="6632882" y="4313568"/>
            <a:ext cx="1895475" cy="1200329"/>
          </a:xfrm>
          <a:prstGeom prst="rect">
            <a:avLst/>
          </a:prstGeom>
          <a:solidFill>
            <a:srgbClr val="7030A0"/>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IN"/>
              <a:t>Someone has brought his/her personal laptop to office</a:t>
            </a:r>
          </a:p>
        </p:txBody>
      </p:sp>
      <p:sp>
        <p:nvSpPr>
          <p:cNvPr id="18" name="TextBox 17">
            <a:extLst>
              <a:ext uri="{FF2B5EF4-FFF2-40B4-BE49-F238E27FC236}">
                <a16:creationId xmlns:a16="http://schemas.microsoft.com/office/drawing/2014/main" id="{F3D047E7-1005-8B8C-BBCE-D32038304CB7}"/>
              </a:ext>
            </a:extLst>
          </p:cNvPr>
          <p:cNvSpPr txBox="1"/>
          <p:nvPr/>
        </p:nvSpPr>
        <p:spPr>
          <a:xfrm>
            <a:off x="2829384" y="5279266"/>
            <a:ext cx="1895475" cy="923330"/>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IN"/>
              <a:t>An employee is taking away an office asset</a:t>
            </a:r>
          </a:p>
        </p:txBody>
      </p:sp>
      <p:sp>
        <p:nvSpPr>
          <p:cNvPr id="21" name="TextBox 20">
            <a:extLst>
              <a:ext uri="{FF2B5EF4-FFF2-40B4-BE49-F238E27FC236}">
                <a16:creationId xmlns:a16="http://schemas.microsoft.com/office/drawing/2014/main" id="{A4DFC43F-C872-FCDB-75CD-262B280E67CC}"/>
              </a:ext>
            </a:extLst>
          </p:cNvPr>
          <p:cNvSpPr txBox="1"/>
          <p:nvPr/>
        </p:nvSpPr>
        <p:spPr>
          <a:xfrm>
            <a:off x="284175" y="2733850"/>
            <a:ext cx="1552731" cy="92333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pPr algn="ctr"/>
            <a:r>
              <a:rPr lang="en-IN"/>
              <a:t>Abnormal browser behaviour</a:t>
            </a:r>
          </a:p>
        </p:txBody>
      </p:sp>
      <p:sp>
        <p:nvSpPr>
          <p:cNvPr id="23" name="TextBox 22">
            <a:extLst>
              <a:ext uri="{FF2B5EF4-FFF2-40B4-BE49-F238E27FC236}">
                <a16:creationId xmlns:a16="http://schemas.microsoft.com/office/drawing/2014/main" id="{3D1784CC-C72E-C990-2B05-0307FE7D111E}"/>
              </a:ext>
            </a:extLst>
          </p:cNvPr>
          <p:cNvSpPr txBox="1"/>
          <p:nvPr/>
        </p:nvSpPr>
        <p:spPr>
          <a:xfrm>
            <a:off x="3565531" y="2665086"/>
            <a:ext cx="1435798" cy="923330"/>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a:t>Loss of data in the server</a:t>
            </a:r>
          </a:p>
        </p:txBody>
      </p:sp>
      <p:sp>
        <p:nvSpPr>
          <p:cNvPr id="2" name="TextBox 1">
            <a:extLst>
              <a:ext uri="{FF2B5EF4-FFF2-40B4-BE49-F238E27FC236}">
                <a16:creationId xmlns:a16="http://schemas.microsoft.com/office/drawing/2014/main" id="{8A9F4A09-ED06-950E-93A6-EA1087C5C02A}"/>
              </a:ext>
            </a:extLst>
          </p:cNvPr>
          <p:cNvSpPr txBox="1"/>
          <p:nvPr/>
        </p:nvSpPr>
        <p:spPr>
          <a:xfrm>
            <a:off x="1732090" y="1933472"/>
            <a:ext cx="1833441" cy="923330"/>
          </a:xfrm>
          <a:prstGeom prst="rect">
            <a:avLst/>
          </a:prstGeom>
          <a:solidFill>
            <a:srgbClr val="C00000"/>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IN"/>
              <a:t>Data/asset lost during Remote Working</a:t>
            </a:r>
          </a:p>
        </p:txBody>
      </p:sp>
      <p:sp>
        <p:nvSpPr>
          <p:cNvPr id="3" name="TextBox 2">
            <a:extLst>
              <a:ext uri="{FF2B5EF4-FFF2-40B4-BE49-F238E27FC236}">
                <a16:creationId xmlns:a16="http://schemas.microsoft.com/office/drawing/2014/main" id="{F2622CF8-8269-AFF0-DC58-92C9213D0FB9}"/>
              </a:ext>
            </a:extLst>
          </p:cNvPr>
          <p:cNvSpPr txBox="1"/>
          <p:nvPr/>
        </p:nvSpPr>
        <p:spPr>
          <a:xfrm>
            <a:off x="8144235" y="1737350"/>
            <a:ext cx="1833440" cy="923330"/>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ctr"/>
            <a:r>
              <a:rPr lang="en-IN"/>
              <a:t>Critical/ Sensitive asset unattended</a:t>
            </a:r>
          </a:p>
        </p:txBody>
      </p:sp>
    </p:spTree>
    <p:extLst>
      <p:ext uri="{BB962C8B-B14F-4D97-AF65-F5344CB8AC3E}">
        <p14:creationId xmlns:p14="http://schemas.microsoft.com/office/powerpoint/2010/main" val="3072931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6" grpId="0" animBg="1"/>
      <p:bldP spid="17" grpId="0" animBg="1"/>
      <p:bldP spid="18" grpId="0" animBg="1"/>
      <p:bldP spid="21" grpId="0" animBg="1"/>
      <p:bldP spid="23" grpId="0" animBg="1"/>
      <p:bldP spid="2"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086FDF02-E7ED-4CE2-949E-436426AC09EF}" type="slidenum">
              <a:rPr lang="en-IN" sz="1200" b="0" strike="noStrike" spc="-1">
                <a:solidFill>
                  <a:srgbClr val="8B8B8B"/>
                </a:solidFill>
                <a:latin typeface="Calibri"/>
                <a:ea typeface="DejaVu Sans"/>
              </a:rPr>
              <a:t>22</a:t>
            </a:fld>
            <a:endParaRPr lang="en-IN" sz="1200" b="0" strike="noStrike" spc="-1">
              <a:latin typeface="Times New Roman"/>
            </a:endParaRPr>
          </a:p>
        </p:txBody>
      </p:sp>
      <p:sp>
        <p:nvSpPr>
          <p:cNvPr id="358" name="object 32"/>
          <p:cNvSpPr/>
          <p:nvPr/>
        </p:nvSpPr>
        <p:spPr>
          <a:xfrm>
            <a:off x="6778800" y="1527120"/>
            <a:ext cx="574200" cy="55980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9080" indent="-6480">
              <a:lnSpc>
                <a:spcPct val="100000"/>
              </a:lnSpc>
              <a:spcBef>
                <a:spcPts val="99"/>
              </a:spcBef>
              <a:buNone/>
              <a:tabLst>
                <a:tab pos="0" algn="l"/>
              </a:tabLst>
            </a:pPr>
            <a:r>
              <a:rPr lang="en-US" sz="1200" b="1" strike="noStrike" spc="-1">
                <a:solidFill>
                  <a:srgbClr val="FFFFFF"/>
                </a:solidFill>
                <a:latin typeface="Tahoma"/>
                <a:ea typeface="DejaVu Sans"/>
              </a:rPr>
              <a:t>Project  Kickoff</a:t>
            </a:r>
            <a:endParaRPr lang="en-IN" sz="1200" b="0" strike="noStrike" spc="-1">
              <a:latin typeface="Arial"/>
            </a:endParaRPr>
          </a:p>
        </p:txBody>
      </p:sp>
      <p:sp>
        <p:nvSpPr>
          <p:cNvPr id="359" name="object 16"/>
          <p:cNvSpPr/>
          <p:nvPr/>
        </p:nvSpPr>
        <p:spPr>
          <a:xfrm>
            <a:off x="6567480" y="6195960"/>
            <a:ext cx="588240" cy="1947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US" sz="1200" b="1" strike="noStrike" spc="-7">
                <a:solidFill>
                  <a:srgbClr val="FFFFFF"/>
                </a:solidFill>
                <a:latin typeface="Tahoma"/>
                <a:ea typeface="DejaVu Sans"/>
              </a:rPr>
              <a:t>T</a:t>
            </a:r>
            <a:r>
              <a:rPr lang="en-US" sz="1200" b="1" strike="noStrike" spc="-12">
                <a:solidFill>
                  <a:srgbClr val="FFFFFF"/>
                </a:solidFill>
                <a:latin typeface="Tahoma"/>
                <a:ea typeface="DejaVu Sans"/>
              </a:rPr>
              <a:t>es</a:t>
            </a:r>
            <a:r>
              <a:rPr lang="en-US" sz="1200" b="1" strike="noStrike" spc="-1">
                <a:solidFill>
                  <a:srgbClr val="FFFFFF"/>
                </a:solidFill>
                <a:latin typeface="Tahoma"/>
                <a:ea typeface="DejaVu Sans"/>
              </a:rPr>
              <a:t>ti</a:t>
            </a:r>
            <a:r>
              <a:rPr lang="en-US" sz="1200" b="1" strike="noStrike" spc="-7">
                <a:solidFill>
                  <a:srgbClr val="FFFFFF"/>
                </a:solidFill>
                <a:latin typeface="Tahoma"/>
                <a:ea typeface="DejaVu Sans"/>
              </a:rPr>
              <a:t>n</a:t>
            </a:r>
            <a:r>
              <a:rPr lang="en-US" sz="1200" b="1" strike="noStrike" spc="-1">
                <a:solidFill>
                  <a:srgbClr val="FFFFFF"/>
                </a:solidFill>
                <a:latin typeface="Tahoma"/>
                <a:ea typeface="DejaVu Sans"/>
              </a:rPr>
              <a:t>g</a:t>
            </a:r>
            <a:endParaRPr lang="en-IN" sz="1200" b="0" strike="noStrike" spc="-1">
              <a:latin typeface="Arial"/>
            </a:endParaRPr>
          </a:p>
        </p:txBody>
      </p:sp>
      <p:sp>
        <p:nvSpPr>
          <p:cNvPr id="360" name="object 18"/>
          <p:cNvSpPr/>
          <p:nvPr/>
        </p:nvSpPr>
        <p:spPr>
          <a:xfrm>
            <a:off x="8345520" y="5418000"/>
            <a:ext cx="880560" cy="46980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marL="12600" indent="-1440" algn="ctr">
              <a:lnSpc>
                <a:spcPct val="100000"/>
              </a:lnSpc>
              <a:spcBef>
                <a:spcPts val="99"/>
              </a:spcBef>
              <a:buNone/>
              <a:tabLst>
                <a:tab pos="0" algn="l"/>
              </a:tabLst>
            </a:pPr>
            <a:r>
              <a:rPr lang="en-US" sz="1000" b="1" strike="noStrike" spc="-1">
                <a:solidFill>
                  <a:srgbClr val="FFFFFF"/>
                </a:solidFill>
                <a:latin typeface="Tahoma"/>
                <a:ea typeface="DejaVu Sans"/>
              </a:rPr>
              <a:t>Final  Inspection  And Delivery</a:t>
            </a:r>
            <a:endParaRPr lang="en-IN" sz="1000" b="0" strike="noStrike" spc="-1">
              <a:latin typeface="Arial"/>
            </a:endParaRPr>
          </a:p>
        </p:txBody>
      </p:sp>
      <p:sp>
        <p:nvSpPr>
          <p:cNvPr id="361" name="TextBox 1"/>
          <p:cNvSpPr/>
          <p:nvPr/>
        </p:nvSpPr>
        <p:spPr>
          <a:xfrm>
            <a:off x="437760" y="563400"/>
            <a:ext cx="4308480" cy="521766"/>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100000"/>
              </a:lnSpc>
              <a:buNone/>
            </a:pPr>
            <a:r>
              <a:rPr lang="en-US" sz="2800" b="0" strike="noStrike" spc="-1">
                <a:solidFill>
                  <a:srgbClr val="1A237E"/>
                </a:solidFill>
                <a:latin typeface="Calibri"/>
                <a:ea typeface="DejaVu Sans"/>
              </a:rPr>
              <a:t>Incident Reporting</a:t>
            </a:r>
            <a:endParaRPr lang="en-IN" sz="2800" b="0" strike="noStrike" spc="-1">
              <a:latin typeface="Arial"/>
            </a:endParaRPr>
          </a:p>
        </p:txBody>
      </p:sp>
      <p:sp>
        <p:nvSpPr>
          <p:cNvPr id="364" name="TextBox 8"/>
          <p:cNvSpPr/>
          <p:nvPr/>
        </p:nvSpPr>
        <p:spPr>
          <a:xfrm>
            <a:off x="172333" y="1224416"/>
            <a:ext cx="4028090" cy="3445643"/>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a:lnSpc>
                <a:spcPct val="100000"/>
              </a:lnSpc>
              <a:buNone/>
            </a:pPr>
            <a:endParaRPr lang="en-IN" b="0" strike="noStrike" spc="-1">
              <a:latin typeface="Arial"/>
            </a:endParaRPr>
          </a:p>
          <a:p>
            <a:pPr marL="285840" indent="-285840">
              <a:lnSpc>
                <a:spcPct val="100000"/>
              </a:lnSpc>
              <a:spcBef>
                <a:spcPts val="575"/>
              </a:spcBef>
              <a:buClr>
                <a:srgbClr val="2F5597"/>
              </a:buClr>
              <a:buFont typeface="Arial"/>
              <a:buChar char="•"/>
            </a:pPr>
            <a:r>
              <a:rPr lang="en-IN" spc="-1">
                <a:solidFill>
                  <a:srgbClr val="2F5597"/>
                </a:solidFill>
                <a:latin typeface="Calibri"/>
                <a:ea typeface="DejaVu Sans"/>
              </a:rPr>
              <a:t>Address to the email id given below</a:t>
            </a:r>
            <a:endParaRPr lang="en-IN" b="0" strike="noStrike" spc="-1">
              <a:solidFill>
                <a:srgbClr val="2F5597"/>
              </a:solidFill>
              <a:latin typeface="Calibri"/>
              <a:ea typeface="DejaVu Sans"/>
            </a:endParaRPr>
          </a:p>
          <a:p>
            <a:pPr marL="285840" indent="-285840">
              <a:lnSpc>
                <a:spcPct val="100000"/>
              </a:lnSpc>
              <a:spcBef>
                <a:spcPts val="575"/>
              </a:spcBef>
              <a:buClr>
                <a:srgbClr val="2F5597"/>
              </a:buClr>
              <a:buFont typeface="Arial"/>
              <a:buChar char="•"/>
            </a:pPr>
            <a:r>
              <a:rPr lang="en-IN" b="0" strike="noStrike" spc="-1">
                <a:solidFill>
                  <a:srgbClr val="2F5597"/>
                </a:solidFill>
                <a:latin typeface="Calibri"/>
                <a:ea typeface="DejaVu Sans"/>
              </a:rPr>
              <a:t>Subject line should be “Incident”</a:t>
            </a:r>
          </a:p>
          <a:p>
            <a:pPr marL="285840" indent="-285840">
              <a:lnSpc>
                <a:spcPct val="100000"/>
              </a:lnSpc>
              <a:spcBef>
                <a:spcPts val="575"/>
              </a:spcBef>
              <a:buClr>
                <a:srgbClr val="2F5597"/>
              </a:buClr>
              <a:buFont typeface="Arial"/>
              <a:buChar char="•"/>
            </a:pPr>
            <a:r>
              <a:rPr lang="en-IN" b="0" strike="noStrike" spc="-1">
                <a:solidFill>
                  <a:srgbClr val="2F5597"/>
                </a:solidFill>
                <a:latin typeface="Calibri"/>
                <a:ea typeface="DejaVu Sans"/>
              </a:rPr>
              <a:t>Body of the email</a:t>
            </a:r>
          </a:p>
          <a:p>
            <a:pPr marL="743040" lvl="1" indent="-285840">
              <a:spcBef>
                <a:spcPts val="575"/>
              </a:spcBef>
              <a:buClr>
                <a:srgbClr val="2F5597"/>
              </a:buClr>
              <a:buFont typeface="Arial"/>
              <a:buChar char="•"/>
            </a:pPr>
            <a:r>
              <a:rPr lang="en-IN" b="0" strike="noStrike" spc="-1">
                <a:solidFill>
                  <a:srgbClr val="2F5597"/>
                </a:solidFill>
                <a:latin typeface="Calibri"/>
                <a:ea typeface="DejaVu Sans"/>
              </a:rPr>
              <a:t>Type of incident</a:t>
            </a:r>
            <a:endParaRPr lang="en-IN" b="0" strike="noStrike" spc="-1">
              <a:latin typeface="Arial"/>
            </a:endParaRPr>
          </a:p>
          <a:p>
            <a:pPr marL="743040" lvl="1" indent="-285840">
              <a:spcBef>
                <a:spcPts val="575"/>
              </a:spcBef>
              <a:buClr>
                <a:srgbClr val="2F5597"/>
              </a:buClr>
              <a:buFont typeface="Arial"/>
              <a:buChar char="•"/>
            </a:pPr>
            <a:r>
              <a:rPr lang="en-US" b="0" strike="noStrike" spc="-1">
                <a:solidFill>
                  <a:srgbClr val="2F5597"/>
                </a:solidFill>
                <a:latin typeface="Calibri"/>
                <a:ea typeface="DejaVu Sans"/>
              </a:rPr>
              <a:t>Incident Date</a:t>
            </a:r>
          </a:p>
          <a:p>
            <a:pPr marL="743040" lvl="1" indent="-285840">
              <a:spcBef>
                <a:spcPts val="575"/>
              </a:spcBef>
              <a:buClr>
                <a:srgbClr val="2F5597"/>
              </a:buClr>
              <a:buFont typeface="Arial"/>
              <a:buChar char="•"/>
            </a:pPr>
            <a:r>
              <a:rPr lang="en-US" spc="-1">
                <a:solidFill>
                  <a:srgbClr val="2F5597"/>
                </a:solidFill>
                <a:latin typeface="Calibri"/>
              </a:rPr>
              <a:t>Incident location</a:t>
            </a:r>
          </a:p>
          <a:p>
            <a:pPr marL="743040" lvl="1" indent="-285840">
              <a:spcBef>
                <a:spcPts val="575"/>
              </a:spcBef>
              <a:buClr>
                <a:srgbClr val="2F5597"/>
              </a:buClr>
              <a:buFont typeface="Arial"/>
              <a:buChar char="•"/>
            </a:pPr>
            <a:r>
              <a:rPr lang="en-US" b="0" strike="noStrike" spc="-1">
                <a:solidFill>
                  <a:srgbClr val="2F5597"/>
                </a:solidFill>
                <a:latin typeface="Calibri"/>
              </a:rPr>
              <a:t>The person/team involved or affected</a:t>
            </a:r>
          </a:p>
          <a:p>
            <a:pPr marL="743040" lvl="1" indent="-285840">
              <a:spcBef>
                <a:spcPts val="575"/>
              </a:spcBef>
              <a:buClr>
                <a:srgbClr val="2F5597"/>
              </a:buClr>
              <a:buFont typeface="Arial"/>
              <a:buChar char="•"/>
            </a:pPr>
            <a:r>
              <a:rPr lang="en-US" spc="-1">
                <a:solidFill>
                  <a:srgbClr val="2F5597"/>
                </a:solidFill>
                <a:latin typeface="Calibri"/>
              </a:rPr>
              <a:t>Incident description</a:t>
            </a:r>
            <a:endParaRPr lang="en-IN" b="0" strike="noStrike" spc="-1">
              <a:latin typeface="Arial"/>
            </a:endParaRPr>
          </a:p>
        </p:txBody>
      </p:sp>
      <p:grpSp>
        <p:nvGrpSpPr>
          <p:cNvPr id="15" name="Group 14">
            <a:extLst>
              <a:ext uri="{FF2B5EF4-FFF2-40B4-BE49-F238E27FC236}">
                <a16:creationId xmlns:a16="http://schemas.microsoft.com/office/drawing/2014/main" id="{D5F85117-7A57-6A43-F7A8-2EAD3D42C456}"/>
              </a:ext>
            </a:extLst>
          </p:cNvPr>
          <p:cNvGrpSpPr/>
          <p:nvPr/>
        </p:nvGrpSpPr>
        <p:grpSpPr>
          <a:xfrm>
            <a:off x="438149" y="5597746"/>
            <a:ext cx="11196518" cy="917325"/>
            <a:chOff x="438149" y="5400675"/>
            <a:chExt cx="11196518" cy="917325"/>
          </a:xfrm>
        </p:grpSpPr>
        <p:sp>
          <p:nvSpPr>
            <p:cNvPr id="14" name="Rectangle 13">
              <a:extLst>
                <a:ext uri="{FF2B5EF4-FFF2-40B4-BE49-F238E27FC236}">
                  <a16:creationId xmlns:a16="http://schemas.microsoft.com/office/drawing/2014/main" id="{6B8EE4B1-693A-5B67-07E7-57FC1502B894}"/>
                </a:ext>
              </a:extLst>
            </p:cNvPr>
            <p:cNvSpPr/>
            <p:nvPr/>
          </p:nvSpPr>
          <p:spPr>
            <a:xfrm>
              <a:off x="438149" y="5400675"/>
              <a:ext cx="11196518" cy="91732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3" name="TextBox 2"/>
            <p:cNvSpPr/>
            <p:nvPr/>
          </p:nvSpPr>
          <p:spPr>
            <a:xfrm>
              <a:off x="1426780" y="5519579"/>
              <a:ext cx="8957254" cy="583321"/>
            </a:xfrm>
            <a:prstGeom prst="rect">
              <a:avLst/>
            </a:prstGeom>
            <a:solidFill>
              <a:schemeClr val="bg1"/>
            </a:solidFill>
            <a:ln w="0">
              <a:solidFill>
                <a:srgbClr val="000000"/>
              </a:solid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a:lnSpc>
                  <a:spcPct val="100000"/>
                </a:lnSpc>
                <a:buNone/>
              </a:pPr>
              <a:r>
                <a:rPr lang="en-US" sz="3200" b="0" strike="noStrike" spc="-1">
                  <a:solidFill>
                    <a:srgbClr val="000000"/>
                  </a:solidFill>
                  <a:latin typeface="Calibri"/>
                  <a:ea typeface="DejaVu Sans"/>
                </a:rPr>
                <a:t>- Email to </a:t>
              </a:r>
              <a:r>
                <a:rPr lang="en-US" sz="3200" b="0" strike="noStrike" spc="-1">
                  <a:solidFill>
                    <a:srgbClr val="010086"/>
                  </a:solidFill>
                  <a:latin typeface="Calibri"/>
                  <a:ea typeface="DejaVu Sans"/>
                </a:rPr>
                <a:t>incidencereporting@jasmin-infotech.com</a:t>
              </a:r>
              <a:endParaRPr lang="en-IN" sz="3200" b="0" strike="noStrike" spc="-1">
                <a:latin typeface="Arial"/>
              </a:endParaRPr>
            </a:p>
          </p:txBody>
        </p:sp>
      </p:grpSp>
      <p:grpSp>
        <p:nvGrpSpPr>
          <p:cNvPr id="6" name="Group 5">
            <a:extLst>
              <a:ext uri="{FF2B5EF4-FFF2-40B4-BE49-F238E27FC236}">
                <a16:creationId xmlns:a16="http://schemas.microsoft.com/office/drawing/2014/main" id="{5B0BF7C8-1CB9-9759-15B7-F58009F723C7}"/>
              </a:ext>
            </a:extLst>
          </p:cNvPr>
          <p:cNvGrpSpPr/>
          <p:nvPr/>
        </p:nvGrpSpPr>
        <p:grpSpPr>
          <a:xfrm>
            <a:off x="4300693" y="1113578"/>
            <a:ext cx="7229475" cy="4343400"/>
            <a:chOff x="4300693" y="987450"/>
            <a:chExt cx="7229475" cy="4343400"/>
          </a:xfrm>
        </p:grpSpPr>
        <p:grpSp>
          <p:nvGrpSpPr>
            <p:cNvPr id="5" name="Group 4">
              <a:extLst>
                <a:ext uri="{FF2B5EF4-FFF2-40B4-BE49-F238E27FC236}">
                  <a16:creationId xmlns:a16="http://schemas.microsoft.com/office/drawing/2014/main" id="{55A86F1E-9A8A-8AB2-29E0-5E79867641FB}"/>
                </a:ext>
              </a:extLst>
            </p:cNvPr>
            <p:cNvGrpSpPr/>
            <p:nvPr/>
          </p:nvGrpSpPr>
          <p:grpSpPr>
            <a:xfrm>
              <a:off x="4300693" y="987450"/>
              <a:ext cx="7229475" cy="4343400"/>
              <a:chOff x="2952742" y="1120698"/>
              <a:chExt cx="7229475" cy="4343400"/>
            </a:xfrm>
          </p:grpSpPr>
          <p:pic>
            <p:nvPicPr>
              <p:cNvPr id="8194" name="Picture 2" descr="Blank Email Template Outlook">
                <a:extLst>
                  <a:ext uri="{FF2B5EF4-FFF2-40B4-BE49-F238E27FC236}">
                    <a16:creationId xmlns:a16="http://schemas.microsoft.com/office/drawing/2014/main" id="{10672E69-A1B8-4B1C-7AE2-D9B2DD436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42" y="1120698"/>
                <a:ext cx="7229475" cy="4343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C3436FB-9171-770F-5FD3-9C46709304F2}"/>
                  </a:ext>
                </a:extLst>
              </p:cNvPr>
              <p:cNvSpPr txBox="1"/>
              <p:nvPr/>
            </p:nvSpPr>
            <p:spPr>
              <a:xfrm>
                <a:off x="4146330" y="2527473"/>
                <a:ext cx="3421129" cy="307777"/>
              </a:xfrm>
              <a:prstGeom prst="rect">
                <a:avLst/>
              </a:prstGeom>
              <a:noFill/>
            </p:spPr>
            <p:txBody>
              <a:bodyPr wrap="none" rtlCol="0">
                <a:spAutoFit/>
              </a:bodyPr>
              <a:lstStyle/>
              <a:p>
                <a:r>
                  <a:rPr lang="en-IN" sz="1400"/>
                  <a:t>incidencereporting@jasmin-infotech.com</a:t>
                </a:r>
              </a:p>
            </p:txBody>
          </p:sp>
          <p:sp>
            <p:nvSpPr>
              <p:cNvPr id="3" name="TextBox 2">
                <a:extLst>
                  <a:ext uri="{FF2B5EF4-FFF2-40B4-BE49-F238E27FC236}">
                    <a16:creationId xmlns:a16="http://schemas.microsoft.com/office/drawing/2014/main" id="{345E1507-9D67-1E97-41AC-3C2DCB10016B}"/>
                  </a:ext>
                </a:extLst>
              </p:cNvPr>
              <p:cNvSpPr txBox="1"/>
              <p:nvPr/>
            </p:nvSpPr>
            <p:spPr>
              <a:xfrm>
                <a:off x="4156836" y="3018838"/>
                <a:ext cx="950901" cy="307777"/>
              </a:xfrm>
              <a:prstGeom prst="rect">
                <a:avLst/>
              </a:prstGeom>
              <a:noFill/>
            </p:spPr>
            <p:txBody>
              <a:bodyPr wrap="none" rtlCol="0">
                <a:spAutoFit/>
              </a:bodyPr>
              <a:lstStyle/>
              <a:p>
                <a:r>
                  <a:rPr lang="en-IN" sz="1400"/>
                  <a:t>Incidence</a:t>
                </a:r>
              </a:p>
            </p:txBody>
          </p:sp>
        </p:grpSp>
        <p:sp>
          <p:nvSpPr>
            <p:cNvPr id="4" name="TextBox 3">
              <a:extLst>
                <a:ext uri="{FF2B5EF4-FFF2-40B4-BE49-F238E27FC236}">
                  <a16:creationId xmlns:a16="http://schemas.microsoft.com/office/drawing/2014/main" id="{94F6639C-E253-94DE-A0CD-274FC4BB6E2B}"/>
                </a:ext>
              </a:extLst>
            </p:cNvPr>
            <p:cNvSpPr txBox="1"/>
            <p:nvPr/>
          </p:nvSpPr>
          <p:spPr>
            <a:xfrm>
              <a:off x="4552998" y="3334036"/>
              <a:ext cx="5484194" cy="1169551"/>
            </a:xfrm>
            <a:prstGeom prst="rect">
              <a:avLst/>
            </a:prstGeom>
            <a:noFill/>
          </p:spPr>
          <p:txBody>
            <a:bodyPr wrap="none" rtlCol="0">
              <a:spAutoFit/>
            </a:bodyPr>
            <a:lstStyle/>
            <a:p>
              <a:r>
                <a:rPr lang="en-IN" sz="1400"/>
                <a:t>Incident Type: 	Virus Notification</a:t>
              </a:r>
            </a:p>
            <a:p>
              <a:r>
                <a:rPr lang="en-IN" sz="1400"/>
                <a:t>Incident Date: 	17/07/2024</a:t>
              </a:r>
            </a:p>
            <a:p>
              <a:r>
                <a:rPr lang="en-IN" sz="1400"/>
                <a:t>Incident Location: 	Work station No: 56, 5</a:t>
              </a:r>
              <a:r>
                <a:rPr lang="en-IN" sz="1400" baseline="30000"/>
                <a:t>th</a:t>
              </a:r>
              <a:r>
                <a:rPr lang="en-IN" sz="1400"/>
                <a:t> Floor, DG Square</a:t>
              </a:r>
            </a:p>
            <a:p>
              <a:r>
                <a:rPr lang="en-IN" sz="1400"/>
                <a:t>Person Affected:	Mr. XYZ </a:t>
              </a:r>
            </a:p>
            <a:p>
              <a:r>
                <a:rPr lang="en-IN" sz="1400"/>
                <a:t>Incident Description:	I received a virus notification in my system.</a:t>
              </a:r>
            </a:p>
          </p:txBody>
        </p:sp>
      </p:grpSp>
    </p:spTree>
    <p:extLst>
      <p:ext uri="{BB962C8B-B14F-4D97-AF65-F5344CB8AC3E}">
        <p14:creationId xmlns:p14="http://schemas.microsoft.com/office/powerpoint/2010/main" val="416782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p:cNvSpPr>
          <p:nvPr>
            <p:ph type="sldNum"/>
          </p:nvPr>
        </p:nvSpPr>
        <p:spPr>
          <a:xfrm>
            <a:off x="10134720" y="6423120"/>
            <a:ext cx="1217160" cy="296280"/>
          </a:xfrm>
          <a:prstGeom prst="rect">
            <a:avLst/>
          </a:prstGeom>
          <a:noFill/>
          <a:ln w="0">
            <a:noFill/>
          </a:ln>
        </p:spPr>
        <p:txBody>
          <a:bodyPr lIns="90000" tIns="45000" rIns="90000" bIns="45000" anchor="ctr">
            <a:noAutofit/>
          </a:bodyPr>
          <a:lstStyle/>
          <a:p>
            <a:pPr algn="r">
              <a:lnSpc>
                <a:spcPct val="100000"/>
              </a:lnSpc>
              <a:buNone/>
            </a:pPr>
            <a:fld id="{5F8B26F8-41CD-4564-BDDE-5429981C6E8F}" type="slidenum">
              <a:rPr lang="en-IN" sz="1200" b="0" strike="noStrike" spc="-1">
                <a:solidFill>
                  <a:srgbClr val="8B8B8B"/>
                </a:solidFill>
                <a:latin typeface="Calibri"/>
                <a:ea typeface="DejaVu Sans"/>
              </a:rPr>
              <a:t>23</a:t>
            </a:fld>
            <a:endParaRPr lang="en-IN" sz="1200" b="0" strike="noStrike" spc="-1">
              <a:latin typeface="Times New Roman"/>
            </a:endParaRPr>
          </a:p>
        </p:txBody>
      </p:sp>
      <p:sp>
        <p:nvSpPr>
          <p:cNvPr id="294" name="TextBox 3"/>
          <p:cNvSpPr/>
          <p:nvPr/>
        </p:nvSpPr>
        <p:spPr>
          <a:xfrm>
            <a:off x="462239" y="540000"/>
            <a:ext cx="4607701" cy="521766"/>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a:lnSpc>
                <a:spcPct val="100000"/>
              </a:lnSpc>
              <a:buNone/>
            </a:pPr>
            <a:r>
              <a:rPr lang="en-US" sz="2800" b="0" strike="noStrike" spc="-1">
                <a:solidFill>
                  <a:srgbClr val="1A237E"/>
                </a:solidFill>
                <a:latin typeface="Calibri"/>
                <a:ea typeface="DejaVu Sans"/>
              </a:rPr>
              <a:t>Business Continuity Plan (BCP)</a:t>
            </a:r>
            <a:endParaRPr lang="en-IN" sz="2800" b="0" strike="noStrike" spc="-1">
              <a:latin typeface="Arial"/>
            </a:endParaRPr>
          </a:p>
        </p:txBody>
      </p:sp>
      <p:sp>
        <p:nvSpPr>
          <p:cNvPr id="300" name="TextBox 7"/>
          <p:cNvSpPr/>
          <p:nvPr/>
        </p:nvSpPr>
        <p:spPr>
          <a:xfrm>
            <a:off x="494451" y="1289313"/>
            <a:ext cx="11217244" cy="367878"/>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algn="just"/>
            <a:r>
              <a:rPr lang="en-US" sz="1800" b="0" strike="noStrike" spc="-1">
                <a:latin typeface="Arial"/>
              </a:rPr>
              <a:t>Capability of an organization to continue the delivery of products and services during a disruption.</a:t>
            </a:r>
          </a:p>
        </p:txBody>
      </p:sp>
      <p:sp>
        <p:nvSpPr>
          <p:cNvPr id="4" name="TextBox 3">
            <a:extLst>
              <a:ext uri="{FF2B5EF4-FFF2-40B4-BE49-F238E27FC236}">
                <a16:creationId xmlns:a16="http://schemas.microsoft.com/office/drawing/2014/main" id="{AAEF40D3-9F50-3422-27A9-7FD89850468F}"/>
              </a:ext>
            </a:extLst>
          </p:cNvPr>
          <p:cNvSpPr txBox="1"/>
          <p:nvPr/>
        </p:nvSpPr>
        <p:spPr>
          <a:xfrm>
            <a:off x="657225" y="5734743"/>
            <a:ext cx="11144250" cy="369332"/>
          </a:xfrm>
          <a:prstGeom prst="rect">
            <a:avLst/>
          </a:prstGeom>
          <a:noFill/>
        </p:spPr>
        <p:txBody>
          <a:bodyPr wrap="square">
            <a:spAutoFit/>
          </a:bodyPr>
          <a:lstStyle/>
          <a:p>
            <a:pPr algn="just"/>
            <a:r>
              <a:rPr lang="en-US" sz="1800" b="0" strike="noStrike" spc="-1">
                <a:latin typeface="Arial"/>
              </a:rPr>
              <a:t>For Detailed description please refer ISMS_3029_Business_Continity_Policy </a:t>
            </a:r>
            <a:r>
              <a:rPr lang="en-IN">
                <a:hlinkClick r:id="rId3"/>
              </a:rPr>
              <a:t>JIAS</a:t>
            </a:r>
            <a:endParaRPr lang="en-IN" sz="1800" b="0" strike="noStrike" spc="-1">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23CC8FC6-8BC1-CB5B-6A96-0D3F46822BE1}"/>
              </a:ext>
            </a:extLst>
          </p:cNvPr>
          <p:cNvSpPr txBox="1"/>
          <p:nvPr/>
        </p:nvSpPr>
        <p:spPr>
          <a:xfrm>
            <a:off x="657224" y="4677653"/>
            <a:ext cx="11344275" cy="923330"/>
          </a:xfrm>
          <a:prstGeom prst="rect">
            <a:avLst/>
          </a:prstGeom>
          <a:noFill/>
        </p:spPr>
        <p:txBody>
          <a:bodyPr wrap="square">
            <a:spAutoFit/>
          </a:bodyPr>
          <a:lstStyle/>
          <a:p>
            <a:pPr marL="285750" indent="-285750" algn="just">
              <a:buFont typeface="Arial" panose="020B0604020202020204" pitchFamily="34" charset="0"/>
              <a:buChar char="•"/>
            </a:pPr>
            <a:r>
              <a:rPr lang="en-US" sz="1800" b="0" strike="noStrike" spc="-1">
                <a:latin typeface="Arial"/>
              </a:rPr>
              <a:t>Communication is key during the BCP. To</a:t>
            </a:r>
            <a:r>
              <a:rPr lang="en-US" b="0" strike="noStrike" spc="-1">
                <a:latin typeface="Arial"/>
              </a:rPr>
              <a:t>p Management =&gt; Managers =&gt; Leaders =&gt; Team members</a:t>
            </a:r>
          </a:p>
          <a:p>
            <a:pPr marL="285750" indent="-285750" algn="just">
              <a:buFont typeface="Arial" panose="020B0604020202020204" pitchFamily="34" charset="0"/>
              <a:buChar char="•"/>
            </a:pPr>
            <a:r>
              <a:rPr lang="en-IN" b="0" strike="noStrike" spc="-1">
                <a:latin typeface="Calibri" panose="020F0502020204030204" pitchFamily="34" charset="0"/>
                <a:cs typeface="Calibri" panose="020F0502020204030204" pitchFamily="34" charset="0"/>
              </a:rPr>
              <a:t>Wait for the direction from your immediate reporting manager</a:t>
            </a:r>
          </a:p>
          <a:p>
            <a:pPr marL="285750" indent="-285750" algn="just">
              <a:buFont typeface="Arial" panose="020B0604020202020204" pitchFamily="34" charset="0"/>
              <a:buChar char="•"/>
            </a:pPr>
            <a:r>
              <a:rPr lang="en-IN" spc="-1">
                <a:latin typeface="Calibri" panose="020F0502020204030204" pitchFamily="34" charset="0"/>
                <a:cs typeface="Calibri" panose="020F0502020204030204" pitchFamily="34" charset="0"/>
              </a:rPr>
              <a:t>BCP</a:t>
            </a:r>
            <a:r>
              <a:rPr lang="en-IN" b="0" strike="noStrike" spc="-1">
                <a:latin typeface="Calibri" panose="020F0502020204030204" pitchFamily="34" charset="0"/>
                <a:cs typeface="Calibri" panose="020F0502020204030204" pitchFamily="34" charset="0"/>
              </a:rPr>
              <a:t> test will be conducted. Some of you will be chosen for the test</a:t>
            </a:r>
            <a:r>
              <a:rPr lang="en-IN" sz="1800" b="0" strike="noStrike" spc="-1">
                <a:latin typeface="Calibri" panose="020F0502020204030204" pitchFamily="34" charset="0"/>
                <a:cs typeface="Calibri" panose="020F0502020204030204" pitchFamily="34" charset="0"/>
              </a:rPr>
              <a:t>. </a:t>
            </a:r>
          </a:p>
        </p:txBody>
      </p:sp>
      <p:sp>
        <p:nvSpPr>
          <p:cNvPr id="6" name="Rectangle 5">
            <a:extLst>
              <a:ext uri="{FF2B5EF4-FFF2-40B4-BE49-F238E27FC236}">
                <a16:creationId xmlns:a16="http://schemas.microsoft.com/office/drawing/2014/main" id="{C7EB4FE2-4015-7859-D3EF-146EA74297FB}"/>
              </a:ext>
            </a:extLst>
          </p:cNvPr>
          <p:cNvSpPr/>
          <p:nvPr/>
        </p:nvSpPr>
        <p:spPr>
          <a:xfrm>
            <a:off x="494451" y="1839812"/>
            <a:ext cx="1377301" cy="923330"/>
          </a:xfrm>
          <a:prstGeom prst="rect">
            <a:avLst/>
          </a:prstGeom>
          <a:noFill/>
        </p:spPr>
        <p:txBody>
          <a:bodyPr wrap="none" lIns="91440" tIns="45720" rIns="91440" bIns="45720">
            <a:spAutoFit/>
          </a:bodyPr>
          <a:lstStyle/>
          <a:p>
            <a:pPr algn="ctr"/>
            <a:r>
              <a:rPr lang="en-US" sz="5400" b="0" cap="none" spc="0">
                <a:ln w="0"/>
                <a:solidFill>
                  <a:srgbClr val="C00000"/>
                </a:solidFill>
                <a:effectLst>
                  <a:outerShdw blurRad="38100" dist="19050" dir="2700000" algn="tl" rotWithShape="0">
                    <a:schemeClr val="dk1">
                      <a:alpha val="40000"/>
                    </a:schemeClr>
                  </a:outerShdw>
                </a:effectLst>
              </a:rPr>
              <a:t>Fire</a:t>
            </a:r>
          </a:p>
        </p:txBody>
      </p:sp>
      <p:sp>
        <p:nvSpPr>
          <p:cNvPr id="7" name="Rectangle 6">
            <a:extLst>
              <a:ext uri="{FF2B5EF4-FFF2-40B4-BE49-F238E27FC236}">
                <a16:creationId xmlns:a16="http://schemas.microsoft.com/office/drawing/2014/main" id="{A1AEEA46-FFEB-BFCD-8691-73D90E43FF6F}"/>
              </a:ext>
            </a:extLst>
          </p:cNvPr>
          <p:cNvSpPr/>
          <p:nvPr/>
        </p:nvSpPr>
        <p:spPr>
          <a:xfrm>
            <a:off x="988810" y="3258732"/>
            <a:ext cx="1915910" cy="923330"/>
          </a:xfrm>
          <a:prstGeom prst="rect">
            <a:avLst/>
          </a:prstGeom>
          <a:noFill/>
        </p:spPr>
        <p:txBody>
          <a:bodyPr wrap="none" lIns="91440" tIns="45720" rIns="91440" bIns="45720">
            <a:spAutoFit/>
          </a:bodyPr>
          <a:lstStyle/>
          <a:p>
            <a:pPr algn="ctr"/>
            <a:r>
              <a:rPr lang="en-US" sz="5400" b="0" cap="none" spc="0">
                <a:ln w="0"/>
                <a:solidFill>
                  <a:schemeClr val="accent4"/>
                </a:solidFill>
                <a:effectLst>
                  <a:outerShdw blurRad="38100" dist="19050" dir="2700000" algn="tl" rotWithShape="0">
                    <a:schemeClr val="dk1">
                      <a:alpha val="40000"/>
                    </a:schemeClr>
                  </a:outerShdw>
                </a:effectLst>
              </a:rPr>
              <a:t>Flood</a:t>
            </a:r>
          </a:p>
        </p:txBody>
      </p:sp>
      <p:sp>
        <p:nvSpPr>
          <p:cNvPr id="8" name="Rectangle 7">
            <a:extLst>
              <a:ext uri="{FF2B5EF4-FFF2-40B4-BE49-F238E27FC236}">
                <a16:creationId xmlns:a16="http://schemas.microsoft.com/office/drawing/2014/main" id="{1392A0C8-97DE-F8C9-B0B5-122A4BDD4114}"/>
              </a:ext>
            </a:extLst>
          </p:cNvPr>
          <p:cNvSpPr/>
          <p:nvPr/>
        </p:nvSpPr>
        <p:spPr>
          <a:xfrm>
            <a:off x="2617295" y="1566260"/>
            <a:ext cx="2685352"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Cyclone</a:t>
            </a:r>
          </a:p>
        </p:txBody>
      </p:sp>
      <p:sp>
        <p:nvSpPr>
          <p:cNvPr id="9" name="Rectangle 8">
            <a:extLst>
              <a:ext uri="{FF2B5EF4-FFF2-40B4-BE49-F238E27FC236}">
                <a16:creationId xmlns:a16="http://schemas.microsoft.com/office/drawing/2014/main" id="{5C4273F6-A486-8DA3-8B08-5C9607F3408B}"/>
              </a:ext>
            </a:extLst>
          </p:cNvPr>
          <p:cNvSpPr/>
          <p:nvPr/>
        </p:nvSpPr>
        <p:spPr>
          <a:xfrm>
            <a:off x="6103073" y="1742341"/>
            <a:ext cx="4109074" cy="923330"/>
          </a:xfrm>
          <a:prstGeom prst="rect">
            <a:avLst/>
          </a:prstGeom>
          <a:noFill/>
        </p:spPr>
        <p:txBody>
          <a:bodyPr wrap="none" lIns="91440" tIns="45720" rIns="91440" bIns="45720">
            <a:spAutoFit/>
          </a:bodyPr>
          <a:lstStyle/>
          <a:p>
            <a:pPr algn="ctr"/>
            <a:r>
              <a:rPr lang="en-US" sz="5400" b="0" cap="none" spc="0">
                <a:ln w="0"/>
                <a:solidFill>
                  <a:srgbClr val="7030A0"/>
                </a:solidFill>
                <a:effectLst>
                  <a:outerShdw blurRad="38100" dist="19050" dir="2700000" algn="tl" rotWithShape="0">
                    <a:schemeClr val="dk1">
                      <a:alpha val="40000"/>
                    </a:schemeClr>
                  </a:outerShdw>
                </a:effectLst>
              </a:rPr>
              <a:t>Cyber Attack</a:t>
            </a:r>
          </a:p>
        </p:txBody>
      </p:sp>
      <p:sp>
        <p:nvSpPr>
          <p:cNvPr id="10" name="Rectangle 9">
            <a:extLst>
              <a:ext uri="{FF2B5EF4-FFF2-40B4-BE49-F238E27FC236}">
                <a16:creationId xmlns:a16="http://schemas.microsoft.com/office/drawing/2014/main" id="{F554AAC4-A2C4-B520-6004-CB3B635EF340}"/>
              </a:ext>
            </a:extLst>
          </p:cNvPr>
          <p:cNvSpPr/>
          <p:nvPr/>
        </p:nvSpPr>
        <p:spPr>
          <a:xfrm>
            <a:off x="2576142" y="2556470"/>
            <a:ext cx="6494086" cy="923330"/>
          </a:xfrm>
          <a:prstGeom prst="rect">
            <a:avLst/>
          </a:prstGeom>
          <a:noFill/>
        </p:spPr>
        <p:txBody>
          <a:bodyPr wrap="none" lIns="91440" tIns="45720" rIns="91440" bIns="45720">
            <a:spAutoFit/>
          </a:bodyPr>
          <a:lstStyle/>
          <a:p>
            <a:pPr algn="ctr"/>
            <a:r>
              <a:rPr lang="en-US" sz="5400" b="0" cap="none" spc="0">
                <a:ln w="0"/>
                <a:solidFill>
                  <a:srgbClr val="0070C0"/>
                </a:solidFill>
                <a:effectLst>
                  <a:outerShdw blurRad="38100" dist="19050" dir="2700000" algn="tl" rotWithShape="0">
                    <a:schemeClr val="dk1">
                      <a:alpha val="40000"/>
                    </a:schemeClr>
                  </a:outerShdw>
                </a:effectLst>
              </a:rPr>
              <a:t>Internet Connectivity</a:t>
            </a:r>
          </a:p>
        </p:txBody>
      </p:sp>
      <p:sp>
        <p:nvSpPr>
          <p:cNvPr id="11" name="Rectangle 10">
            <a:extLst>
              <a:ext uri="{FF2B5EF4-FFF2-40B4-BE49-F238E27FC236}">
                <a16:creationId xmlns:a16="http://schemas.microsoft.com/office/drawing/2014/main" id="{C1F614D4-000A-732B-172C-C5ABCE8C6FBA}"/>
              </a:ext>
            </a:extLst>
          </p:cNvPr>
          <p:cNvSpPr/>
          <p:nvPr/>
        </p:nvSpPr>
        <p:spPr>
          <a:xfrm>
            <a:off x="3630277" y="3600346"/>
            <a:ext cx="3262433" cy="923330"/>
          </a:xfrm>
          <a:prstGeom prst="rect">
            <a:avLst/>
          </a:prstGeom>
          <a:noFill/>
        </p:spPr>
        <p:txBody>
          <a:bodyPr wrap="none" lIns="91440" tIns="45720" rIns="91440" bIns="45720">
            <a:spAutoFit/>
          </a:bodyPr>
          <a:lstStyle/>
          <a:p>
            <a:pPr algn="ctr"/>
            <a:r>
              <a:rPr lang="en-US" sz="5400" b="0" cap="none" spc="0">
                <a:ln w="0"/>
                <a:solidFill>
                  <a:schemeClr val="accent6"/>
                </a:solidFill>
                <a:effectLst>
                  <a:outerShdw blurRad="38100" dist="19050" dir="2700000" algn="tl" rotWithShape="0">
                    <a:schemeClr val="dk1">
                      <a:alpha val="40000"/>
                    </a:schemeClr>
                  </a:outerShdw>
                </a:effectLst>
              </a:rPr>
              <a:t>Pandemic</a:t>
            </a:r>
          </a:p>
        </p:txBody>
      </p:sp>
      <p:sp>
        <p:nvSpPr>
          <p:cNvPr id="12" name="Rectangle 11">
            <a:extLst>
              <a:ext uri="{FF2B5EF4-FFF2-40B4-BE49-F238E27FC236}">
                <a16:creationId xmlns:a16="http://schemas.microsoft.com/office/drawing/2014/main" id="{63602155-32DC-CECB-F687-138CB081BBE5}"/>
              </a:ext>
            </a:extLst>
          </p:cNvPr>
          <p:cNvSpPr/>
          <p:nvPr/>
        </p:nvSpPr>
        <p:spPr>
          <a:xfrm>
            <a:off x="7025797" y="3455749"/>
            <a:ext cx="4685898" cy="923330"/>
          </a:xfrm>
          <a:prstGeom prst="rect">
            <a:avLst/>
          </a:prstGeom>
          <a:noFill/>
        </p:spPr>
        <p:txBody>
          <a:bodyPr wrap="none" lIns="91440" tIns="45720" rIns="91440" bIns="45720">
            <a:spAutoFit/>
          </a:bodyPr>
          <a:lstStyle/>
          <a:p>
            <a:pPr algn="ctr"/>
            <a:r>
              <a:rPr lang="en-US" sz="5400" b="0" cap="none" spc="0">
                <a:ln w="0"/>
                <a:solidFill>
                  <a:schemeClr val="accent2"/>
                </a:solidFill>
                <a:effectLst>
                  <a:outerShdw blurRad="38100" dist="19050" dir="2700000" algn="tl" rotWithShape="0">
                    <a:schemeClr val="dk1">
                      <a:alpha val="40000"/>
                    </a:schemeClr>
                  </a:outerShdw>
                </a:effectLst>
              </a:rPr>
              <a:t>Political unrest</a:t>
            </a:r>
          </a:p>
        </p:txBody>
      </p:sp>
    </p:spTree>
    <p:extLst>
      <p:ext uri="{BB962C8B-B14F-4D97-AF65-F5344CB8AC3E}">
        <p14:creationId xmlns:p14="http://schemas.microsoft.com/office/powerpoint/2010/main" val="140906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3000" fill="hold"/>
                                        <p:tgtEl>
                                          <p:spTgt spid="6"/>
                                        </p:tgtEl>
                                        <p:attrNameLst>
                                          <p:attrName>ppt_w</p:attrName>
                                        </p:attrNameLst>
                                      </p:cBhvr>
                                      <p:tavLst>
                                        <p:tav tm="0">
                                          <p:val>
                                            <p:fltVal val="0"/>
                                          </p:val>
                                        </p:tav>
                                        <p:tav tm="100000">
                                          <p:val>
                                            <p:strVal val="#ppt_w"/>
                                          </p:val>
                                        </p:tav>
                                      </p:tavLst>
                                    </p:anim>
                                    <p:anim calcmode="lin" valueType="num">
                                      <p:cBhvr>
                                        <p:cTn id="8" dur="3000" fill="hold"/>
                                        <p:tgtEl>
                                          <p:spTgt spid="6"/>
                                        </p:tgtEl>
                                        <p:attrNameLst>
                                          <p:attrName>ppt_h</p:attrName>
                                        </p:attrNameLst>
                                      </p:cBhvr>
                                      <p:tavLst>
                                        <p:tav tm="0">
                                          <p:val>
                                            <p:fltVal val="0"/>
                                          </p:val>
                                        </p:tav>
                                        <p:tav tm="100000">
                                          <p:val>
                                            <p:strVal val="#ppt_h"/>
                                          </p:val>
                                        </p:tav>
                                      </p:tavLst>
                                    </p:anim>
                                    <p:animEffect transition="in" filter="fade">
                                      <p:cBhvr>
                                        <p:cTn id="9" dur="30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3000" fill="hold"/>
                                        <p:tgtEl>
                                          <p:spTgt spid="7"/>
                                        </p:tgtEl>
                                        <p:attrNameLst>
                                          <p:attrName>ppt_w</p:attrName>
                                        </p:attrNameLst>
                                      </p:cBhvr>
                                      <p:tavLst>
                                        <p:tav tm="0">
                                          <p:val>
                                            <p:fltVal val="0"/>
                                          </p:val>
                                        </p:tav>
                                        <p:tav tm="100000">
                                          <p:val>
                                            <p:strVal val="#ppt_w"/>
                                          </p:val>
                                        </p:tav>
                                      </p:tavLst>
                                    </p:anim>
                                    <p:anim calcmode="lin" valueType="num">
                                      <p:cBhvr>
                                        <p:cTn id="13" dur="3000" fill="hold"/>
                                        <p:tgtEl>
                                          <p:spTgt spid="7"/>
                                        </p:tgtEl>
                                        <p:attrNameLst>
                                          <p:attrName>ppt_h</p:attrName>
                                        </p:attrNameLst>
                                      </p:cBhvr>
                                      <p:tavLst>
                                        <p:tav tm="0">
                                          <p:val>
                                            <p:fltVal val="0"/>
                                          </p:val>
                                        </p:tav>
                                        <p:tav tm="100000">
                                          <p:val>
                                            <p:strVal val="#ppt_h"/>
                                          </p:val>
                                        </p:tav>
                                      </p:tavLst>
                                    </p:anim>
                                    <p:animEffect transition="in" filter="fade">
                                      <p:cBhvr>
                                        <p:cTn id="14" dur="30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3000" fill="hold"/>
                                        <p:tgtEl>
                                          <p:spTgt spid="12"/>
                                        </p:tgtEl>
                                        <p:attrNameLst>
                                          <p:attrName>ppt_w</p:attrName>
                                        </p:attrNameLst>
                                      </p:cBhvr>
                                      <p:tavLst>
                                        <p:tav tm="0">
                                          <p:val>
                                            <p:fltVal val="0"/>
                                          </p:val>
                                        </p:tav>
                                        <p:tav tm="100000">
                                          <p:val>
                                            <p:strVal val="#ppt_w"/>
                                          </p:val>
                                        </p:tav>
                                      </p:tavLst>
                                    </p:anim>
                                    <p:anim calcmode="lin" valueType="num">
                                      <p:cBhvr>
                                        <p:cTn id="18" dur="3000" fill="hold"/>
                                        <p:tgtEl>
                                          <p:spTgt spid="12"/>
                                        </p:tgtEl>
                                        <p:attrNameLst>
                                          <p:attrName>ppt_h</p:attrName>
                                        </p:attrNameLst>
                                      </p:cBhvr>
                                      <p:tavLst>
                                        <p:tav tm="0">
                                          <p:val>
                                            <p:fltVal val="0"/>
                                          </p:val>
                                        </p:tav>
                                        <p:tav tm="100000">
                                          <p:val>
                                            <p:strVal val="#ppt_h"/>
                                          </p:val>
                                        </p:tav>
                                      </p:tavLst>
                                    </p:anim>
                                    <p:animEffect transition="in" filter="fade">
                                      <p:cBhvr>
                                        <p:cTn id="19" dur="3000"/>
                                        <p:tgtEl>
                                          <p:spTgt spid="1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3000" fill="hold"/>
                                        <p:tgtEl>
                                          <p:spTgt spid="10"/>
                                        </p:tgtEl>
                                        <p:attrNameLst>
                                          <p:attrName>ppt_w</p:attrName>
                                        </p:attrNameLst>
                                      </p:cBhvr>
                                      <p:tavLst>
                                        <p:tav tm="0">
                                          <p:val>
                                            <p:fltVal val="0"/>
                                          </p:val>
                                        </p:tav>
                                        <p:tav tm="100000">
                                          <p:val>
                                            <p:strVal val="#ppt_w"/>
                                          </p:val>
                                        </p:tav>
                                      </p:tavLst>
                                    </p:anim>
                                    <p:anim calcmode="lin" valueType="num">
                                      <p:cBhvr>
                                        <p:cTn id="23" dur="3000" fill="hold"/>
                                        <p:tgtEl>
                                          <p:spTgt spid="10"/>
                                        </p:tgtEl>
                                        <p:attrNameLst>
                                          <p:attrName>ppt_h</p:attrName>
                                        </p:attrNameLst>
                                      </p:cBhvr>
                                      <p:tavLst>
                                        <p:tav tm="0">
                                          <p:val>
                                            <p:fltVal val="0"/>
                                          </p:val>
                                        </p:tav>
                                        <p:tav tm="100000">
                                          <p:val>
                                            <p:strVal val="#ppt_h"/>
                                          </p:val>
                                        </p:tav>
                                      </p:tavLst>
                                    </p:anim>
                                    <p:animEffect transition="in" filter="fade">
                                      <p:cBhvr>
                                        <p:cTn id="24" dur="3000"/>
                                        <p:tgtEl>
                                          <p:spTgt spid="1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3000" fill="hold"/>
                                        <p:tgtEl>
                                          <p:spTgt spid="9"/>
                                        </p:tgtEl>
                                        <p:attrNameLst>
                                          <p:attrName>ppt_w</p:attrName>
                                        </p:attrNameLst>
                                      </p:cBhvr>
                                      <p:tavLst>
                                        <p:tav tm="0">
                                          <p:val>
                                            <p:fltVal val="0"/>
                                          </p:val>
                                        </p:tav>
                                        <p:tav tm="100000">
                                          <p:val>
                                            <p:strVal val="#ppt_w"/>
                                          </p:val>
                                        </p:tav>
                                      </p:tavLst>
                                    </p:anim>
                                    <p:anim calcmode="lin" valueType="num">
                                      <p:cBhvr>
                                        <p:cTn id="28" dur="3000" fill="hold"/>
                                        <p:tgtEl>
                                          <p:spTgt spid="9"/>
                                        </p:tgtEl>
                                        <p:attrNameLst>
                                          <p:attrName>ppt_h</p:attrName>
                                        </p:attrNameLst>
                                      </p:cBhvr>
                                      <p:tavLst>
                                        <p:tav tm="0">
                                          <p:val>
                                            <p:fltVal val="0"/>
                                          </p:val>
                                        </p:tav>
                                        <p:tav tm="100000">
                                          <p:val>
                                            <p:strVal val="#ppt_h"/>
                                          </p:val>
                                        </p:tav>
                                      </p:tavLst>
                                    </p:anim>
                                    <p:animEffect transition="in" filter="fade">
                                      <p:cBhvr>
                                        <p:cTn id="29" dur="30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3000" fill="hold"/>
                                        <p:tgtEl>
                                          <p:spTgt spid="8"/>
                                        </p:tgtEl>
                                        <p:attrNameLst>
                                          <p:attrName>ppt_w</p:attrName>
                                        </p:attrNameLst>
                                      </p:cBhvr>
                                      <p:tavLst>
                                        <p:tav tm="0">
                                          <p:val>
                                            <p:fltVal val="0"/>
                                          </p:val>
                                        </p:tav>
                                        <p:tav tm="100000">
                                          <p:val>
                                            <p:strVal val="#ppt_w"/>
                                          </p:val>
                                        </p:tav>
                                      </p:tavLst>
                                    </p:anim>
                                    <p:anim calcmode="lin" valueType="num">
                                      <p:cBhvr>
                                        <p:cTn id="33" dur="3000" fill="hold"/>
                                        <p:tgtEl>
                                          <p:spTgt spid="8"/>
                                        </p:tgtEl>
                                        <p:attrNameLst>
                                          <p:attrName>ppt_h</p:attrName>
                                        </p:attrNameLst>
                                      </p:cBhvr>
                                      <p:tavLst>
                                        <p:tav tm="0">
                                          <p:val>
                                            <p:fltVal val="0"/>
                                          </p:val>
                                        </p:tav>
                                        <p:tav tm="100000">
                                          <p:val>
                                            <p:strVal val="#ppt_h"/>
                                          </p:val>
                                        </p:tav>
                                      </p:tavLst>
                                    </p:anim>
                                    <p:animEffect transition="in" filter="fade">
                                      <p:cBhvr>
                                        <p:cTn id="34" dur="30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3000" fill="hold"/>
                                        <p:tgtEl>
                                          <p:spTgt spid="11"/>
                                        </p:tgtEl>
                                        <p:attrNameLst>
                                          <p:attrName>ppt_w</p:attrName>
                                        </p:attrNameLst>
                                      </p:cBhvr>
                                      <p:tavLst>
                                        <p:tav tm="0">
                                          <p:val>
                                            <p:fltVal val="0"/>
                                          </p:val>
                                        </p:tav>
                                        <p:tav tm="100000">
                                          <p:val>
                                            <p:strVal val="#ppt_w"/>
                                          </p:val>
                                        </p:tav>
                                      </p:tavLst>
                                    </p:anim>
                                    <p:anim calcmode="lin" valueType="num">
                                      <p:cBhvr>
                                        <p:cTn id="38" dur="3000" fill="hold"/>
                                        <p:tgtEl>
                                          <p:spTgt spid="11"/>
                                        </p:tgtEl>
                                        <p:attrNameLst>
                                          <p:attrName>ppt_h</p:attrName>
                                        </p:attrNameLst>
                                      </p:cBhvr>
                                      <p:tavLst>
                                        <p:tav tm="0">
                                          <p:val>
                                            <p:fltVal val="0"/>
                                          </p:val>
                                        </p:tav>
                                        <p:tav tm="100000">
                                          <p:val>
                                            <p:strVal val="#ppt_h"/>
                                          </p:val>
                                        </p:tav>
                                      </p:tavLst>
                                    </p:anim>
                                    <p:animEffect transition="in" filter="fade">
                                      <p:cBhvr>
                                        <p:cTn id="39" dur="30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6" grpId="0"/>
      <p:bldP spid="7" grpId="0"/>
      <p:bldP spid="8" grpId="0"/>
      <p:bldP spid="9" grpId="0"/>
      <p:bldP spid="10"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DD151F5E-1BBD-4DE0-A33A-B394C3D403B1}" type="slidenum">
              <a:rPr lang="en-IN" sz="1200" b="0" strike="noStrike" spc="-1">
                <a:solidFill>
                  <a:srgbClr val="8B8B8B"/>
                </a:solidFill>
                <a:latin typeface="Calibri"/>
                <a:ea typeface="DejaVu Sans"/>
              </a:rPr>
              <a:t>24</a:t>
            </a:fld>
            <a:endParaRPr lang="en-IN" sz="1200" b="0" strike="noStrike" spc="-1">
              <a:latin typeface="Times New Roman"/>
            </a:endParaRPr>
          </a:p>
        </p:txBody>
      </p:sp>
      <p:sp>
        <p:nvSpPr>
          <p:cNvPr id="245" name="TextBox 6"/>
          <p:cNvSpPr/>
          <p:nvPr/>
        </p:nvSpPr>
        <p:spPr>
          <a:xfrm>
            <a:off x="360000" y="540000"/>
            <a:ext cx="6093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IN" sz="2800" b="0" strike="noStrike" spc="-12">
                <a:solidFill>
                  <a:srgbClr val="1A237E"/>
                </a:solidFill>
                <a:latin typeface="Calibri"/>
                <a:ea typeface="DejaVu Sans"/>
              </a:rPr>
              <a:t>NDA – Non Disclosure Agreement</a:t>
            </a:r>
            <a:endParaRPr lang="en-IN" sz="2800" b="0" strike="noStrike" spc="-1">
              <a:latin typeface="Arial"/>
            </a:endParaRPr>
          </a:p>
        </p:txBody>
      </p:sp>
      <p:pic>
        <p:nvPicPr>
          <p:cNvPr id="2050" name="Picture 2" descr="Don't Forget to Remember – Cruciform Church of Christ">
            <a:extLst>
              <a:ext uri="{FF2B5EF4-FFF2-40B4-BE49-F238E27FC236}">
                <a16:creationId xmlns:a16="http://schemas.microsoft.com/office/drawing/2014/main" id="{09BF3EEF-0917-7462-3C52-46E214F38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630" y="1419225"/>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295B8B6-5266-75EC-B1CC-A4DCC1DE3311}"/>
              </a:ext>
            </a:extLst>
          </p:cNvPr>
          <p:cNvSpPr txBox="1"/>
          <p:nvPr/>
        </p:nvSpPr>
        <p:spPr>
          <a:xfrm>
            <a:off x="7400924" y="4953065"/>
            <a:ext cx="4314825" cy="954107"/>
          </a:xfrm>
          <a:prstGeom prst="rect">
            <a:avLst/>
          </a:prstGeom>
          <a:noFill/>
        </p:spPr>
        <p:txBody>
          <a:bodyPr wrap="square">
            <a:spAutoFit/>
          </a:bodyPr>
          <a:lstStyle/>
          <a:p>
            <a:pPr algn="ctr"/>
            <a:r>
              <a:rPr lang="en-IN" sz="2800" b="1" strike="noStrike" spc="-12">
                <a:solidFill>
                  <a:srgbClr val="0070C0"/>
                </a:solidFill>
                <a:latin typeface="Calibri"/>
                <a:ea typeface="DejaVu Sans"/>
              </a:rPr>
              <a:t>You have signed </a:t>
            </a:r>
          </a:p>
          <a:p>
            <a:pPr algn="ctr"/>
            <a:r>
              <a:rPr lang="en-IN" sz="2800" b="1" strike="noStrike" spc="-12">
                <a:solidFill>
                  <a:srgbClr val="0070C0"/>
                </a:solidFill>
                <a:latin typeface="Calibri"/>
                <a:ea typeface="DejaVu Sans"/>
              </a:rPr>
              <a:t>Non Disclosure Agreement</a:t>
            </a:r>
            <a:endParaRPr lang="en-IN" sz="2800" b="1">
              <a:solidFill>
                <a:srgbClr val="0070C0"/>
              </a:solidFill>
            </a:endParaRPr>
          </a:p>
        </p:txBody>
      </p:sp>
      <p:pic>
        <p:nvPicPr>
          <p:cNvPr id="5" name="Picture 4">
            <a:extLst>
              <a:ext uri="{FF2B5EF4-FFF2-40B4-BE49-F238E27FC236}">
                <a16:creationId xmlns:a16="http://schemas.microsoft.com/office/drawing/2014/main" id="{78238B03-0444-C368-F05C-3EAFFCC4E689}"/>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val="0"/>
              </a:ext>
            </a:extLst>
          </a:blip>
          <a:srcRect l="6894" r="29376"/>
          <a:stretch/>
        </p:blipFill>
        <p:spPr>
          <a:xfrm>
            <a:off x="476251" y="1193799"/>
            <a:ext cx="6242049" cy="5509391"/>
          </a:xfrm>
          <a:prstGeom prst="flowChartDocument">
            <a:avLst/>
          </a:prstGeom>
          <a:effectLst>
            <a:outerShdw blurRad="482600" dist="279400" dir="8100000" algn="tr" rotWithShape="0">
              <a:prstClr val="black">
                <a:alpha val="40000"/>
              </a:prstClr>
            </a:outerShdw>
          </a:effectLst>
        </p:spPr>
      </p:pic>
    </p:spTree>
    <p:extLst>
      <p:ext uri="{BB962C8B-B14F-4D97-AF65-F5344CB8AC3E}">
        <p14:creationId xmlns:p14="http://schemas.microsoft.com/office/powerpoint/2010/main" val="319787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DD151F5E-1BBD-4DE0-A33A-B394C3D403B1}" type="slidenum">
              <a:rPr lang="en-IN" sz="1200" b="0" strike="noStrike" spc="-1">
                <a:solidFill>
                  <a:srgbClr val="8B8B8B"/>
                </a:solidFill>
                <a:latin typeface="Calibri"/>
                <a:ea typeface="DejaVu Sans"/>
              </a:rPr>
              <a:t>25</a:t>
            </a:fld>
            <a:endParaRPr lang="en-IN" sz="1200" b="0" strike="noStrike" spc="-1">
              <a:latin typeface="Times New Roman"/>
            </a:endParaRPr>
          </a:p>
        </p:txBody>
      </p:sp>
      <p:sp>
        <p:nvSpPr>
          <p:cNvPr id="245" name="TextBox 6"/>
          <p:cNvSpPr/>
          <p:nvPr/>
        </p:nvSpPr>
        <p:spPr>
          <a:xfrm>
            <a:off x="360000" y="540000"/>
            <a:ext cx="6093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IN" sz="2800" b="0" strike="noStrike" spc="-12">
                <a:solidFill>
                  <a:srgbClr val="1A237E"/>
                </a:solidFill>
                <a:latin typeface="Calibri"/>
                <a:ea typeface="DejaVu Sans"/>
              </a:rPr>
              <a:t>Disciplinary Policy</a:t>
            </a:r>
            <a:endParaRPr lang="en-IN" sz="2800" b="0" strike="noStrike" spc="-1">
              <a:latin typeface="Arial"/>
            </a:endParaRPr>
          </a:p>
        </p:txBody>
      </p:sp>
      <p:graphicFrame>
        <p:nvGraphicFramePr>
          <p:cNvPr id="7" name="Table 6">
            <a:extLst>
              <a:ext uri="{FF2B5EF4-FFF2-40B4-BE49-F238E27FC236}">
                <a16:creationId xmlns:a16="http://schemas.microsoft.com/office/drawing/2014/main" id="{B547720B-12D1-6097-5AAF-F85CC3D0E1B9}"/>
              </a:ext>
            </a:extLst>
          </p:cNvPr>
          <p:cNvGraphicFramePr>
            <a:graphicFrameLocks noGrp="1"/>
          </p:cNvGraphicFramePr>
          <p:nvPr>
            <p:extLst>
              <p:ext uri="{D42A27DB-BD31-4B8C-83A1-F6EECF244321}">
                <p14:modId xmlns:p14="http://schemas.microsoft.com/office/powerpoint/2010/main" val="667468391"/>
              </p:ext>
            </p:extLst>
          </p:nvPr>
        </p:nvGraphicFramePr>
        <p:xfrm>
          <a:off x="472965" y="1324302"/>
          <a:ext cx="11303875" cy="5163206"/>
        </p:xfrm>
        <a:graphic>
          <a:graphicData uri="http://schemas.openxmlformats.org/drawingml/2006/table">
            <a:tbl>
              <a:tblPr/>
              <a:tblGrid>
                <a:gridCol w="760350">
                  <a:extLst>
                    <a:ext uri="{9D8B030D-6E8A-4147-A177-3AD203B41FA5}">
                      <a16:colId xmlns:a16="http://schemas.microsoft.com/office/drawing/2014/main" val="3504823356"/>
                    </a:ext>
                  </a:extLst>
                </a:gridCol>
                <a:gridCol w="6049010">
                  <a:extLst>
                    <a:ext uri="{9D8B030D-6E8A-4147-A177-3AD203B41FA5}">
                      <a16:colId xmlns:a16="http://schemas.microsoft.com/office/drawing/2014/main" val="317764017"/>
                    </a:ext>
                  </a:extLst>
                </a:gridCol>
                <a:gridCol w="4494515">
                  <a:extLst>
                    <a:ext uri="{9D8B030D-6E8A-4147-A177-3AD203B41FA5}">
                      <a16:colId xmlns:a16="http://schemas.microsoft.com/office/drawing/2014/main" val="3246195630"/>
                    </a:ext>
                  </a:extLst>
                </a:gridCol>
              </a:tblGrid>
              <a:tr h="276259">
                <a:tc>
                  <a:txBody>
                    <a:bodyPr/>
                    <a:lstStyle/>
                    <a:p>
                      <a:pPr algn="l" fontAlgn="ctr"/>
                      <a:r>
                        <a:rPr lang="en-IN" sz="1600" b="1" i="0" u="none" strike="noStrike">
                          <a:solidFill>
                            <a:srgbClr val="000000"/>
                          </a:solidFill>
                          <a:effectLst/>
                          <a:highlight>
                            <a:srgbClr val="DDEBF7"/>
                          </a:highlight>
                          <a:latin typeface="Calibri" panose="020F0502020204030204" pitchFamily="34" charset="0"/>
                        </a:rPr>
                        <a:t>Level</a:t>
                      </a:r>
                      <a:r>
                        <a:rPr lang="en-IN" sz="1600" b="0" i="0" u="none" strike="noStrike">
                          <a:solidFill>
                            <a:srgbClr val="000000"/>
                          </a:solidFill>
                          <a:effectLst/>
                          <a:highlight>
                            <a:srgbClr val="DDEBF7"/>
                          </a:highlight>
                          <a:latin typeface="Calibri" panose="020F0502020204030204" pitchFamily="34" charset="0"/>
                        </a:rPr>
                        <a:t> </a:t>
                      </a:r>
                      <a:endParaRPr lang="en-IN" sz="1600" b="1" i="0" u="none" strike="noStrike">
                        <a:solidFill>
                          <a:srgbClr val="000000"/>
                        </a:solidFill>
                        <a:effectLst/>
                        <a:highlight>
                          <a:srgbClr val="DDEBF7"/>
                        </a:highlight>
                        <a:latin typeface="Calibri" panose="020F0502020204030204" pitchFamily="34" charset="0"/>
                      </a:endParaRP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DDEBF7"/>
                    </a:solidFill>
                  </a:tcPr>
                </a:tc>
                <a:tc>
                  <a:txBody>
                    <a:bodyPr/>
                    <a:lstStyle/>
                    <a:p>
                      <a:pPr algn="l" fontAlgn="ctr"/>
                      <a:r>
                        <a:rPr lang="en-IN" sz="1600" b="1" i="0" u="none" strike="noStrike">
                          <a:solidFill>
                            <a:srgbClr val="000000"/>
                          </a:solidFill>
                          <a:effectLst/>
                          <a:highlight>
                            <a:srgbClr val="DDEBF7"/>
                          </a:highlight>
                          <a:latin typeface="Calibri" panose="020F0502020204030204" pitchFamily="34" charset="0"/>
                        </a:rPr>
                        <a:t>Definition</a:t>
                      </a:r>
                      <a:r>
                        <a:rPr lang="en-IN" sz="1600" b="0" i="0" u="none" strike="noStrike">
                          <a:solidFill>
                            <a:srgbClr val="000000"/>
                          </a:solidFill>
                          <a:effectLst/>
                          <a:highlight>
                            <a:srgbClr val="DDEBF7"/>
                          </a:highlight>
                          <a:latin typeface="Calibri" panose="020F0502020204030204" pitchFamily="34" charset="0"/>
                        </a:rPr>
                        <a:t> </a:t>
                      </a:r>
                      <a:endParaRPr lang="en-IN" sz="1600" b="1" i="0" u="none" strike="noStrike">
                        <a:solidFill>
                          <a:srgbClr val="000000"/>
                        </a:solidFill>
                        <a:effectLst/>
                        <a:highlight>
                          <a:srgbClr val="DDEBF7"/>
                        </a:highlight>
                        <a:latin typeface="Calibri" panose="020F0502020204030204" pitchFamily="34" charset="0"/>
                      </a:endParaRP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DDEBF7"/>
                    </a:solidFill>
                  </a:tcPr>
                </a:tc>
                <a:tc>
                  <a:txBody>
                    <a:bodyPr/>
                    <a:lstStyle/>
                    <a:p>
                      <a:pPr algn="l" fontAlgn="ctr"/>
                      <a:r>
                        <a:rPr lang="en-IN" sz="1600" b="1" i="0" u="none" strike="noStrike">
                          <a:solidFill>
                            <a:srgbClr val="000000"/>
                          </a:solidFill>
                          <a:effectLst/>
                          <a:highlight>
                            <a:srgbClr val="DDEBF7"/>
                          </a:highlight>
                          <a:latin typeface="Calibri" panose="020F0502020204030204" pitchFamily="34" charset="0"/>
                        </a:rPr>
                        <a:t>Probable disciplinary measures</a:t>
                      </a:r>
                      <a:r>
                        <a:rPr lang="en-IN" sz="1600" b="0" i="0" u="none" strike="noStrike">
                          <a:solidFill>
                            <a:srgbClr val="000000"/>
                          </a:solidFill>
                          <a:effectLst/>
                          <a:highlight>
                            <a:srgbClr val="DDEBF7"/>
                          </a:highlight>
                          <a:latin typeface="Calibri" panose="020F0502020204030204" pitchFamily="34" charset="0"/>
                        </a:rPr>
                        <a:t> </a:t>
                      </a:r>
                      <a:endParaRPr lang="en-IN" sz="1600" b="1" i="0" u="none" strike="noStrike">
                        <a:solidFill>
                          <a:srgbClr val="000000"/>
                        </a:solidFill>
                        <a:effectLst/>
                        <a:highlight>
                          <a:srgbClr val="DDEBF7"/>
                        </a:highlight>
                        <a:latin typeface="Calibri" panose="020F0502020204030204" pitchFamily="34" charset="0"/>
                      </a:endParaRP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solidFill>
                      <a:srgbClr val="DDEBF7"/>
                    </a:solidFill>
                  </a:tcPr>
                </a:tc>
                <a:extLst>
                  <a:ext uri="{0D108BD9-81ED-4DB2-BD59-A6C34878D82A}">
                    <a16:rowId xmlns:a16="http://schemas.microsoft.com/office/drawing/2014/main" val="1041106529"/>
                  </a:ext>
                </a:extLst>
              </a:tr>
              <a:tr h="828780">
                <a:tc>
                  <a:txBody>
                    <a:bodyPr/>
                    <a:lstStyle/>
                    <a:p>
                      <a:pPr algn="ctr" fontAlgn="ctr"/>
                      <a:r>
                        <a:rPr lang="en-IN" sz="1800" b="1" i="0" u="none" strike="noStrike">
                          <a:solidFill>
                            <a:srgbClr val="000000"/>
                          </a:solidFill>
                          <a:effectLst/>
                          <a:latin typeface="Calibri" panose="020F0502020204030204" pitchFamily="34" charset="0"/>
                        </a:rPr>
                        <a:t>L1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Any act that is not in line with the general code of conduct that constitutes good corporate behavior including </a:t>
                      </a:r>
                      <a:r>
                        <a:rPr lang="en-US" sz="1600" b="0" i="0" u="none" strike="noStrike">
                          <a:solidFill>
                            <a:srgbClr val="C00000"/>
                          </a:solidFill>
                          <a:effectLst/>
                          <a:latin typeface="Calibri" panose="020F0502020204030204" pitchFamily="34" charset="0"/>
                        </a:rPr>
                        <a:t>violation of information security policy or procedure</a:t>
                      </a:r>
                      <a:r>
                        <a:rPr lang="en-US" sz="1600" b="0" i="0" u="none" strike="noStrike">
                          <a:solidFill>
                            <a:srgbClr val="000000"/>
                          </a:solidFill>
                          <a:effectLst/>
                          <a:latin typeface="Calibri" panose="020F0502020204030204" pitchFamily="34" charset="0"/>
                        </a:rPr>
                        <a:t>.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IN" sz="1600" b="0" i="0" u="none" strike="noStrike">
                          <a:solidFill>
                            <a:srgbClr val="000000"/>
                          </a:solidFill>
                          <a:effectLst/>
                          <a:latin typeface="Calibri" panose="020F0502020204030204" pitchFamily="34" charset="0"/>
                        </a:rPr>
                        <a:t>Written warning through mail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4113167600"/>
                  </a:ext>
                </a:extLst>
              </a:tr>
              <a:tr h="1848085">
                <a:tc>
                  <a:txBody>
                    <a:bodyPr/>
                    <a:lstStyle/>
                    <a:p>
                      <a:pPr algn="ctr" fontAlgn="ctr"/>
                      <a:r>
                        <a:rPr lang="en-IN" sz="1800" b="1" i="0" u="none" strike="noStrike">
                          <a:solidFill>
                            <a:srgbClr val="000000"/>
                          </a:solidFill>
                          <a:effectLst/>
                          <a:latin typeface="Calibri" panose="020F0502020204030204" pitchFamily="34" charset="0"/>
                        </a:rPr>
                        <a:t>L2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Misconducts that has serious consequences but done unintentionally or one of incident or the frequent occurrences of incidents which do not have serious consequences, but does not comply with the expectations of Jasmin or Jasmin policies and/or Failure to take corrective action on level 1 warning and/or information security  policy violations or security breach which </a:t>
                      </a:r>
                      <a:r>
                        <a:rPr lang="en-US" sz="1600" b="0" i="0" u="none" strike="noStrike">
                          <a:solidFill>
                            <a:srgbClr val="C00000"/>
                          </a:solidFill>
                          <a:effectLst/>
                          <a:latin typeface="Calibri" panose="020F0502020204030204" pitchFamily="34" charset="0"/>
                        </a:rPr>
                        <a:t>has less financial loss or potential for Jasmin’s image loss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marL="0" indent="0" algn="l" fontAlgn="ctr">
                        <a:buFont typeface="Arial" panose="020B0604020202020204" pitchFamily="34" charset="0"/>
                        <a:buNone/>
                      </a:pPr>
                      <a:r>
                        <a:rPr lang="en-US" sz="1600" b="0" i="0" u="none" strike="noStrike">
                          <a:solidFill>
                            <a:srgbClr val="000000"/>
                          </a:solidFill>
                          <a:effectLst/>
                          <a:latin typeface="Calibri" panose="020F0502020204030204" pitchFamily="34" charset="0"/>
                        </a:rPr>
                        <a:t>* Written warning and any or combination of the following</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Withholding promotion</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Withholding of certificates, monetary dues from company’s side</a:t>
                      </a:r>
                      <a:br>
                        <a:rPr lang="en-US" sz="1600" b="0" i="0" u="none" strike="noStrike">
                          <a:solidFill>
                            <a:srgbClr val="000000"/>
                          </a:solidFill>
                          <a:effectLst/>
                          <a:latin typeface="Calibri" panose="020F0502020204030204" pitchFamily="34" charset="0"/>
                        </a:rPr>
                      </a:br>
                      <a:r>
                        <a:rPr lang="en-US" sz="1600" b="0" i="0" u="none" strike="noStrike">
                          <a:solidFill>
                            <a:srgbClr val="000000"/>
                          </a:solidFill>
                          <a:effectLst/>
                          <a:latin typeface="Calibri" panose="020F0502020204030204" pitchFamily="34" charset="0"/>
                        </a:rPr>
                        <a:t>* With holding onsite opportunity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3658298712"/>
                  </a:ext>
                </a:extLst>
              </a:tr>
              <a:tr h="2210082">
                <a:tc>
                  <a:txBody>
                    <a:bodyPr/>
                    <a:lstStyle/>
                    <a:p>
                      <a:pPr algn="ctr" fontAlgn="ctr"/>
                      <a:r>
                        <a:rPr lang="en-IN" sz="1800" b="1" i="0" u="none" strike="noStrike">
                          <a:solidFill>
                            <a:srgbClr val="000000"/>
                          </a:solidFill>
                          <a:effectLst/>
                          <a:latin typeface="Calibri" panose="020F0502020204030204" pitchFamily="34" charset="0"/>
                        </a:rPr>
                        <a:t>L3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Serious misconduct wherein the delinquent associate has been found to have compromised with the values of Jasmin / commitment to customers, internal and external / reputation of the company and/or failure to take corrective action on written reprimand and/or serious violations of Jasmin Information policy and procedures, Serious information breaches resulting into </a:t>
                      </a:r>
                      <a:r>
                        <a:rPr lang="en-US" sz="1600" b="0" i="0" u="none" strike="noStrike">
                          <a:solidFill>
                            <a:srgbClr val="C00000"/>
                          </a:solidFill>
                          <a:effectLst/>
                          <a:latin typeface="Calibri" panose="020F0502020204030204" pitchFamily="34" charset="0"/>
                        </a:rPr>
                        <a:t>financial / reputation loss to Jasmin or posing serious security concerns/ affecting Jasmin’s market image or having major financial / legal implications.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tc>
                  <a:txBody>
                    <a:bodyPr/>
                    <a:lstStyle/>
                    <a:p>
                      <a:pPr algn="l" fontAlgn="ctr"/>
                      <a:r>
                        <a:rPr lang="en-US" sz="1600" b="0" i="0" u="none" strike="noStrike">
                          <a:solidFill>
                            <a:srgbClr val="000000"/>
                          </a:solidFill>
                          <a:effectLst/>
                          <a:latin typeface="Calibri" panose="020F0502020204030204" pitchFamily="34" charset="0"/>
                        </a:rPr>
                        <a:t>Termination of services by way of dismissal </a:t>
                      </a:r>
                    </a:p>
                  </a:txBody>
                  <a:tcPr marL="6350" marR="6350" marT="6350" marB="0" anchor="ctr">
                    <a:lnL w="6350" cap="flat" cmpd="sng" algn="ctr">
                      <a:solidFill>
                        <a:srgbClr val="5B9BD5"/>
                      </a:solidFill>
                      <a:prstDash val="solid"/>
                      <a:round/>
                      <a:headEnd type="none" w="med" len="med"/>
                      <a:tailEnd type="none" w="med" len="med"/>
                    </a:lnL>
                    <a:lnR w="6350" cap="flat" cmpd="sng" algn="ctr">
                      <a:solidFill>
                        <a:srgbClr val="5B9BD5"/>
                      </a:solidFill>
                      <a:prstDash val="solid"/>
                      <a:round/>
                      <a:headEnd type="none" w="med" len="med"/>
                      <a:tailEnd type="none" w="med" len="med"/>
                    </a:lnR>
                    <a:lnT w="6350" cap="flat" cmpd="sng" algn="ctr">
                      <a:solidFill>
                        <a:srgbClr val="5B9BD5"/>
                      </a:solidFill>
                      <a:prstDash val="solid"/>
                      <a:round/>
                      <a:headEnd type="none" w="med" len="med"/>
                      <a:tailEnd type="none" w="med" len="med"/>
                    </a:lnT>
                    <a:lnB w="6350" cap="flat" cmpd="sng" algn="ctr">
                      <a:solidFill>
                        <a:srgbClr val="5B9BD5"/>
                      </a:solidFill>
                      <a:prstDash val="solid"/>
                      <a:round/>
                      <a:headEnd type="none" w="med" len="med"/>
                      <a:tailEnd type="none" w="med" len="med"/>
                    </a:lnB>
                    <a:noFill/>
                  </a:tcPr>
                </a:tc>
                <a:extLst>
                  <a:ext uri="{0D108BD9-81ED-4DB2-BD59-A6C34878D82A}">
                    <a16:rowId xmlns:a16="http://schemas.microsoft.com/office/drawing/2014/main" val="3323377174"/>
                  </a:ext>
                </a:extLst>
              </a:tr>
            </a:tbl>
          </a:graphicData>
        </a:graphic>
      </p:graphicFrame>
    </p:spTree>
    <p:extLst>
      <p:ext uri="{BB962C8B-B14F-4D97-AF65-F5344CB8AC3E}">
        <p14:creationId xmlns:p14="http://schemas.microsoft.com/office/powerpoint/2010/main" val="1771225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1BC6303A-FB15-4073-9993-11A289FFFD9B}" type="slidenum">
              <a:rPr lang="en-IN" sz="1200" b="0" strike="noStrike" spc="-1">
                <a:solidFill>
                  <a:srgbClr val="8B8B8B"/>
                </a:solidFill>
                <a:latin typeface="Calibri"/>
                <a:ea typeface="DejaVu Sans"/>
              </a:rPr>
              <a:t>26</a:t>
            </a:fld>
            <a:endParaRPr lang="en-IN" sz="1200" b="0" strike="noStrike" spc="-1">
              <a:latin typeface="Times New Roman"/>
            </a:endParaRPr>
          </a:p>
        </p:txBody>
      </p:sp>
      <p:sp>
        <p:nvSpPr>
          <p:cNvPr id="367" name="object 2"/>
          <p:cNvSpPr/>
          <p:nvPr/>
        </p:nvSpPr>
        <p:spPr>
          <a:xfrm>
            <a:off x="487800" y="641160"/>
            <a:ext cx="6128640" cy="43884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IN" sz="2800" b="0" strike="noStrike" spc="-12">
                <a:solidFill>
                  <a:srgbClr val="1A237E"/>
                </a:solidFill>
                <a:latin typeface="Calibri"/>
                <a:ea typeface="DejaVu Sans"/>
              </a:rPr>
              <a:t>Best Practices</a:t>
            </a:r>
            <a:endParaRPr lang="en-IN" sz="2800" b="0" strike="noStrike" spc="-1">
              <a:latin typeface="Arial"/>
            </a:endParaRPr>
          </a:p>
        </p:txBody>
      </p:sp>
      <p:sp>
        <p:nvSpPr>
          <p:cNvPr id="368" name="object 32"/>
          <p:cNvSpPr/>
          <p:nvPr/>
        </p:nvSpPr>
        <p:spPr>
          <a:xfrm>
            <a:off x="6778800" y="1527120"/>
            <a:ext cx="574200" cy="55980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9080" indent="-6480">
              <a:lnSpc>
                <a:spcPct val="100000"/>
              </a:lnSpc>
              <a:spcBef>
                <a:spcPts val="99"/>
              </a:spcBef>
              <a:buNone/>
              <a:tabLst>
                <a:tab pos="0" algn="l"/>
              </a:tabLst>
            </a:pPr>
            <a:r>
              <a:rPr lang="en-US" sz="1200" b="1" strike="noStrike" spc="-1">
                <a:solidFill>
                  <a:srgbClr val="FFFFFF"/>
                </a:solidFill>
                <a:latin typeface="Tahoma"/>
                <a:ea typeface="DejaVu Sans"/>
              </a:rPr>
              <a:t>Project  Kickoff</a:t>
            </a:r>
            <a:endParaRPr lang="en-IN" sz="1200" b="0" strike="noStrike" spc="-1">
              <a:latin typeface="Arial"/>
            </a:endParaRPr>
          </a:p>
        </p:txBody>
      </p:sp>
      <p:sp>
        <p:nvSpPr>
          <p:cNvPr id="369" name="object 16"/>
          <p:cNvSpPr/>
          <p:nvPr/>
        </p:nvSpPr>
        <p:spPr>
          <a:xfrm>
            <a:off x="6567480" y="6195960"/>
            <a:ext cx="588240" cy="1947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US" sz="1200" b="1" strike="noStrike" spc="-7">
                <a:solidFill>
                  <a:srgbClr val="FFFFFF"/>
                </a:solidFill>
                <a:latin typeface="Tahoma"/>
                <a:ea typeface="DejaVu Sans"/>
              </a:rPr>
              <a:t>T</a:t>
            </a:r>
            <a:r>
              <a:rPr lang="en-US" sz="1200" b="1" strike="noStrike" spc="-12">
                <a:solidFill>
                  <a:srgbClr val="FFFFFF"/>
                </a:solidFill>
                <a:latin typeface="Tahoma"/>
                <a:ea typeface="DejaVu Sans"/>
              </a:rPr>
              <a:t>es</a:t>
            </a:r>
            <a:r>
              <a:rPr lang="en-US" sz="1200" b="1" strike="noStrike" spc="-1">
                <a:solidFill>
                  <a:srgbClr val="FFFFFF"/>
                </a:solidFill>
                <a:latin typeface="Tahoma"/>
                <a:ea typeface="DejaVu Sans"/>
              </a:rPr>
              <a:t>ti</a:t>
            </a:r>
            <a:r>
              <a:rPr lang="en-US" sz="1200" b="1" strike="noStrike" spc="-7">
                <a:solidFill>
                  <a:srgbClr val="FFFFFF"/>
                </a:solidFill>
                <a:latin typeface="Tahoma"/>
                <a:ea typeface="DejaVu Sans"/>
              </a:rPr>
              <a:t>n</a:t>
            </a:r>
            <a:r>
              <a:rPr lang="en-US" sz="1200" b="1" strike="noStrike" spc="-1">
                <a:solidFill>
                  <a:srgbClr val="FFFFFF"/>
                </a:solidFill>
                <a:latin typeface="Tahoma"/>
                <a:ea typeface="DejaVu Sans"/>
              </a:rPr>
              <a:t>g</a:t>
            </a:r>
            <a:endParaRPr lang="en-IN" sz="1200" b="0" strike="noStrike" spc="-1">
              <a:latin typeface="Arial"/>
            </a:endParaRPr>
          </a:p>
        </p:txBody>
      </p:sp>
      <p:sp>
        <p:nvSpPr>
          <p:cNvPr id="370" name="object 18"/>
          <p:cNvSpPr/>
          <p:nvPr/>
        </p:nvSpPr>
        <p:spPr>
          <a:xfrm>
            <a:off x="8345520" y="5418000"/>
            <a:ext cx="880560" cy="46980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marL="12600" indent="-1440" algn="ctr">
              <a:lnSpc>
                <a:spcPct val="100000"/>
              </a:lnSpc>
              <a:spcBef>
                <a:spcPts val="99"/>
              </a:spcBef>
              <a:buNone/>
              <a:tabLst>
                <a:tab pos="0" algn="l"/>
              </a:tabLst>
            </a:pPr>
            <a:r>
              <a:rPr lang="en-US" sz="1000" b="1" strike="noStrike" spc="-1">
                <a:solidFill>
                  <a:srgbClr val="FFFFFF"/>
                </a:solidFill>
                <a:latin typeface="Tahoma"/>
                <a:ea typeface="DejaVu Sans"/>
              </a:rPr>
              <a:t>Final  Inspection  And Delivery</a:t>
            </a:r>
            <a:endParaRPr lang="en-IN" sz="1000" b="0" strike="noStrike" spc="-1">
              <a:latin typeface="Arial"/>
            </a:endParaRPr>
          </a:p>
        </p:txBody>
      </p:sp>
      <p:sp>
        <p:nvSpPr>
          <p:cNvPr id="371" name="object 10"/>
          <p:cNvSpPr/>
          <p:nvPr/>
        </p:nvSpPr>
        <p:spPr>
          <a:xfrm>
            <a:off x="619041" y="1686751"/>
            <a:ext cx="10843560" cy="4201049"/>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355680" indent="-343080">
              <a:lnSpc>
                <a:spcPct val="100000"/>
              </a:lnSpc>
              <a:spcBef>
                <a:spcPts val="99"/>
              </a:spcBef>
              <a:buClr>
                <a:srgbClr val="000000"/>
              </a:buClr>
              <a:buFont typeface="Arial"/>
              <a:buChar char="•"/>
              <a:tabLst>
                <a:tab pos="355680" algn="l"/>
              </a:tabLst>
            </a:pPr>
            <a:r>
              <a:rPr lang="en-US" sz="2000" b="0" strike="noStrike" spc="-1">
                <a:solidFill>
                  <a:srgbClr val="000000"/>
                </a:solidFill>
                <a:latin typeface="Calibri"/>
                <a:ea typeface="Calibri"/>
              </a:rPr>
              <a:t>Ensure your system is locked when you are away</a:t>
            </a:r>
            <a:endParaRPr lang="en-IN" sz="2000" b="0" strike="noStrike" spc="-1">
              <a:latin typeface="Arial"/>
            </a:endParaRPr>
          </a:p>
          <a:p>
            <a:pPr marL="355680" indent="-343080">
              <a:lnSpc>
                <a:spcPct val="100000"/>
              </a:lnSpc>
              <a:spcBef>
                <a:spcPts val="575"/>
              </a:spcBef>
              <a:buClr>
                <a:srgbClr val="000000"/>
              </a:buClr>
              <a:buFont typeface="Arial"/>
              <a:buChar char="•"/>
              <a:tabLst>
                <a:tab pos="355680" algn="l"/>
              </a:tabLst>
            </a:pPr>
            <a:r>
              <a:rPr lang="en-US" sz="2000" b="0" strike="noStrike" spc="-1">
                <a:solidFill>
                  <a:srgbClr val="000000"/>
                </a:solidFill>
                <a:latin typeface="Calibri"/>
                <a:ea typeface="Calibri"/>
              </a:rPr>
              <a:t>Always store Laptops / Media in a lockable place</a:t>
            </a:r>
            <a:endParaRPr lang="en-IN" sz="2000" b="0" strike="noStrike" spc="-1">
              <a:latin typeface="Arial"/>
            </a:endParaRPr>
          </a:p>
          <a:p>
            <a:pPr marL="355680" indent="-343080">
              <a:lnSpc>
                <a:spcPct val="100000"/>
              </a:lnSpc>
              <a:spcBef>
                <a:spcPts val="575"/>
              </a:spcBef>
              <a:buClr>
                <a:srgbClr val="000000"/>
              </a:buClr>
              <a:buFont typeface="Arial"/>
              <a:buChar char="•"/>
              <a:tabLst>
                <a:tab pos="355680" algn="l"/>
              </a:tabLst>
            </a:pPr>
            <a:r>
              <a:rPr lang="en-US" sz="2000" b="0" strike="noStrike" spc="-1">
                <a:solidFill>
                  <a:srgbClr val="000000"/>
                </a:solidFill>
                <a:latin typeface="Calibri"/>
                <a:ea typeface="Calibri"/>
              </a:rPr>
              <a:t>Be alert while working on Laptops during travel</a:t>
            </a:r>
            <a:endParaRPr lang="en-IN" sz="2000" b="0" strike="noStrike" spc="-1">
              <a:latin typeface="Arial"/>
            </a:endParaRPr>
          </a:p>
          <a:p>
            <a:pPr marL="355680" indent="-343080">
              <a:lnSpc>
                <a:spcPct val="100000"/>
              </a:lnSpc>
              <a:spcBef>
                <a:spcPts val="575"/>
              </a:spcBef>
              <a:buClr>
                <a:srgbClr val="000000"/>
              </a:buClr>
              <a:buFont typeface="Arial"/>
              <a:buChar char="•"/>
              <a:tabLst>
                <a:tab pos="355680" algn="l"/>
              </a:tabLst>
            </a:pPr>
            <a:r>
              <a:rPr lang="en-US" sz="2000" b="0" strike="noStrike" spc="-1">
                <a:solidFill>
                  <a:srgbClr val="000000"/>
                </a:solidFill>
                <a:latin typeface="Calibri"/>
                <a:ea typeface="Calibri"/>
              </a:rPr>
              <a:t>Ensure sensitive business information is under lock and key when unattended</a:t>
            </a:r>
            <a:endParaRPr lang="en-IN" sz="2000" b="0" strike="noStrike" spc="-1">
              <a:latin typeface="Arial"/>
            </a:endParaRPr>
          </a:p>
          <a:p>
            <a:pPr marL="355680" indent="-343080">
              <a:lnSpc>
                <a:spcPct val="100000"/>
              </a:lnSpc>
              <a:spcBef>
                <a:spcPts val="575"/>
              </a:spcBef>
              <a:buClr>
                <a:srgbClr val="000000"/>
              </a:buClr>
              <a:buFont typeface="Arial"/>
              <a:buChar char="•"/>
              <a:tabLst>
                <a:tab pos="355680" algn="l"/>
              </a:tabLst>
            </a:pPr>
            <a:r>
              <a:rPr lang="en-US" sz="2000" b="0" strike="noStrike" spc="-1">
                <a:solidFill>
                  <a:srgbClr val="000000"/>
                </a:solidFill>
                <a:latin typeface="Calibri"/>
                <a:ea typeface="Calibri"/>
              </a:rPr>
              <a:t>Ensure back-up of sensitive and critical information assets</a:t>
            </a:r>
            <a:endParaRPr lang="en-IN" sz="2000" b="0" strike="noStrike" spc="-1">
              <a:latin typeface="Arial"/>
            </a:endParaRPr>
          </a:p>
          <a:p>
            <a:pPr marL="355680" indent="-343080">
              <a:lnSpc>
                <a:spcPct val="100000"/>
              </a:lnSpc>
              <a:spcBef>
                <a:spcPts val="575"/>
              </a:spcBef>
              <a:buClr>
                <a:srgbClr val="000000"/>
              </a:buClr>
              <a:buFont typeface="Arial"/>
              <a:buChar char="•"/>
              <a:tabLst>
                <a:tab pos="355680" algn="l"/>
              </a:tabLst>
            </a:pPr>
            <a:r>
              <a:rPr lang="en-US" sz="2000" b="0" strike="noStrike" spc="-1">
                <a:solidFill>
                  <a:srgbClr val="000000"/>
                </a:solidFill>
                <a:latin typeface="Calibri"/>
                <a:ea typeface="Calibri"/>
              </a:rPr>
              <a:t>Verify the Credential, if the message is received from the unknown sender</a:t>
            </a:r>
            <a:endParaRPr lang="en-IN" sz="2000" b="0" strike="noStrike" spc="-1">
              <a:latin typeface="Arial"/>
            </a:endParaRPr>
          </a:p>
          <a:p>
            <a:pPr marL="355680" indent="-343080">
              <a:lnSpc>
                <a:spcPct val="100000"/>
              </a:lnSpc>
              <a:spcBef>
                <a:spcPts val="575"/>
              </a:spcBef>
              <a:buClr>
                <a:srgbClr val="000000"/>
              </a:buClr>
              <a:buFont typeface="Arial"/>
              <a:buChar char="•"/>
              <a:tabLst>
                <a:tab pos="355680" algn="l"/>
              </a:tabLst>
            </a:pPr>
            <a:r>
              <a:rPr lang="en-US" sz="2000" b="0" strike="noStrike" spc="-1">
                <a:solidFill>
                  <a:srgbClr val="000000"/>
                </a:solidFill>
                <a:latin typeface="Calibri"/>
                <a:ea typeface="Calibri"/>
              </a:rPr>
              <a:t>Always switch off your computer before leaving for the day</a:t>
            </a:r>
            <a:endParaRPr lang="en-IN" sz="2000" b="0" strike="noStrike" spc="-1">
              <a:latin typeface="Arial"/>
            </a:endParaRPr>
          </a:p>
          <a:p>
            <a:pPr marL="355680" indent="-343080">
              <a:spcBef>
                <a:spcPts val="575"/>
              </a:spcBef>
              <a:buClr>
                <a:srgbClr val="000000"/>
              </a:buClr>
              <a:buFont typeface="Arial"/>
              <a:buChar char="•"/>
              <a:tabLst>
                <a:tab pos="355680" algn="l"/>
              </a:tabLst>
            </a:pPr>
            <a:r>
              <a:rPr lang="en-US" sz="2000" spc="-1">
                <a:solidFill>
                  <a:srgbClr val="000000"/>
                </a:solidFill>
                <a:latin typeface="Calibri"/>
                <a:ea typeface="Calibri"/>
              </a:rPr>
              <a:t>Do not download music, movies, games, etc.</a:t>
            </a:r>
          </a:p>
          <a:p>
            <a:pPr marL="355680" indent="-343080">
              <a:spcBef>
                <a:spcPts val="575"/>
              </a:spcBef>
              <a:buClr>
                <a:srgbClr val="000000"/>
              </a:buClr>
              <a:buFont typeface="Arial"/>
              <a:buChar char="•"/>
              <a:tabLst>
                <a:tab pos="355680" algn="l"/>
              </a:tabLst>
            </a:pPr>
            <a:r>
              <a:rPr lang="en-US" sz="2000" spc="-1">
                <a:solidFill>
                  <a:srgbClr val="000000"/>
                </a:solidFill>
                <a:latin typeface="Calibri"/>
                <a:ea typeface="Calibri"/>
              </a:rPr>
              <a:t>Do not use unlicensed software</a:t>
            </a:r>
          </a:p>
          <a:p>
            <a:pPr marL="355680" indent="-343080">
              <a:spcBef>
                <a:spcPts val="575"/>
              </a:spcBef>
              <a:spcAft>
                <a:spcPts val="450"/>
              </a:spcAft>
              <a:buClr>
                <a:srgbClr val="000000"/>
              </a:buClr>
              <a:buFont typeface="Arial"/>
              <a:buChar char="•"/>
              <a:tabLst>
                <a:tab pos="355680" algn="l"/>
              </a:tabLst>
            </a:pPr>
            <a:r>
              <a:rPr lang="en-US" sz="2000" spc="-1">
                <a:solidFill>
                  <a:srgbClr val="000000"/>
                </a:solidFill>
                <a:latin typeface="Calibri"/>
                <a:ea typeface="Calibri"/>
              </a:rPr>
              <a:t>Do not share your password to anyone</a:t>
            </a:r>
          </a:p>
          <a:p>
            <a:pPr marL="355680" indent="-343080">
              <a:spcBef>
                <a:spcPts val="575"/>
              </a:spcBef>
              <a:buClr>
                <a:srgbClr val="000000"/>
              </a:buClr>
              <a:buFont typeface="Arial"/>
              <a:buChar char="•"/>
              <a:tabLst>
                <a:tab pos="355680" algn="l"/>
              </a:tabLst>
            </a:pPr>
            <a:r>
              <a:rPr lang="en-US" sz="2000" spc="-1">
                <a:solidFill>
                  <a:srgbClr val="000000"/>
                </a:solidFill>
                <a:latin typeface="Calibri"/>
                <a:ea typeface="Calibri"/>
              </a:rPr>
              <a:t>And last but not least- Report Incidents immediately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p:cNvSpPr>
          <p:nvPr>
            <p:ph type="sldNum"/>
          </p:nvPr>
        </p:nvSpPr>
        <p:spPr>
          <a:xfrm>
            <a:off x="8610480" y="6356520"/>
            <a:ext cx="2741040" cy="362880"/>
          </a:xfrm>
          <a:prstGeom prst="rect">
            <a:avLst/>
          </a:prstGeom>
          <a:noFill/>
          <a:ln w="0">
            <a:noFill/>
          </a:ln>
        </p:spPr>
        <p:txBody>
          <a:bodyPr lIns="90000" tIns="45000" rIns="90000" bIns="45000" anchor="ctr">
            <a:noAutofit/>
          </a:bodyPr>
          <a:lstStyle/>
          <a:p>
            <a:pPr algn="r">
              <a:lnSpc>
                <a:spcPct val="100000"/>
              </a:lnSpc>
              <a:buNone/>
            </a:pPr>
            <a:fld id="{ABFAD50A-5F13-4E93-96E5-304FE7E9BF81}" type="slidenum">
              <a:rPr lang="en-IN" sz="1200" b="0" strike="noStrike" spc="-1">
                <a:solidFill>
                  <a:srgbClr val="8B8B8B"/>
                </a:solidFill>
                <a:latin typeface="Calibri"/>
                <a:ea typeface="DejaVu Sans"/>
              </a:rPr>
              <a:t>27</a:t>
            </a:fld>
            <a:endParaRPr lang="en-IN" sz="1200" b="0" strike="noStrike" spc="-1">
              <a:latin typeface="Times New Roman"/>
            </a:endParaRPr>
          </a:p>
        </p:txBody>
      </p:sp>
      <p:sp>
        <p:nvSpPr>
          <p:cNvPr id="286" name="Title 1"/>
          <p:cNvSpPr/>
          <p:nvPr/>
        </p:nvSpPr>
        <p:spPr>
          <a:xfrm>
            <a:off x="540000" y="540000"/>
            <a:ext cx="4498920" cy="43088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buNone/>
            </a:pPr>
            <a:r>
              <a:rPr lang="en-US" sz="2800" b="0" strike="noStrike" spc="-1">
                <a:solidFill>
                  <a:srgbClr val="1A237E"/>
                </a:solidFill>
                <a:latin typeface="Calibri"/>
                <a:ea typeface="DejaVu Sans"/>
              </a:rPr>
              <a:t>Policy and Guidelines</a:t>
            </a:r>
            <a:endParaRPr lang="en-IN" sz="2800" b="0" strike="noStrike" spc="-1">
              <a:latin typeface="Arial"/>
            </a:endParaRPr>
          </a:p>
        </p:txBody>
      </p:sp>
      <p:sp>
        <p:nvSpPr>
          <p:cNvPr id="287" name="object 10"/>
          <p:cNvSpPr/>
          <p:nvPr/>
        </p:nvSpPr>
        <p:spPr>
          <a:xfrm>
            <a:off x="709920" y="1157400"/>
            <a:ext cx="10103760" cy="1423002"/>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355680" indent="-343080">
              <a:lnSpc>
                <a:spcPct val="100000"/>
              </a:lnSpc>
              <a:spcBef>
                <a:spcPts val="96"/>
              </a:spcBef>
              <a:buClr>
                <a:srgbClr val="000000"/>
              </a:buClr>
              <a:buFont typeface="Arial"/>
              <a:buChar char="•"/>
              <a:tabLst>
                <a:tab pos="354960" algn="l"/>
                <a:tab pos="355680" algn="l"/>
              </a:tabLst>
            </a:pPr>
            <a:r>
              <a:rPr lang="en-IN" sz="1800" b="0" strike="noStrike" spc="-7">
                <a:solidFill>
                  <a:srgbClr val="000000"/>
                </a:solidFill>
                <a:latin typeface="Calibri"/>
                <a:ea typeface="DejaVu Sans"/>
              </a:rPr>
              <a:t>A</a:t>
            </a:r>
            <a:r>
              <a:rPr lang="en-IN" sz="1800" b="0" strike="noStrike" spc="-7">
                <a:solidFill>
                  <a:srgbClr val="8FAADC"/>
                </a:solidFill>
                <a:latin typeface="Calibri"/>
                <a:ea typeface="DejaVu Sans"/>
              </a:rPr>
              <a:t> </a:t>
            </a:r>
            <a:r>
              <a:rPr lang="en-IN" sz="1800" b="0" strike="noStrike" spc="-7">
                <a:solidFill>
                  <a:srgbClr val="2F5597"/>
                </a:solidFill>
                <a:latin typeface="Calibri"/>
                <a:ea typeface="DejaVu Sans"/>
              </a:rPr>
              <a:t>policy</a:t>
            </a:r>
            <a:r>
              <a:rPr lang="en-IN" sz="1800" b="0" strike="noStrike" spc="-7">
                <a:solidFill>
                  <a:srgbClr val="000000"/>
                </a:solidFill>
                <a:latin typeface="Calibri"/>
                <a:ea typeface="DejaVu Sans"/>
              </a:rPr>
              <a:t> statement defines a general commitment, direction, or intention</a:t>
            </a:r>
            <a:r>
              <a:rPr lang="en-IN" sz="1800" b="1" strike="noStrike" spc="-7">
                <a:solidFill>
                  <a:srgbClr val="000000"/>
                </a:solidFill>
                <a:latin typeface="Calibri"/>
                <a:ea typeface="DejaVu Sans"/>
              </a:rPr>
              <a:t>, </a:t>
            </a:r>
            <a:r>
              <a:rPr lang="en-US" sz="1800" b="0" strike="noStrike" spc="-12">
                <a:solidFill>
                  <a:srgbClr val="000000"/>
                </a:solidFill>
                <a:latin typeface="Calibri"/>
                <a:ea typeface="DejaVu Sans"/>
              </a:rPr>
              <a:t>adopted by </a:t>
            </a:r>
            <a:r>
              <a:rPr lang="en-US" sz="1800" b="0" strike="noStrike" spc="-7">
                <a:solidFill>
                  <a:srgbClr val="000000"/>
                </a:solidFill>
                <a:latin typeface="Calibri"/>
                <a:ea typeface="DejaVu Sans"/>
              </a:rPr>
              <a:t>an</a:t>
            </a:r>
            <a:r>
              <a:rPr lang="en-US" sz="1800" b="0" strike="noStrike" spc="83">
                <a:solidFill>
                  <a:srgbClr val="000000"/>
                </a:solidFill>
                <a:latin typeface="Calibri"/>
                <a:ea typeface="DejaVu Sans"/>
              </a:rPr>
              <a:t> </a:t>
            </a:r>
            <a:r>
              <a:rPr lang="en-US" sz="1800" b="0" strike="noStrike" spc="-12">
                <a:solidFill>
                  <a:srgbClr val="000000"/>
                </a:solidFill>
                <a:latin typeface="Calibri"/>
                <a:ea typeface="DejaVu Sans"/>
              </a:rPr>
              <a:t>Organization </a:t>
            </a:r>
            <a:r>
              <a:rPr lang="en-US" sz="1800" b="0" strike="noStrike" spc="-7">
                <a:solidFill>
                  <a:srgbClr val="000000"/>
                </a:solidFill>
                <a:latin typeface="Calibri"/>
                <a:ea typeface="DejaVu Sans"/>
              </a:rPr>
              <a:t>Implemented as a </a:t>
            </a:r>
            <a:r>
              <a:rPr lang="en-US" sz="1800" b="0" strike="noStrike" spc="-15">
                <a:solidFill>
                  <a:srgbClr val="000000"/>
                </a:solidFill>
                <a:latin typeface="Calibri"/>
                <a:ea typeface="DejaVu Sans"/>
              </a:rPr>
              <a:t>procedure </a:t>
            </a:r>
            <a:r>
              <a:rPr lang="en-US" sz="1800" b="0" strike="noStrike" spc="-7">
                <a:solidFill>
                  <a:srgbClr val="000000"/>
                </a:solidFill>
                <a:latin typeface="Calibri"/>
                <a:ea typeface="DejaVu Sans"/>
              </a:rPr>
              <a:t>or</a:t>
            </a:r>
            <a:r>
              <a:rPr lang="en-US" sz="1800" b="0" strike="noStrike" spc="49">
                <a:solidFill>
                  <a:srgbClr val="000000"/>
                </a:solidFill>
                <a:latin typeface="Calibri"/>
                <a:ea typeface="DejaVu Sans"/>
              </a:rPr>
              <a:t> </a:t>
            </a:r>
            <a:r>
              <a:rPr lang="en-US" sz="1800" b="0" strike="noStrike" spc="-15">
                <a:solidFill>
                  <a:srgbClr val="000000"/>
                </a:solidFill>
                <a:latin typeface="Calibri"/>
                <a:ea typeface="DejaVu Sans"/>
              </a:rPr>
              <a:t>protocol</a:t>
            </a:r>
          </a:p>
          <a:p>
            <a:pPr marL="355680" indent="-343080">
              <a:lnSpc>
                <a:spcPct val="100000"/>
              </a:lnSpc>
              <a:spcBef>
                <a:spcPts val="96"/>
              </a:spcBef>
              <a:buClr>
                <a:srgbClr val="000000"/>
              </a:buClr>
              <a:buFont typeface="Arial"/>
              <a:buChar char="•"/>
              <a:tabLst>
                <a:tab pos="354960" algn="l"/>
                <a:tab pos="355680" algn="l"/>
              </a:tabLst>
            </a:pPr>
            <a:r>
              <a:rPr lang="en-US">
                <a:latin typeface="Calibri" panose="020F0502020204030204" pitchFamily="34" charset="0"/>
                <a:ea typeface="Calibri" panose="020F0502020204030204" pitchFamily="34" charset="0"/>
                <a:cs typeface="Calibri" panose="020F0502020204030204" pitchFamily="34" charset="0"/>
              </a:rPr>
              <a:t>Procedure is  a way of carrying out a process or activity</a:t>
            </a:r>
          </a:p>
          <a:p>
            <a:pPr marL="355680" indent="-343080">
              <a:lnSpc>
                <a:spcPct val="100000"/>
              </a:lnSpc>
              <a:spcBef>
                <a:spcPts val="96"/>
              </a:spcBef>
              <a:buClr>
                <a:srgbClr val="000000"/>
              </a:buClr>
              <a:buFont typeface="Arial"/>
              <a:buChar char="•"/>
              <a:tabLst>
                <a:tab pos="354960" algn="l"/>
                <a:tab pos="355680" algn="l"/>
              </a:tabLst>
            </a:pPr>
            <a:r>
              <a:rPr lang="en-US">
                <a:latin typeface="Calibri" panose="020F0502020204030204" pitchFamily="34" charset="0"/>
                <a:ea typeface="Calibri" panose="020F0502020204030204" pitchFamily="34" charset="0"/>
                <a:cs typeface="Calibri" panose="020F0502020204030204" pitchFamily="34" charset="0"/>
              </a:rPr>
              <a:t>Guidelines offer recommended approaches or best practices</a:t>
            </a:r>
            <a:r>
              <a:rPr lang="en-US"/>
              <a:t>.</a:t>
            </a:r>
            <a:endParaRPr lang="en-IN" sz="1800" b="0" strike="noStrike" spc="-1">
              <a:latin typeface="Calibri" panose="020F0502020204030204" pitchFamily="34" charset="0"/>
              <a:ea typeface="Calibri" panose="020F0502020204030204" pitchFamily="34" charset="0"/>
              <a:cs typeface="Calibri" panose="020F0502020204030204" pitchFamily="34" charset="0"/>
            </a:endParaRPr>
          </a:p>
          <a:p>
            <a:pPr marL="355680" indent="-343080">
              <a:lnSpc>
                <a:spcPct val="100000"/>
              </a:lnSpc>
              <a:buClr>
                <a:srgbClr val="000000"/>
              </a:buClr>
              <a:buFont typeface="Arial"/>
              <a:buChar char="•"/>
              <a:tabLst>
                <a:tab pos="354960" algn="l"/>
                <a:tab pos="355680" algn="l"/>
              </a:tabLst>
            </a:pPr>
            <a:r>
              <a:rPr lang="en-US" sz="1800" b="0" strike="noStrike" spc="-12">
                <a:solidFill>
                  <a:srgbClr val="000000"/>
                </a:solidFill>
                <a:latin typeface="Calibri"/>
                <a:ea typeface="DejaVu Sans"/>
              </a:rPr>
              <a:t>Policies, Procedure and Guidelines  </a:t>
            </a:r>
            <a:r>
              <a:rPr lang="en-US" sz="1800" b="0" strike="noStrike" spc="-15">
                <a:solidFill>
                  <a:srgbClr val="000000"/>
                </a:solidFill>
                <a:latin typeface="Calibri"/>
                <a:ea typeface="DejaVu Sans"/>
              </a:rPr>
              <a:t>are </a:t>
            </a:r>
            <a:r>
              <a:rPr lang="en-US" sz="1800" b="0" strike="noStrike" spc="-12">
                <a:solidFill>
                  <a:srgbClr val="000000"/>
                </a:solidFill>
                <a:latin typeface="Calibri"/>
                <a:ea typeface="DejaVu Sans"/>
              </a:rPr>
              <a:t>located at </a:t>
            </a:r>
            <a:r>
              <a:rPr lang="en-IN">
                <a:hlinkClick r:id="rId3"/>
              </a:rPr>
              <a:t>JIAS</a:t>
            </a:r>
            <a:endParaRPr lang="en-IN" sz="1800" b="0" strike="noStrike" spc="-1">
              <a:latin typeface="Arial"/>
            </a:endParaRPr>
          </a:p>
        </p:txBody>
      </p:sp>
      <p:sp>
        <p:nvSpPr>
          <p:cNvPr id="288" name="object 3"/>
          <p:cNvSpPr/>
          <p:nvPr/>
        </p:nvSpPr>
        <p:spPr>
          <a:xfrm>
            <a:off x="10596600" y="1195920"/>
            <a:ext cx="1313280" cy="1393560"/>
          </a:xfrm>
          <a:prstGeom prst="rect">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a:lstStyle/>
          <a:p>
            <a:endParaRPr lang="en-IN"/>
          </a:p>
        </p:txBody>
      </p:sp>
      <p:grpSp>
        <p:nvGrpSpPr>
          <p:cNvPr id="289" name="Group 7"/>
          <p:cNvGrpSpPr/>
          <p:nvPr/>
        </p:nvGrpSpPr>
        <p:grpSpPr>
          <a:xfrm>
            <a:off x="577563" y="2803265"/>
            <a:ext cx="11332317" cy="3515139"/>
            <a:chOff x="503232" y="2471737"/>
            <a:chExt cx="12715477" cy="3285070"/>
          </a:xfrm>
        </p:grpSpPr>
        <p:sp>
          <p:nvSpPr>
            <p:cNvPr id="290" name="TextBox 1"/>
            <p:cNvSpPr/>
            <p:nvPr/>
          </p:nvSpPr>
          <p:spPr>
            <a:xfrm>
              <a:off x="6246863" y="2471737"/>
              <a:ext cx="5941091" cy="3156843"/>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marL="285750" indent="-285750">
                <a:lnSpc>
                  <a:spcPct val="90000"/>
                </a:lnSpc>
                <a:spcBef>
                  <a:spcPts val="1001"/>
                </a:spcBef>
                <a:buClr>
                  <a:srgbClr val="000000"/>
                </a:buClr>
                <a:buFont typeface="Arial"/>
                <a:buChar char="•"/>
              </a:pPr>
              <a:r>
                <a:rPr lang="en-US" sz="1400" spc="-1">
                  <a:solidFill>
                    <a:srgbClr val="000000"/>
                  </a:solidFill>
                  <a:latin typeface="Calibri"/>
                </a:rPr>
                <a:t>ISMS_3011_HR_Policy.</a:t>
              </a:r>
              <a:endParaRPr lang="en-IN" sz="1400" spc="-1">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ISMS_3012_Incident_Management_Policy.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ISMS_3013_Information_Security_in_Project_Management.</a:t>
              </a:r>
            </a:p>
            <a:p>
              <a:pPr marL="285750" indent="-285750">
                <a:lnSpc>
                  <a:spcPct val="90000"/>
                </a:lnSpc>
                <a:spcBef>
                  <a:spcPts val="1001"/>
                </a:spcBef>
                <a:buClr>
                  <a:srgbClr val="000000"/>
                </a:buClr>
                <a:buFont typeface="Arial,Sans-Serif"/>
                <a:buChar char="•"/>
              </a:pPr>
              <a:r>
                <a:rPr lang="en-US" sz="1400" spc="-1">
                  <a:latin typeface="Calibri"/>
                  <a:ea typeface="Calibri"/>
                  <a:cs typeface="Calibri"/>
                </a:rPr>
                <a:t>ISMS_3014_Information_Security_Policy.</a:t>
              </a:r>
              <a:endParaRPr lang="en-IN" sz="1400" spc="-1">
                <a:latin typeface="Calibri"/>
                <a:ea typeface="Calibri"/>
                <a:cs typeface="Calibri"/>
              </a:endParaRPr>
            </a:p>
            <a:p>
              <a:pPr marL="285750" indent="-285750">
                <a:lnSpc>
                  <a:spcPct val="90000"/>
                </a:lnSpc>
                <a:spcBef>
                  <a:spcPts val="1001"/>
                </a:spcBef>
                <a:buFont typeface="Arial,Sans-Serif"/>
                <a:buChar char="•"/>
              </a:pPr>
              <a:r>
                <a:rPr lang="en-US" sz="1400" spc="-1">
                  <a:latin typeface="Calibri"/>
                  <a:ea typeface="Calibri"/>
                  <a:cs typeface="Calibri"/>
                </a:rPr>
                <a:t>ISMS_3016_Internal_Policies_List.</a:t>
              </a:r>
              <a:endParaRPr lang="en-US"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ISMS_3017_Legal_Statutory_and_Regulatory_Complaince_Policy.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ISMS_3019_Endpoint_Devices_Policy.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ISMS_3020_Authentication_ </a:t>
              </a:r>
              <a:r>
                <a:rPr lang="en-US" sz="1400" spc="-1" err="1">
                  <a:solidFill>
                    <a:srgbClr val="000000"/>
                  </a:solidFill>
                  <a:latin typeface="Calibri"/>
                </a:rPr>
                <a:t>Information_Control_Policy</a:t>
              </a:r>
              <a:r>
                <a:rPr lang="en-US" sz="1400" spc="-1">
                  <a:solidFill>
                    <a:srgbClr val="000000"/>
                  </a:solidFill>
                  <a:latin typeface="Calibri"/>
                </a:rPr>
                <a:t>.</a:t>
              </a:r>
            </a:p>
            <a:p>
              <a:pPr marL="285750" indent="-285750">
                <a:lnSpc>
                  <a:spcPct val="90000"/>
                </a:lnSpc>
                <a:spcBef>
                  <a:spcPts val="1001"/>
                </a:spcBef>
                <a:buClr>
                  <a:srgbClr val="000000"/>
                </a:buClr>
                <a:buFont typeface="Arial"/>
                <a:buChar char="•"/>
              </a:pPr>
              <a:r>
                <a:rPr lang="en-IN" sz="1400" spc="-1">
                  <a:solidFill>
                    <a:srgbClr val="000000"/>
                  </a:solidFill>
                  <a:latin typeface="Calibri"/>
                </a:rPr>
                <a:t>ISMS_3022_Physical_Security_and_Control_Policy</a:t>
              </a:r>
            </a:p>
            <a:p>
              <a:pPr marL="285750" indent="-285750">
                <a:lnSpc>
                  <a:spcPct val="90000"/>
                </a:lnSpc>
                <a:spcBef>
                  <a:spcPts val="1001"/>
                </a:spcBef>
                <a:buClr>
                  <a:srgbClr val="000000"/>
                </a:buClr>
                <a:buFont typeface="Arial"/>
                <a:buChar char="•"/>
              </a:pPr>
              <a:r>
                <a:rPr lang="en-IN" sz="1400" spc="-1">
                  <a:solidFill>
                    <a:srgbClr val="000000"/>
                  </a:solidFill>
                  <a:latin typeface="Calibri"/>
                </a:rPr>
                <a:t>ISMS_3023_Privacy_and_Protection_of_Personally_Identifiable_information</a:t>
              </a:r>
            </a:p>
          </p:txBody>
        </p:sp>
        <p:sp>
          <p:nvSpPr>
            <p:cNvPr id="291" name="TextBox 6"/>
            <p:cNvSpPr/>
            <p:nvPr/>
          </p:nvSpPr>
          <p:spPr>
            <a:xfrm>
              <a:off x="503232" y="2584190"/>
              <a:ext cx="5593728" cy="3172617"/>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marL="285750" indent="-285750">
                <a:lnSpc>
                  <a:spcPct val="90000"/>
                </a:lnSpc>
                <a:spcBef>
                  <a:spcPts val="1001"/>
                </a:spcBef>
                <a:buClr>
                  <a:srgbClr val="000000"/>
                </a:buClr>
                <a:buFont typeface="Arial"/>
                <a:buChar char="•"/>
              </a:pPr>
              <a:r>
                <a:rPr lang="en-US" sz="1400" b="0" strike="noStrike" spc="-1">
                  <a:solidFill>
                    <a:srgbClr val="000000"/>
                  </a:solidFill>
                  <a:latin typeface="Calibri"/>
                  <a:ea typeface="DejaVu Sans"/>
                </a:rPr>
                <a:t>ISMS_3001_Access_Control_Policy.</a:t>
              </a:r>
              <a:endParaRPr lang="en-IN" sz="1400" b="0" strike="noStrike" spc="-1">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ISMS_3002_Vulnerability_Control_and_Protection_Policy</a:t>
              </a: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ISMS_3003_Asset_Managemen_Policy.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ISMS_3004_Equipment_Management_Policy.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b="0" strike="noStrike" spc="-1">
                  <a:solidFill>
                    <a:srgbClr val="000000"/>
                  </a:solidFill>
                  <a:latin typeface="Calibri"/>
                  <a:ea typeface="DejaVu Sans"/>
                </a:rPr>
                <a:t>ISMS_3005_Communication_ and_ Operational_ Management Policy.</a:t>
              </a:r>
              <a:endParaRPr lang="en-IN" sz="1400" b="0" strike="noStrike" spc="-1">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ea typeface="DejaVu Sans"/>
                </a:rPr>
                <a:t>ISMS_3006_Cryptography_Control_Policy.</a:t>
              </a:r>
            </a:p>
            <a:p>
              <a:pPr marL="285750" indent="-285750">
                <a:lnSpc>
                  <a:spcPct val="90000"/>
                </a:lnSpc>
                <a:spcBef>
                  <a:spcPts val="1001"/>
                </a:spcBef>
                <a:buClr>
                  <a:srgbClr val="000000"/>
                </a:buClr>
                <a:buFont typeface="Arial"/>
                <a:buChar char="•"/>
              </a:pPr>
              <a:r>
                <a:rPr lang="en-US" sz="1400" spc="-1">
                  <a:solidFill>
                    <a:srgbClr val="000000"/>
                  </a:solidFill>
                  <a:latin typeface="Calibri"/>
                  <a:ea typeface="DejaVu Sans"/>
                </a:rPr>
                <a:t>ISMS_3007_Data_Backup_and_Restoration_Policy.</a:t>
              </a:r>
            </a:p>
            <a:p>
              <a:pPr marL="285750" indent="-285750">
                <a:lnSpc>
                  <a:spcPct val="90000"/>
                </a:lnSpc>
                <a:spcBef>
                  <a:spcPts val="1001"/>
                </a:spcBef>
                <a:buClr>
                  <a:srgbClr val="000000"/>
                </a:buClr>
                <a:buFont typeface="Arial"/>
                <a:buChar char="•"/>
              </a:pPr>
              <a:r>
                <a:rPr lang="en-US" sz="1400" b="0" strike="noStrike" spc="-1">
                  <a:solidFill>
                    <a:srgbClr val="000000"/>
                  </a:solidFill>
                  <a:latin typeface="Calibri"/>
                  <a:ea typeface="DejaVu Sans"/>
                </a:rPr>
                <a:t>ISMS_3008_Disciplinary_Policy.</a:t>
              </a:r>
              <a:endParaRPr lang="en-IN" sz="1400" b="0" strike="noStrike" spc="-1">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ISMS_3009_Information_Management_Policy.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endParaRPr lang="en-US" sz="1400" spc="-1">
                <a:latin typeface="Calibri"/>
              </a:endParaRPr>
            </a:p>
          </p:txBody>
        </p:sp>
        <p:sp>
          <p:nvSpPr>
            <p:cNvPr id="292" name="TextBox 4"/>
            <p:cNvSpPr/>
            <p:nvPr/>
          </p:nvSpPr>
          <p:spPr>
            <a:xfrm flipH="1">
              <a:off x="13091189" y="2505464"/>
              <a:ext cx="127520" cy="396814"/>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a:lnSpc>
                  <a:spcPct val="100000"/>
                </a:lnSpc>
                <a:buNone/>
              </a:pPr>
              <a:endParaRPr lang="en-US" b="1" strike="noStrike" spc="-1">
                <a:latin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p:cNvSpPr>
          <p:nvPr>
            <p:ph type="sldNum"/>
          </p:nvPr>
        </p:nvSpPr>
        <p:spPr>
          <a:xfrm>
            <a:off x="10134720" y="6423120"/>
            <a:ext cx="1217160" cy="296280"/>
          </a:xfrm>
          <a:prstGeom prst="rect">
            <a:avLst/>
          </a:prstGeom>
          <a:noFill/>
          <a:ln w="0">
            <a:noFill/>
          </a:ln>
        </p:spPr>
        <p:txBody>
          <a:bodyPr lIns="90000" tIns="45000" rIns="90000" bIns="45000" anchor="ctr">
            <a:noAutofit/>
          </a:bodyPr>
          <a:lstStyle/>
          <a:p>
            <a:pPr algn="r">
              <a:lnSpc>
                <a:spcPct val="100000"/>
              </a:lnSpc>
              <a:buNone/>
            </a:pPr>
            <a:fld id="{5F8B26F8-41CD-4564-BDDE-5429981C6E8F}" type="slidenum">
              <a:rPr lang="en-IN" sz="1200" b="0" strike="noStrike" spc="-1">
                <a:solidFill>
                  <a:srgbClr val="8B8B8B"/>
                </a:solidFill>
                <a:latin typeface="Calibri"/>
                <a:ea typeface="DejaVu Sans"/>
              </a:rPr>
              <a:t>28</a:t>
            </a:fld>
            <a:endParaRPr lang="en-IN" sz="1200" b="0" strike="noStrike" spc="-1">
              <a:latin typeface="Times New Roman"/>
            </a:endParaRPr>
          </a:p>
        </p:txBody>
      </p:sp>
      <p:sp>
        <p:nvSpPr>
          <p:cNvPr id="294" name="TextBox 3"/>
          <p:cNvSpPr/>
          <p:nvPr/>
        </p:nvSpPr>
        <p:spPr>
          <a:xfrm>
            <a:off x="462239" y="540000"/>
            <a:ext cx="6636829" cy="521766"/>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a:lnSpc>
                <a:spcPct val="100000"/>
              </a:lnSpc>
              <a:buNone/>
            </a:pPr>
            <a:r>
              <a:rPr lang="en-US" sz="2800" spc="-1">
                <a:solidFill>
                  <a:srgbClr val="1A237E"/>
                </a:solidFill>
                <a:latin typeface="Calibri"/>
              </a:rPr>
              <a:t>Policy and Guidelines </a:t>
            </a:r>
            <a:endParaRPr lang="en-IN" sz="2800" b="0" strike="noStrike" spc="-1">
              <a:latin typeface="Arial"/>
            </a:endParaRPr>
          </a:p>
        </p:txBody>
      </p:sp>
      <p:sp>
        <p:nvSpPr>
          <p:cNvPr id="297" name="TextBox 4"/>
          <p:cNvSpPr/>
          <p:nvPr/>
        </p:nvSpPr>
        <p:spPr>
          <a:xfrm>
            <a:off x="6096000" y="3533050"/>
            <a:ext cx="5526694" cy="606919"/>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90000"/>
              </a:lnSpc>
              <a:spcBef>
                <a:spcPts val="1001"/>
              </a:spcBef>
              <a:buClr>
                <a:srgbClr val="000000"/>
              </a:buClr>
            </a:pPr>
            <a:r>
              <a:rPr lang="en-US" sz="1400" spc="-1">
                <a:solidFill>
                  <a:srgbClr val="000000"/>
                </a:solidFill>
                <a:latin typeface="Calibri"/>
              </a:rPr>
              <a:t>Procedure</a:t>
            </a:r>
          </a:p>
          <a:p>
            <a:pPr marL="285750" indent="-285750">
              <a:lnSpc>
                <a:spcPct val="90000"/>
              </a:lnSpc>
              <a:spcBef>
                <a:spcPts val="1001"/>
              </a:spcBef>
              <a:buClr>
                <a:srgbClr val="000000"/>
              </a:buClr>
              <a:buFont typeface="Arial" panose="020B0604020202020204" pitchFamily="34" charset="0"/>
              <a:buChar char="•"/>
            </a:pPr>
            <a:r>
              <a:rPr lang="en-IN" sz="1400" b="0" strike="noStrike" spc="-1">
                <a:latin typeface="Calibri" panose="020F0502020204030204" pitchFamily="34" charset="0"/>
                <a:ea typeface="Calibri" panose="020F0502020204030204" pitchFamily="34" charset="0"/>
                <a:cs typeface="Calibri" panose="020F0502020204030204" pitchFamily="34" charset="0"/>
              </a:rPr>
              <a:t>ISMS_1012_Risk_Assessment_and_Risk_Treatment_Procedure</a:t>
            </a:r>
          </a:p>
        </p:txBody>
      </p:sp>
      <p:sp>
        <p:nvSpPr>
          <p:cNvPr id="4" name="TextBox 3"/>
          <p:cNvSpPr txBox="1">
            <a:spLocks noGrp="1" noRot="1" noMove="1" noResize="1" noEditPoints="1" noAdjustHandles="1" noChangeArrowheads="1" noChangeShapeType="1"/>
          </p:cNvSpPr>
          <p:nvPr/>
        </p:nvSpPr>
        <p:spPr>
          <a:xfrm>
            <a:off x="573840" y="1213658"/>
            <a:ext cx="11019600" cy="3507627"/>
          </a:xfrm>
          <a:prstGeom prst="rect">
            <a:avLst/>
          </a:prstGeom>
          <a:noFill/>
        </p:spPr>
        <p:txBody>
          <a:bodyPr wrap="square" rtlCol="0">
            <a:spAutoFit/>
          </a:bodyPr>
          <a:lstStyle/>
          <a:p>
            <a:pPr>
              <a:lnSpc>
                <a:spcPct val="90000"/>
              </a:lnSpc>
              <a:spcBef>
                <a:spcPts val="1001"/>
              </a:spcBef>
              <a:buClr>
                <a:srgbClr val="000000"/>
              </a:buClr>
            </a:pPr>
            <a:r>
              <a:rPr lang="en-IN" sz="1400" spc="-1">
                <a:solidFill>
                  <a:srgbClr val="000000"/>
                </a:solidFill>
                <a:latin typeface="Calibri"/>
              </a:rPr>
              <a:t>Policy list contd.</a:t>
            </a:r>
          </a:p>
          <a:p>
            <a:pPr>
              <a:lnSpc>
                <a:spcPct val="90000"/>
              </a:lnSpc>
              <a:spcBef>
                <a:spcPts val="1001"/>
              </a:spcBef>
              <a:buClr>
                <a:srgbClr val="000000"/>
              </a:buClr>
            </a:pPr>
            <a:endParaRPr lang="en-IN" sz="1400" spc="-1">
              <a:solidFill>
                <a:srgbClr val="000000"/>
              </a:solidFill>
              <a:latin typeface="Calibri"/>
            </a:endParaRPr>
          </a:p>
          <a:p>
            <a:pPr marL="285750" indent="-285750">
              <a:lnSpc>
                <a:spcPct val="90000"/>
              </a:lnSpc>
              <a:spcBef>
                <a:spcPts val="1001"/>
              </a:spcBef>
              <a:buClr>
                <a:srgbClr val="000000"/>
              </a:buClr>
              <a:buFont typeface="Arial" panose="020B0604020202020204" pitchFamily="34" charset="0"/>
              <a:buChar char="•"/>
            </a:pPr>
            <a:r>
              <a:rPr lang="en-IN" sz="1400" spc="-1">
                <a:solidFill>
                  <a:srgbClr val="000000"/>
                </a:solidFill>
                <a:latin typeface="Calibri"/>
              </a:rPr>
              <a:t>ISMS_3024_Configuration_Management_Policy</a:t>
            </a: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ISMS_3025_Network_Server_Security_Policy.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ISMS_3026_Software_Installation_Policy.</a:t>
            </a:r>
            <a:endParaRPr lang="en-IN" sz="1400" spc="-1">
              <a:solidFill>
                <a:srgbClr val="000000"/>
              </a:solidFill>
              <a:latin typeface="Calibri"/>
            </a:endParaRP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ISMS_3027_Security_in_Supplier_Relationships_Policy</a:t>
            </a: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ISMS_3028_Teleworking_Policy.</a:t>
            </a: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ISMS_3029_Business_continuity_policy</a:t>
            </a: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ISMS_3030_Capacity_Management_Policy</a:t>
            </a: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ISMS_3031_Change_and_Test_Management_Policy                                             ISMS_1019_Information_Control_Aplus                                                                       </a:t>
            </a:r>
          </a:p>
          <a:p>
            <a:pPr marL="285750" indent="-285750">
              <a:lnSpc>
                <a:spcPct val="90000"/>
              </a:lnSpc>
              <a:spcBef>
                <a:spcPts val="1001"/>
              </a:spcBef>
              <a:buClr>
                <a:srgbClr val="000000"/>
              </a:buClr>
              <a:buFont typeface="Arial"/>
              <a:buChar char="•"/>
            </a:pPr>
            <a:r>
              <a:rPr lang="en-US" sz="1400" spc="-1">
                <a:solidFill>
                  <a:srgbClr val="000000"/>
                </a:solidFill>
                <a:latin typeface="Calibri"/>
              </a:rPr>
              <a:t>ISMS_3032_Logging_and_Montioring_Policy</a:t>
            </a:r>
          </a:p>
        </p:txBody>
      </p:sp>
      <p:sp>
        <p:nvSpPr>
          <p:cNvPr id="5" name="TextBox 1">
            <a:extLst>
              <a:ext uri="{FF2B5EF4-FFF2-40B4-BE49-F238E27FC236}">
                <a16:creationId xmlns:a16="http://schemas.microsoft.com/office/drawing/2014/main" id="{2ABA78CA-5952-2621-B716-F43C457C119C}"/>
              </a:ext>
            </a:extLst>
          </p:cNvPr>
          <p:cNvSpPr/>
          <p:nvPr/>
        </p:nvSpPr>
        <p:spPr>
          <a:xfrm>
            <a:off x="6083640" y="1448155"/>
            <a:ext cx="5042897" cy="1573336"/>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90000"/>
              </a:lnSpc>
              <a:spcBef>
                <a:spcPts val="1001"/>
              </a:spcBef>
              <a:buClr>
                <a:srgbClr val="000000"/>
              </a:buClr>
            </a:pPr>
            <a:r>
              <a:rPr lang="en-US" sz="1400" spc="-1">
                <a:solidFill>
                  <a:srgbClr val="000000"/>
                </a:solidFill>
                <a:latin typeface="Calibri" panose="020F0502020204030204" pitchFamily="34" charset="0"/>
                <a:ea typeface="Calibri" panose="020F0502020204030204" pitchFamily="34" charset="0"/>
                <a:cs typeface="Calibri" panose="020F0502020204030204" pitchFamily="34" charset="0"/>
              </a:rPr>
              <a:t>Guidelines</a:t>
            </a:r>
          </a:p>
          <a:p>
            <a:pPr marL="285750" indent="-285750">
              <a:lnSpc>
                <a:spcPct val="90000"/>
              </a:lnSpc>
              <a:spcBef>
                <a:spcPts val="1001"/>
              </a:spcBef>
              <a:buClr>
                <a:srgbClr val="000000"/>
              </a:buClr>
              <a:buFont typeface="Arial" panose="020B0604020202020204" pitchFamily="34" charset="0"/>
              <a:buChar char="•"/>
            </a:pPr>
            <a:r>
              <a:rPr lang="en-IN" sz="1400" b="0" strike="noStrike" spc="-1">
                <a:latin typeface="Calibri" panose="020F0502020204030204" pitchFamily="34" charset="0"/>
                <a:ea typeface="Calibri" panose="020F0502020204030204" pitchFamily="34" charset="0"/>
                <a:cs typeface="Calibri" panose="020F0502020204030204" pitchFamily="34" charset="0"/>
              </a:rPr>
              <a:t>ISMS_1013_TG_Information_Asset_Classification_Guidelines</a:t>
            </a:r>
          </a:p>
          <a:p>
            <a:pPr marL="285750" indent="-285750">
              <a:lnSpc>
                <a:spcPct val="90000"/>
              </a:lnSpc>
              <a:spcBef>
                <a:spcPts val="1001"/>
              </a:spcBef>
              <a:buClr>
                <a:srgbClr val="000000"/>
              </a:buClr>
              <a:buFont typeface="Arial" panose="020B0604020202020204" pitchFamily="34" charset="0"/>
              <a:buChar char="•"/>
            </a:pPr>
            <a:r>
              <a:rPr lang="en-IN" sz="1400" spc="-1">
                <a:latin typeface="Calibri" panose="020F0502020204030204" pitchFamily="34" charset="0"/>
                <a:ea typeface="Calibri" panose="020F0502020204030204" pitchFamily="34" charset="0"/>
                <a:cs typeface="Calibri" panose="020F0502020204030204" pitchFamily="34" charset="0"/>
              </a:rPr>
              <a:t>ISMS_1014_TG_HR_Code_of_Conduct_Guideline</a:t>
            </a:r>
          </a:p>
          <a:p>
            <a:pPr marL="285750" indent="-285750">
              <a:lnSpc>
                <a:spcPct val="90000"/>
              </a:lnSpc>
              <a:spcBef>
                <a:spcPts val="1001"/>
              </a:spcBef>
              <a:buClr>
                <a:srgbClr val="000000"/>
              </a:buClr>
              <a:buFont typeface="Arial" panose="020B0604020202020204" pitchFamily="34" charset="0"/>
              <a:buChar char="•"/>
            </a:pPr>
            <a:r>
              <a:rPr lang="en-IN" sz="1400" b="0" strike="noStrike" spc="-1">
                <a:latin typeface="Calibri" panose="020F0502020204030204" pitchFamily="34" charset="0"/>
                <a:ea typeface="Calibri" panose="020F0502020204030204" pitchFamily="34" charset="0"/>
                <a:cs typeface="Calibri" panose="020F0502020204030204" pitchFamily="34" charset="0"/>
              </a:rPr>
              <a:t>ISMS_1015_TG_HR_Information_Security_Guidelines</a:t>
            </a:r>
          </a:p>
          <a:p>
            <a:pPr marL="285750" indent="-285750">
              <a:lnSpc>
                <a:spcPct val="90000"/>
              </a:lnSpc>
              <a:spcBef>
                <a:spcPts val="1001"/>
              </a:spcBef>
              <a:buClr>
                <a:srgbClr val="000000"/>
              </a:buClr>
              <a:buFont typeface="Arial" panose="020B0604020202020204" pitchFamily="34" charset="0"/>
              <a:buChar char="•"/>
            </a:pPr>
            <a:r>
              <a:rPr lang="en-IN" sz="1400" spc="-1">
                <a:latin typeface="Calibri" panose="020F0502020204030204" pitchFamily="34" charset="0"/>
                <a:ea typeface="Calibri" panose="020F0502020204030204" pitchFamily="34" charset="0"/>
                <a:cs typeface="Calibri" panose="020F0502020204030204" pitchFamily="34" charset="0"/>
              </a:rPr>
              <a:t>ISMS_1020__TG_Acceptable_use_of_assets_Guidelines</a:t>
            </a:r>
            <a:endParaRPr lang="en-IN" sz="1400" b="0" strike="noStrike" spc="-1">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p:nvPr>
        </p:nvSpPr>
        <p:spPr>
          <a:xfrm>
            <a:off x="448560" y="1165170"/>
            <a:ext cx="11332800" cy="673970"/>
          </a:xfrm>
          <a:prstGeom prst="rect">
            <a:avLst/>
          </a:prstGeom>
          <a:noFill/>
          <a:ln w="0">
            <a:noFill/>
          </a:ln>
        </p:spPr>
        <p:txBody>
          <a:bodyPr lIns="90000" tIns="45000" rIns="90000" bIns="45000" numCol="1" spcCol="0" anchor="t">
            <a:noAutofit/>
          </a:bodyPr>
          <a:lstStyle/>
          <a:p>
            <a:pPr marL="355680" indent="-343440">
              <a:lnSpc>
                <a:spcPct val="100000"/>
              </a:lnSpc>
              <a:spcBef>
                <a:spcPts val="471"/>
              </a:spcBef>
              <a:buClr>
                <a:srgbClr val="000000"/>
              </a:buClr>
              <a:buFont typeface="Arial,Sans-Serif"/>
              <a:buChar char="•"/>
            </a:pPr>
            <a:r>
              <a:rPr lang="en-IN" sz="2000" b="0" strike="noStrike" spc="-1">
                <a:latin typeface="Calibri" panose="020F0502020204030204" pitchFamily="34" charset="0"/>
                <a:cs typeface="Calibri" panose="020F0502020204030204" pitchFamily="34" charset="0"/>
              </a:rPr>
              <a:t>Organization Roles and Responsibility of various functions can be referred from  </a:t>
            </a:r>
            <a:r>
              <a:rPr lang="en-IN" sz="2000">
                <a:hlinkClick r:id="rId3"/>
              </a:rPr>
              <a:t>JIAS</a:t>
            </a:r>
            <a:r>
              <a:rPr lang="en-IN" sz="2000" b="0" strike="noStrike" spc="-1">
                <a:latin typeface="Calibri" panose="020F0502020204030204" pitchFamily="34" charset="0"/>
                <a:cs typeface="Calibri" panose="020F0502020204030204" pitchFamily="34" charset="0"/>
              </a:rPr>
              <a:t> </a:t>
            </a:r>
            <a:endParaRPr lang="en-IN" sz="2000" b="0" strike="noStrike" spc="-1">
              <a:solidFill>
                <a:srgbClr val="FF0000"/>
              </a:solidFill>
              <a:latin typeface="Arial"/>
            </a:endParaRPr>
          </a:p>
        </p:txBody>
      </p:sp>
      <p:sp>
        <p:nvSpPr>
          <p:cNvPr id="248" name="PlaceHolder 2"/>
          <p:cNvSpPr>
            <a:spLocks noGrp="1"/>
          </p:cNvSpPr>
          <p:nvPr>
            <p:ph type="sldNum"/>
          </p:nvPr>
        </p:nvSpPr>
        <p:spPr>
          <a:xfrm>
            <a:off x="10134720" y="6423120"/>
            <a:ext cx="1217160" cy="296280"/>
          </a:xfrm>
          <a:prstGeom prst="rect">
            <a:avLst/>
          </a:prstGeom>
          <a:noFill/>
          <a:ln w="0">
            <a:noFill/>
          </a:ln>
        </p:spPr>
        <p:txBody>
          <a:bodyPr lIns="90000" tIns="45000" rIns="90000" bIns="45000" anchor="ctr">
            <a:noAutofit/>
          </a:bodyPr>
          <a:lstStyle/>
          <a:p>
            <a:pPr algn="r">
              <a:lnSpc>
                <a:spcPct val="100000"/>
              </a:lnSpc>
              <a:buNone/>
            </a:pPr>
            <a:fld id="{6B1D3664-7732-41EB-BCFF-542A1DA1CA53}" type="slidenum">
              <a:rPr lang="en-IN" sz="1200" b="0" strike="noStrike" spc="-1">
                <a:solidFill>
                  <a:srgbClr val="8B8B8B"/>
                </a:solidFill>
                <a:latin typeface="Calibri"/>
                <a:ea typeface="DejaVu Sans"/>
              </a:rPr>
              <a:t>29</a:t>
            </a:fld>
            <a:endParaRPr lang="en-IN" sz="1200" b="0" strike="noStrike" spc="-1">
              <a:latin typeface="Times New Roman"/>
            </a:endParaRPr>
          </a:p>
        </p:txBody>
      </p:sp>
      <p:sp>
        <p:nvSpPr>
          <p:cNvPr id="249" name="TextBox 3"/>
          <p:cNvSpPr/>
          <p:nvPr/>
        </p:nvSpPr>
        <p:spPr>
          <a:xfrm>
            <a:off x="438480" y="540000"/>
            <a:ext cx="5500440" cy="521766"/>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100000"/>
              </a:lnSpc>
              <a:buNone/>
            </a:pPr>
            <a:r>
              <a:rPr lang="en-IN" sz="2800" b="0" strike="noStrike" spc="-1">
                <a:solidFill>
                  <a:srgbClr val="1A237E"/>
                </a:solidFill>
                <a:latin typeface="Calibri"/>
                <a:ea typeface="DejaVu Sans"/>
              </a:rPr>
              <a:t>Roles and Responsibility</a:t>
            </a:r>
            <a:endParaRPr lang="en-IN" sz="2800" b="0" strike="noStrike" spc="-1">
              <a:latin typeface="Arial"/>
            </a:endParaRPr>
          </a:p>
        </p:txBody>
      </p:sp>
      <p:graphicFrame>
        <p:nvGraphicFramePr>
          <p:cNvPr id="3" name="Table 2">
            <a:extLst>
              <a:ext uri="{FF2B5EF4-FFF2-40B4-BE49-F238E27FC236}">
                <a16:creationId xmlns:a16="http://schemas.microsoft.com/office/drawing/2014/main" id="{BBDF4B0D-7379-CB9D-8436-BE013DFA5885}"/>
              </a:ext>
            </a:extLst>
          </p:cNvPr>
          <p:cNvGraphicFramePr>
            <a:graphicFrameLocks noGrp="1"/>
          </p:cNvGraphicFramePr>
          <p:nvPr>
            <p:extLst>
              <p:ext uri="{D42A27DB-BD31-4B8C-83A1-F6EECF244321}">
                <p14:modId xmlns:p14="http://schemas.microsoft.com/office/powerpoint/2010/main" val="163904789"/>
              </p:ext>
            </p:extLst>
          </p:nvPr>
        </p:nvGraphicFramePr>
        <p:xfrm>
          <a:off x="448560" y="1839140"/>
          <a:ext cx="10895479" cy="4601183"/>
        </p:xfrm>
        <a:graphic>
          <a:graphicData uri="http://schemas.openxmlformats.org/drawingml/2006/table">
            <a:tbl>
              <a:tblPr/>
              <a:tblGrid>
                <a:gridCol w="1663615">
                  <a:extLst>
                    <a:ext uri="{9D8B030D-6E8A-4147-A177-3AD203B41FA5}">
                      <a16:colId xmlns:a16="http://schemas.microsoft.com/office/drawing/2014/main" val="2186767443"/>
                    </a:ext>
                  </a:extLst>
                </a:gridCol>
                <a:gridCol w="9231864">
                  <a:extLst>
                    <a:ext uri="{9D8B030D-6E8A-4147-A177-3AD203B41FA5}">
                      <a16:colId xmlns:a16="http://schemas.microsoft.com/office/drawing/2014/main" val="2001945267"/>
                    </a:ext>
                  </a:extLst>
                </a:gridCol>
              </a:tblGrid>
              <a:tr h="1667378">
                <a:tc>
                  <a:txBody>
                    <a:bodyPr/>
                    <a:lstStyle/>
                    <a:p>
                      <a:pPr algn="l" fontAlgn="ctr"/>
                      <a:r>
                        <a:rPr lang="en-IN" sz="1600" b="1" i="0" u="none" strike="noStrike" baseline="0">
                          <a:solidFill>
                            <a:srgbClr val="000000"/>
                          </a:solidFill>
                          <a:effectLst/>
                          <a:latin typeface="Calibri" panose="020F0502020204030204" pitchFamily="34" charset="0"/>
                        </a:rPr>
                        <a:t>ISM</a:t>
                      </a:r>
                      <a:r>
                        <a:rPr lang="en-IN" sz="1600" b="1" i="0" u="none" strike="noStrike">
                          <a:solidFill>
                            <a:srgbClr val="000000"/>
                          </a:solidFill>
                          <a:effectLst/>
                          <a:latin typeface="Calibri" panose="020F0502020204030204" pitchFamily="34" charset="0"/>
                        </a:rPr>
                        <a:t> – Information Security Manager</a:t>
                      </a:r>
                    </a:p>
                  </a:txBody>
                  <a:tcPr marL="3809" marR="3809" marT="3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Calibri" panose="020F0502020204030204" pitchFamily="34" charset="0"/>
                        </a:rPr>
                        <a:t>1. Develop policies, procedures, and standards to ensure security, confidentiality and privacy of information that is consistent with organizational Information security policy.</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2. Planning and Execution of the ISMS Audit in the Organization.</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3. Coordinating in analyzing the incidence and implementing the corrective action for the incidence.</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4. Defining and implementing appropriate safeguards to ensure the Confidentiality, Integrity, and Availability of the information asset.</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5. Responsible for review and approval of Risk Management process.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6. Ensure that the security aspects and day-to-day security operations of the information system.</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7. Collaborating with other teams (IT, HR, Admin, etc.) to improve overall security posture. Communicating security issues and strategies to senior management and stakeholders.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8. Collaborating with stakeholders across the organization to develop comprehensive Business Continuity Plans (BCPs) and (DRP) Disaster Management and Recovery Plan that address IT infra, General, physical infra.</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9. Assessing and monitoring the ISMS compliance in the organization.</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10. Status reporting of the ISMS Non - Compliance to the Senior Management.</a:t>
                      </a:r>
                    </a:p>
                  </a:txBody>
                  <a:tcPr marL="3809" marR="3809" marT="3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84172"/>
                  </a:ext>
                </a:extLst>
              </a:tr>
              <a:tr h="911197">
                <a:tc>
                  <a:txBody>
                    <a:bodyPr/>
                    <a:lstStyle/>
                    <a:p>
                      <a:pPr algn="l" fontAlgn="ctr"/>
                      <a:r>
                        <a:rPr lang="en-IN" sz="1600" b="1" i="0" u="none" strike="noStrike">
                          <a:solidFill>
                            <a:srgbClr val="000000"/>
                          </a:solidFill>
                          <a:effectLst/>
                          <a:latin typeface="Calibri" panose="020F0502020204030204" pitchFamily="34" charset="0"/>
                        </a:rPr>
                        <a:t>Coordinator Business continuity (CBC)</a:t>
                      </a:r>
                    </a:p>
                  </a:txBody>
                  <a:tcPr marL="3809" marR="3809" marT="3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Calibri" panose="020F0502020204030204" pitchFamily="34" charset="0"/>
                        </a:rPr>
                        <a:t>1. CBC (Coordinator Business Continuity) would be assigned and be responsible for handling the BCP on cases of the disaster. The CBC would report to the Steering Committee</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2. Periodically reviewing the adequacy and appropriateness of its Business Continuity strategy.</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3. Assessing the impact on the Business Continuity Plan by modifying the existing business functions, procedures, equipment, and facilities requirements.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4. Keeping recovery team personnel assignments current, considering promotions, transfers, and terminations.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5. Act as single point of contact for business functions and oversee BCP operations.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6. Responsible</a:t>
                      </a:r>
                      <a:r>
                        <a:rPr lang="en-US" sz="1000" b="0" i="0" u="none" strike="noStrike" baseline="0">
                          <a:solidFill>
                            <a:srgbClr val="000000"/>
                          </a:solidFill>
                          <a:effectLst/>
                          <a:latin typeface="Calibri" panose="020F0502020204030204" pitchFamily="34" charset="0"/>
                        </a:rPr>
                        <a:t> </a:t>
                      </a:r>
                      <a:r>
                        <a:rPr lang="en-US" sz="1000" b="0" i="0" u="none" strike="noStrike">
                          <a:solidFill>
                            <a:srgbClr val="000000"/>
                          </a:solidFill>
                          <a:effectLst/>
                          <a:latin typeface="Calibri" panose="020F0502020204030204" pitchFamily="34" charset="0"/>
                        </a:rPr>
                        <a:t>for grading the contingency (G, Y, O, R).</a:t>
                      </a:r>
                    </a:p>
                  </a:txBody>
                  <a:tcPr marL="3809" marR="3809" marT="3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2938097"/>
                  </a:ext>
                </a:extLst>
              </a:tr>
              <a:tr h="1213669">
                <a:tc>
                  <a:txBody>
                    <a:bodyPr/>
                    <a:lstStyle/>
                    <a:p>
                      <a:pPr algn="l" fontAlgn="ctr"/>
                      <a:r>
                        <a:rPr lang="en-IN" sz="1600" b="1" i="0" u="none" strike="noStrike">
                          <a:solidFill>
                            <a:srgbClr val="000000"/>
                          </a:solidFill>
                          <a:effectLst/>
                          <a:latin typeface="Calibri" panose="020F0502020204030204" pitchFamily="34" charset="0"/>
                        </a:rPr>
                        <a:t>Steering Committee</a:t>
                      </a:r>
                    </a:p>
                  </a:txBody>
                  <a:tcPr marL="3809" marR="3809" marT="3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Calibri" panose="020F0502020204030204" pitchFamily="34" charset="0"/>
                        </a:rPr>
                        <a:t>1.Interpreting the business and information needs to the organization and translating them in to ISMS initiatives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2.Setting Strategic direction for the ISMS Management based on the Inputs from the Executive committee</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3.Ensuring that ISMS Management Investment is aligned to the Strategic goals of the Organization</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4.Ensuring the Project and Initiatives are aligned and coordinate to deliver the Right Values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5.Ensuring the ISMS Planning is integrated into the business planning</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6.Responsible for incidence handling and management</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7. Providing oversight and guidance on identification, assessment, and mitigation of information security risks across JI.</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8. Monitoring effectiveness of the ISMS through regular performance reviews, metrics, and KPIs related to information security.</a:t>
                      </a:r>
                    </a:p>
                  </a:txBody>
                  <a:tcPr marL="3809" marR="3809" marT="3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1069519"/>
                  </a:ext>
                </a:extLst>
              </a:tr>
              <a:tr h="779756">
                <a:tc>
                  <a:txBody>
                    <a:bodyPr/>
                    <a:lstStyle/>
                    <a:p>
                      <a:r>
                        <a:rPr lang="en-IN" sz="1600" b="1" i="0" kern="1200">
                          <a:solidFill>
                            <a:schemeClr val="tx1"/>
                          </a:solidFill>
                          <a:effectLst/>
                          <a:latin typeface="Calibri"/>
                          <a:ea typeface="Calibri"/>
                          <a:cs typeface="Calibri"/>
                        </a:rPr>
                        <a:t>Executive Committee</a:t>
                      </a:r>
                      <a:endParaRPr lang="en-IN" sz="1600" b="1" i="0">
                        <a:latin typeface="Calibri"/>
                        <a:ea typeface="Calibri"/>
                        <a:cs typeface="Calibri"/>
                      </a:endParaRPr>
                    </a:p>
                  </a:txBody>
                  <a:tcPr marL="3809" marR="3809" marT="3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l">
                        <a:spcAft>
                          <a:spcPts val="0"/>
                        </a:spcAft>
                      </a:pPr>
                      <a:r>
                        <a:rPr lang="en-US" sz="1000">
                          <a:effectLst/>
                          <a:latin typeface="Calibri" panose="020F0502020204030204" pitchFamily="34" charset="0"/>
                          <a:ea typeface="Calibri" panose="020F0502020204030204" pitchFamily="34" charset="0"/>
                          <a:cs typeface="Calibri" panose="020F0502020204030204" pitchFamily="34" charset="0"/>
                        </a:rPr>
                        <a:t>1. Set overall strategic direction and boundaries of the ISMS, defining clear objectives, policies, management frameworks to information security practices across the organization and delegate operational responsibilities to the respective members.</a:t>
                      </a:r>
                      <a:endParaRPr lang="en-IN" sz="1000">
                        <a:effectLst/>
                        <a:latin typeface="Calibri" panose="020F0502020204030204" pitchFamily="34" charset="0"/>
                        <a:ea typeface="Calibri" panose="020F0502020204030204" pitchFamily="34" charset="0"/>
                        <a:cs typeface="Calibri" panose="020F0502020204030204" pitchFamily="34" charset="0"/>
                      </a:endParaRPr>
                    </a:p>
                    <a:p>
                      <a:pPr marL="0" indent="0" algn="l">
                        <a:spcAft>
                          <a:spcPts val="0"/>
                        </a:spcAft>
                      </a:pPr>
                      <a:r>
                        <a:rPr lang="en-US" sz="1000">
                          <a:effectLst/>
                          <a:latin typeface="Calibri" panose="020F0502020204030204" pitchFamily="34" charset="0"/>
                          <a:ea typeface="Calibri" panose="020F0502020204030204" pitchFamily="34" charset="0"/>
                          <a:cs typeface="Calibri" panose="020F0502020204030204" pitchFamily="34" charset="0"/>
                        </a:rPr>
                        <a:t>2. Approve and oversee the development, review, and update of information security policies, standards, and guidelines.</a:t>
                      </a:r>
                    </a:p>
                    <a:p>
                      <a:pPr marL="0" indent="0" algn="l">
                        <a:spcAft>
                          <a:spcPts val="0"/>
                        </a:spcAft>
                      </a:pPr>
                      <a:r>
                        <a:rPr lang="en-US" sz="1000">
                          <a:effectLst/>
                          <a:latin typeface="Calibri" panose="020F0502020204030204" pitchFamily="34" charset="0"/>
                          <a:ea typeface="Calibri" panose="020F0502020204030204" pitchFamily="34" charset="0"/>
                          <a:cs typeface="Calibri" panose="020F0502020204030204" pitchFamily="34" charset="0"/>
                        </a:rPr>
                        <a:t>3.</a:t>
                      </a:r>
                      <a:r>
                        <a:rPr lang="en-US" sz="1000"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Oversee the organization's incident response and business continuity plan.</a:t>
                      </a:r>
                      <a:endParaRPr lang="en-IN" sz="1000">
                        <a:effectLst/>
                        <a:latin typeface="Calibri" panose="020F0502020204030204" pitchFamily="34" charset="0"/>
                        <a:ea typeface="Calibri" panose="020F0502020204030204" pitchFamily="34" charset="0"/>
                        <a:cs typeface="Calibri" panose="020F0502020204030204" pitchFamily="34" charset="0"/>
                      </a:endParaRPr>
                    </a:p>
                  </a:txBody>
                  <a:tcPr marL="114300" marR="11430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066809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041FD01-C0A5-41E2-8477-6E48932A110B}"/>
              </a:ext>
            </a:extLst>
          </p:cNvPr>
          <p:cNvSpPr>
            <a:spLocks noGrp="1"/>
          </p:cNvSpPr>
          <p:nvPr>
            <p:ph type="sldNum" sz="quarter" idx="4294967295"/>
          </p:nvPr>
        </p:nvSpPr>
        <p:spPr>
          <a:xfrm>
            <a:off x="9448800" y="6356350"/>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735547-B499-4273-BF07-F756EAEC2F7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8974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I_Internal template_v1p1.pptx" id="{0F543774-A6A3-4FF2-8F08-E115CB94901B}" vid="{B3F4707F-3AF0-474F-8B43-F78F808E2BEF}"/>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I_Internal template_v1p1.pptx" id="{0F543774-A6A3-4FF2-8F08-E115CB94901B}" vid="{B3F4707F-3AF0-474F-8B43-F78F808E2BE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60F794EE8B7F4896CF96123B576A02" ma:contentTypeVersion="14" ma:contentTypeDescription="Create a new document." ma:contentTypeScope="" ma:versionID="a515f5e97c337ced10d4210d6ad70d57">
  <xsd:schema xmlns:xsd="http://www.w3.org/2001/XMLSchema" xmlns:xs="http://www.w3.org/2001/XMLSchema" xmlns:p="http://schemas.microsoft.com/office/2006/metadata/properties" xmlns:ns2="82aca38d-74d5-4ce7-920c-59228ba159e1" xmlns:ns3="204c8fdd-6a95-4db6-9bb5-c65d7126e426" targetNamespace="http://schemas.microsoft.com/office/2006/metadata/properties" ma:root="true" ma:fieldsID="48b2a20fcc60b9779bf550ce6025378e" ns2:_="" ns3:_="">
    <xsd:import namespace="82aca38d-74d5-4ce7-920c-59228ba159e1"/>
    <xsd:import namespace="204c8fdd-6a95-4db6-9bb5-c65d7126e4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aca38d-74d5-4ce7-920c-59228ba159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6d8ae02-67be-425d-859a-0c16ee0cf0f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04c8fdd-6a95-4db6-9bb5-c65d7126e42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497cf32-f975-48ff-8ef4-ce7729ecca1e}" ma:internalName="TaxCatchAll" ma:showField="CatchAllData" ma:web="204c8fdd-6a95-4db6-9bb5-c65d7126e4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2aca38d-74d5-4ce7-920c-59228ba159e1">
      <Terms xmlns="http://schemas.microsoft.com/office/infopath/2007/PartnerControls"/>
    </lcf76f155ced4ddcb4097134ff3c332f>
    <TaxCatchAll xmlns="204c8fdd-6a95-4db6-9bb5-c65d7126e426" xsi:nil="true"/>
  </documentManagement>
</p:properties>
</file>

<file path=customXml/itemProps1.xml><?xml version="1.0" encoding="utf-8"?>
<ds:datastoreItem xmlns:ds="http://schemas.openxmlformats.org/officeDocument/2006/customXml" ds:itemID="{0093F12C-21C4-4F44-B0B1-575D66BC0054}">
  <ds:schemaRefs>
    <ds:schemaRef ds:uri="204c8fdd-6a95-4db6-9bb5-c65d7126e426"/>
    <ds:schemaRef ds:uri="82aca38d-74d5-4ce7-920c-59228ba159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B471FB9-B07D-436E-8E35-2AAC6F474D5D}">
  <ds:schemaRefs>
    <ds:schemaRef ds:uri="http://schemas.microsoft.com/sharepoint/v3/contenttype/forms"/>
  </ds:schemaRefs>
</ds:datastoreItem>
</file>

<file path=customXml/itemProps3.xml><?xml version="1.0" encoding="utf-8"?>
<ds:datastoreItem xmlns:ds="http://schemas.openxmlformats.org/officeDocument/2006/customXml" ds:itemID="{CE47CF68-CF11-4316-9FE1-0570158A41D1}">
  <ds:schemaRefs>
    <ds:schemaRef ds:uri="204c8fdd-6a95-4db6-9bb5-c65d7126e426"/>
    <ds:schemaRef ds:uri="82aca38d-74d5-4ce7-920c-59228ba159e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GT_1017_JI_PPT_InternalUse_Template</Template>
  <Application>Microsoft Office PowerPoint</Application>
  <PresentationFormat>Widescreen</PresentationFormat>
  <Slides>30</Slides>
  <Notes>26</Notes>
  <HiddenSlides>0</HiddenSlides>
  <ScaleCrop>false</ScaleCrop>
  <HeadingPairs>
    <vt:vector size="4" baseType="variant">
      <vt:variant>
        <vt:lpstr>Theme</vt:lpstr>
      </vt:variant>
      <vt:variant>
        <vt:i4>4</vt:i4>
      </vt:variant>
      <vt:variant>
        <vt:lpstr>Slide Titles</vt:lpstr>
      </vt:variant>
      <vt:variant>
        <vt:i4>30</vt:i4>
      </vt:variant>
    </vt:vector>
  </HeadingPairs>
  <TitlesOfParts>
    <vt:vector size="34" baseType="lpstr">
      <vt:lpstr>Office Theme</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Information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Arvindnivash.V</dc:creator>
  <dc:description/>
  <cp:revision>2</cp:revision>
  <dcterms:created xsi:type="dcterms:W3CDTF">2022-07-07T06:01:53Z</dcterms:created>
  <dcterms:modified xsi:type="dcterms:W3CDTF">2025-08-18T12:29:40Z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0x010100C360F794EE8B7F4896CF96123B576A02</vt:lpwstr>
  </property>
  <property fmtid="{D5CDD505-2E9C-101B-9397-08002B2CF9AE}" pid="3" name="Notes">
    <vt:i4>18</vt:i4>
  </property>
  <property fmtid="{D5CDD505-2E9C-101B-9397-08002B2CF9AE}" pid="4" name="PresentationFormat">
    <vt:lpwstr>Widescreen</vt:lpwstr>
  </property>
  <property fmtid="{D5CDD505-2E9C-101B-9397-08002B2CF9AE}" pid="5" name="Slides">
    <vt:i4>20</vt:i4>
  </property>
  <property fmtid="{D5CDD505-2E9C-101B-9397-08002B2CF9AE}" pid="6" name="MediaServiceImageTags">
    <vt:lpwstr/>
  </property>
</Properties>
</file>