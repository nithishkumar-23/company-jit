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71" r:id="rId9"/>
    <p:sldId id="262" r:id="rId10"/>
    <p:sldId id="263" r:id="rId11"/>
    <p:sldId id="264" r:id="rId12"/>
    <p:sldId id="273" r:id="rId13"/>
    <p:sldId id="265" r:id="rId14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0AE0B9-1693-8AEF-FE2E-BFA5E4175560}" v="2" dt="2024-10-29T06:19:58.91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nasekaran Harinath" userId="S::gunasekaran.harinath@jasmin-infotech.com::e3842484-4514-4d67-8a04-a71c45e3309d" providerId="AD" clId="Web-{580AE0B9-1693-8AEF-FE2E-BFA5E4175560}"/>
    <pc:docChg chg="modSld">
      <pc:chgData name="Gunasekaran Harinath" userId="S::gunasekaran.harinath@jasmin-infotech.com::e3842484-4514-4d67-8a04-a71c45e3309d" providerId="AD" clId="Web-{580AE0B9-1693-8AEF-FE2E-BFA5E4175560}" dt="2024-10-29T06:19:58.914" v="1" actId="1076"/>
      <pc:docMkLst>
        <pc:docMk/>
      </pc:docMkLst>
      <pc:sldChg chg="modSp">
        <pc:chgData name="Gunasekaran Harinath" userId="S::gunasekaran.harinath@jasmin-infotech.com::e3842484-4514-4d67-8a04-a71c45e3309d" providerId="AD" clId="Web-{580AE0B9-1693-8AEF-FE2E-BFA5E4175560}" dt="2024-10-29T06:19:58.914" v="1" actId="1076"/>
        <pc:sldMkLst>
          <pc:docMk/>
          <pc:sldMk cId="2991829583" sldId="272"/>
        </pc:sldMkLst>
        <pc:picChg chg="mod">
          <ac:chgData name="Gunasekaran Harinath" userId="S::gunasekaran.harinath@jasmin-infotech.com::e3842484-4514-4d67-8a04-a71c45e3309d" providerId="AD" clId="Web-{580AE0B9-1693-8AEF-FE2E-BFA5E4175560}" dt="2024-10-29T06:19:58.914" v="1" actId="1076"/>
          <ac:picMkLst>
            <pc:docMk/>
            <pc:sldMk cId="2991829583" sldId="272"/>
            <ac:picMk id="4" creationId="{7D0AC85C-A299-0B3B-008E-1BE853B3B2D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0" y="228600"/>
            <a:ext cx="5994000" cy="533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52640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6553199"/>
            <a:ext cx="12192000" cy="304800"/>
          </a:xfrm>
          <a:custGeom>
            <a:avLst/>
            <a:gdLst/>
            <a:ahLst/>
            <a:cxnLst/>
            <a:rect l="l" t="t" r="r" b="b"/>
            <a:pathLst>
              <a:path w="12192000" h="304800">
                <a:moveTo>
                  <a:pt x="12192000" y="0"/>
                </a:moveTo>
                <a:lnTo>
                  <a:pt x="0" y="0"/>
                </a:lnTo>
                <a:lnTo>
                  <a:pt x="0" y="304800"/>
                </a:lnTo>
                <a:lnTo>
                  <a:pt x="12192000" y="3048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375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914400"/>
            <a:ext cx="12192000" cy="152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046207" y="294131"/>
            <a:ext cx="1752600" cy="56235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241503"/>
            <a:ext cx="12034520" cy="391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5343" y="1537157"/>
            <a:ext cx="11221313" cy="2772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7" Type="http://schemas.openxmlformats.org/officeDocument/2006/relationships/hyperlink" Target="http://www.jasmin-infotech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79808" cy="685799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626597" y="6575856"/>
            <a:ext cx="14865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>
                <a:latin typeface="Calibri"/>
                <a:cs typeface="Calibri"/>
              </a:rPr>
              <a:t>JASMIN</a:t>
            </a:r>
            <a:r>
              <a:rPr sz="1200" b="1" spc="-25">
                <a:latin typeface="Calibri"/>
                <a:cs typeface="Calibri"/>
              </a:rPr>
              <a:t> </a:t>
            </a:r>
            <a:r>
              <a:rPr sz="1200" b="1" spc="-5">
                <a:latin typeface="Calibri"/>
                <a:cs typeface="Calibri"/>
              </a:rPr>
              <a:t>CONFIDENTIAL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038600" y="152400"/>
            <a:ext cx="7949565" cy="3538854"/>
            <a:chOff x="4038600" y="152400"/>
            <a:chExt cx="7949565" cy="3538854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38600" y="2500883"/>
              <a:ext cx="4191000" cy="119024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058400" y="152400"/>
              <a:ext cx="1752600" cy="56235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48088" y="780428"/>
              <a:ext cx="2139695" cy="3501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357247" y="1420367"/>
              <a:ext cx="1318026" cy="87782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895850" y="5705152"/>
            <a:ext cx="2399665" cy="343684"/>
          </a:xfrm>
          <a:prstGeom prst="rect">
            <a:avLst/>
          </a:prstGeom>
        </p:spPr>
        <p:txBody>
          <a:bodyPr vert="horz" wrap="square" lIns="0" tIns="1270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400" b="1" u="heavy">
                <a:solidFill>
                  <a:srgbClr val="000099"/>
                </a:solidFill>
                <a:uFill>
                  <a:solidFill>
                    <a:srgbClr val="000099"/>
                  </a:solidFill>
                </a:uFill>
                <a:latin typeface="Tahoma"/>
                <a:cs typeface="Tahoma"/>
                <a:hlinkClick r:id="rId7"/>
              </a:rPr>
              <a:t>www.jasmin-infotech.com</a:t>
            </a:r>
            <a:endParaRPr lang="en-US" sz="1400">
              <a:latin typeface="Tahoma"/>
              <a:ea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81097" y="3867099"/>
            <a:ext cx="7054215" cy="1403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14629" algn="ctr">
              <a:lnSpc>
                <a:spcPct val="100000"/>
              </a:lnSpc>
              <a:spcBef>
                <a:spcPts val="100"/>
              </a:spcBef>
            </a:pPr>
            <a:r>
              <a:rPr sz="2400" b="1">
                <a:latin typeface="Palatino Linotype"/>
                <a:cs typeface="Palatino Linotype"/>
              </a:rPr>
              <a:t>Helping</a:t>
            </a:r>
            <a:r>
              <a:rPr sz="2400" b="1" spc="-40">
                <a:latin typeface="Palatino Linotype"/>
                <a:cs typeface="Palatino Linotype"/>
              </a:rPr>
              <a:t> </a:t>
            </a:r>
            <a:r>
              <a:rPr sz="2400" b="1" spc="-5">
                <a:latin typeface="Palatino Linotype"/>
                <a:cs typeface="Palatino Linotype"/>
              </a:rPr>
              <a:t>you</a:t>
            </a:r>
            <a:r>
              <a:rPr sz="2400" b="1" spc="-20">
                <a:latin typeface="Palatino Linotype"/>
                <a:cs typeface="Palatino Linotype"/>
              </a:rPr>
              <a:t> </a:t>
            </a:r>
            <a:r>
              <a:rPr sz="2400" b="1" spc="-5">
                <a:latin typeface="Palatino Linotype"/>
                <a:cs typeface="Palatino Linotype"/>
              </a:rPr>
              <a:t>Innovate</a:t>
            </a:r>
            <a:endParaRPr sz="24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4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800" b="1" u="heavy" spc="-80">
                <a:solidFill>
                  <a:srgbClr val="000076"/>
                </a:solidFill>
                <a:uFill>
                  <a:solidFill>
                    <a:srgbClr val="000076"/>
                  </a:solidFill>
                </a:uFill>
                <a:latin typeface="Calibri"/>
                <a:cs typeface="Calibri"/>
              </a:rPr>
              <a:t>Test</a:t>
            </a:r>
            <a:r>
              <a:rPr sz="2800" b="1" u="heavy" spc="25">
                <a:solidFill>
                  <a:srgbClr val="000076"/>
                </a:solidFill>
                <a:uFill>
                  <a:solidFill>
                    <a:srgbClr val="000076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10">
                <a:solidFill>
                  <a:srgbClr val="000076"/>
                </a:solidFill>
                <a:uFill>
                  <a:solidFill>
                    <a:srgbClr val="000076"/>
                  </a:solidFill>
                </a:uFill>
                <a:latin typeface="Calibri"/>
                <a:cs typeface="Calibri"/>
              </a:rPr>
              <a:t>Plan,</a:t>
            </a:r>
            <a:r>
              <a:rPr sz="2800" b="1" u="heavy">
                <a:solidFill>
                  <a:srgbClr val="000076"/>
                </a:solidFill>
                <a:uFill>
                  <a:solidFill>
                    <a:srgbClr val="000076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80">
                <a:solidFill>
                  <a:srgbClr val="000076"/>
                </a:solidFill>
                <a:uFill>
                  <a:solidFill>
                    <a:srgbClr val="000076"/>
                  </a:solidFill>
                </a:uFill>
                <a:latin typeface="Calibri"/>
                <a:cs typeface="Calibri"/>
              </a:rPr>
              <a:t>Test</a:t>
            </a:r>
            <a:r>
              <a:rPr sz="2800" b="1" u="heavy" spc="25">
                <a:solidFill>
                  <a:srgbClr val="000076"/>
                </a:solidFill>
                <a:uFill>
                  <a:solidFill>
                    <a:srgbClr val="000076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15">
                <a:solidFill>
                  <a:srgbClr val="000076"/>
                </a:solidFill>
                <a:uFill>
                  <a:solidFill>
                    <a:srgbClr val="000076"/>
                  </a:solidFill>
                </a:uFill>
                <a:latin typeface="Calibri"/>
                <a:cs typeface="Calibri"/>
              </a:rPr>
              <a:t>Report</a:t>
            </a:r>
            <a:r>
              <a:rPr sz="2800" b="1" u="heavy" spc="5">
                <a:solidFill>
                  <a:srgbClr val="000076"/>
                </a:solidFill>
                <a:uFill>
                  <a:solidFill>
                    <a:srgbClr val="000076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5">
                <a:solidFill>
                  <a:srgbClr val="000076"/>
                </a:solidFill>
                <a:uFill>
                  <a:solidFill>
                    <a:srgbClr val="000076"/>
                  </a:solidFill>
                </a:uFill>
                <a:latin typeface="Calibri"/>
                <a:cs typeface="Calibri"/>
              </a:rPr>
              <a:t>&amp;</a:t>
            </a:r>
            <a:r>
              <a:rPr sz="2800" b="1" u="heavy" spc="10">
                <a:solidFill>
                  <a:srgbClr val="000076"/>
                </a:solidFill>
                <a:uFill>
                  <a:solidFill>
                    <a:srgbClr val="000076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5">
                <a:solidFill>
                  <a:srgbClr val="000076"/>
                </a:solidFill>
                <a:uFill>
                  <a:solidFill>
                    <a:srgbClr val="000076"/>
                  </a:solidFill>
                </a:uFill>
                <a:latin typeface="Calibri"/>
                <a:cs typeface="Calibri"/>
              </a:rPr>
              <a:t>Bug</a:t>
            </a:r>
            <a:r>
              <a:rPr sz="2800" b="1" u="heavy" spc="5">
                <a:solidFill>
                  <a:srgbClr val="000076"/>
                </a:solidFill>
                <a:uFill>
                  <a:solidFill>
                    <a:srgbClr val="000076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15">
                <a:solidFill>
                  <a:srgbClr val="000076"/>
                </a:solidFill>
                <a:uFill>
                  <a:solidFill>
                    <a:srgbClr val="000076"/>
                  </a:solidFill>
                </a:uFill>
                <a:latin typeface="Calibri"/>
                <a:cs typeface="Calibri"/>
              </a:rPr>
              <a:t>Report</a:t>
            </a:r>
            <a:r>
              <a:rPr sz="2800" b="1" u="heavy" spc="15">
                <a:solidFill>
                  <a:srgbClr val="000076"/>
                </a:solidFill>
                <a:uFill>
                  <a:solidFill>
                    <a:srgbClr val="000076"/>
                  </a:solidFill>
                </a:uFill>
                <a:latin typeface="Calibri"/>
                <a:cs typeface="Calibri"/>
              </a:rPr>
              <a:t> </a:t>
            </a:r>
            <a:r>
              <a:rPr sz="2800" b="1" u="heavy" spc="-15">
                <a:solidFill>
                  <a:srgbClr val="000076"/>
                </a:solidFill>
                <a:uFill>
                  <a:solidFill>
                    <a:srgbClr val="000076"/>
                  </a:solidFill>
                </a:uFill>
                <a:latin typeface="Calibri"/>
                <a:cs typeface="Calibri"/>
              </a:rPr>
              <a:t>Preparation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7320" y="241503"/>
            <a:ext cx="9817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t>A</a:t>
            </a:r>
            <a:r>
              <a:rPr spc="-30"/>
              <a:t>g</a:t>
            </a:r>
            <a:r>
              <a:rPr spc="-5"/>
              <a:t>en</a:t>
            </a:r>
            <a:r>
              <a:rPr spc="-15"/>
              <a:t>d</a:t>
            </a:r>
            <a:r>
              <a:t>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441" y="1158811"/>
            <a:ext cx="3924300" cy="222186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8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spc="-65">
                <a:latin typeface="Calibri"/>
                <a:cs typeface="Calibri"/>
              </a:rPr>
              <a:t>Test</a:t>
            </a:r>
            <a:r>
              <a:rPr sz="2400" spc="-30">
                <a:latin typeface="Calibri"/>
                <a:cs typeface="Calibri"/>
              </a:rPr>
              <a:t> </a:t>
            </a:r>
            <a:r>
              <a:rPr sz="2400" spc="-5">
                <a:latin typeface="Calibri"/>
                <a:cs typeface="Calibri"/>
              </a:rPr>
              <a:t>Plan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spc="-65">
                <a:latin typeface="Calibri"/>
                <a:cs typeface="Calibri"/>
              </a:rPr>
              <a:t>Test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 spc="-5">
                <a:latin typeface="Calibri"/>
                <a:cs typeface="Calibri"/>
              </a:rPr>
              <a:t>Plan</a:t>
            </a:r>
            <a:r>
              <a:rPr sz="2400" spc="-1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Major</a:t>
            </a:r>
            <a:r>
              <a:rPr sz="2400" spc="-2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Components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spc="-35">
                <a:latin typeface="Calibri"/>
                <a:cs typeface="Calibri"/>
              </a:rPr>
              <a:t>TestCase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 spc="-20">
                <a:latin typeface="Calibri"/>
                <a:cs typeface="Calibri"/>
              </a:rPr>
              <a:t>Parameters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spc="-65">
                <a:latin typeface="Calibri"/>
                <a:cs typeface="Calibri"/>
              </a:rPr>
              <a:t>Test</a:t>
            </a:r>
            <a:r>
              <a:rPr sz="2400" spc="-6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Report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>
                <a:latin typeface="Calibri"/>
                <a:cs typeface="Calibri"/>
              </a:rPr>
              <a:t>Bug</a:t>
            </a:r>
            <a:r>
              <a:rPr sz="2400" spc="-9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Report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41503"/>
            <a:ext cx="11474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/>
              <a:t>T</a:t>
            </a:r>
            <a:r>
              <a:rPr spc="-5"/>
              <a:t>e</a:t>
            </a:r>
            <a:r>
              <a:rPr spc="-25"/>
              <a:t>s</a:t>
            </a:r>
            <a:r>
              <a:t>t</a:t>
            </a:r>
            <a:r>
              <a:rPr spc="-10"/>
              <a:t> </a:t>
            </a:r>
            <a:r>
              <a:rPr spc="-5"/>
              <a:t>P</a:t>
            </a:r>
            <a:r>
              <a:rPr spc="-15"/>
              <a:t>l</a:t>
            </a:r>
            <a:r>
              <a:t>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441" y="1241501"/>
            <a:ext cx="11249660" cy="35214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355600" indent="-342900"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lang="en-US" sz="2400">
                <a:latin typeface="Calibri"/>
                <a:cs typeface="Times New Roman"/>
              </a:rPr>
              <a:t>Describing</a:t>
            </a:r>
            <a:r>
              <a:rPr lang="en-US" sz="2400" spc="-30">
                <a:latin typeface="Calibri"/>
                <a:cs typeface="Times New Roman"/>
              </a:rPr>
              <a:t> </a:t>
            </a:r>
            <a:r>
              <a:rPr lang="en-US" sz="2400">
                <a:latin typeface="Calibri"/>
                <a:cs typeface="Times New Roman"/>
              </a:rPr>
              <a:t>the</a:t>
            </a:r>
            <a:r>
              <a:rPr lang="en-US" sz="2400" spc="-10">
                <a:latin typeface="Calibri"/>
                <a:cs typeface="Times New Roman"/>
              </a:rPr>
              <a:t> </a:t>
            </a:r>
            <a:r>
              <a:rPr lang="en-US" sz="2400">
                <a:latin typeface="Calibri"/>
                <a:cs typeface="Times New Roman"/>
              </a:rPr>
              <a:t>scope,</a:t>
            </a:r>
            <a:r>
              <a:rPr lang="en-US" sz="2400" spc="-10">
                <a:latin typeface="Calibri"/>
                <a:cs typeface="Times New Roman"/>
              </a:rPr>
              <a:t> </a:t>
            </a:r>
            <a:r>
              <a:rPr lang="en-US" sz="2400">
                <a:latin typeface="Calibri"/>
                <a:cs typeface="Times New Roman"/>
              </a:rPr>
              <a:t>approach,</a:t>
            </a:r>
            <a:r>
              <a:rPr lang="en-US" sz="2400" spc="-25">
                <a:latin typeface="Calibri"/>
                <a:cs typeface="Times New Roman"/>
              </a:rPr>
              <a:t> </a:t>
            </a:r>
            <a:r>
              <a:rPr lang="en-US" sz="2400">
                <a:latin typeface="Calibri"/>
                <a:cs typeface="Times New Roman"/>
              </a:rPr>
              <a:t>resources</a:t>
            </a:r>
            <a:r>
              <a:rPr lang="en-US" sz="2400" spc="-5">
                <a:latin typeface="Calibri"/>
                <a:cs typeface="Times New Roman"/>
              </a:rPr>
              <a:t> </a:t>
            </a:r>
            <a:r>
              <a:rPr lang="en-US" sz="2400">
                <a:latin typeface="Calibri"/>
                <a:cs typeface="Times New Roman"/>
              </a:rPr>
              <a:t>and</a:t>
            </a:r>
            <a:r>
              <a:rPr lang="en-US" sz="2400" spc="-15">
                <a:latin typeface="Calibri"/>
                <a:cs typeface="Times New Roman"/>
              </a:rPr>
              <a:t> </a:t>
            </a:r>
            <a:r>
              <a:rPr lang="en-US" sz="2400">
                <a:latin typeface="Calibri"/>
                <a:cs typeface="Times New Roman"/>
              </a:rPr>
              <a:t>schedule</a:t>
            </a:r>
            <a:r>
              <a:rPr lang="en-US" sz="2400" spc="-15">
                <a:latin typeface="Calibri"/>
                <a:cs typeface="Times New Roman"/>
              </a:rPr>
              <a:t> </a:t>
            </a:r>
            <a:r>
              <a:rPr lang="en-US" sz="2400">
                <a:latin typeface="Calibri"/>
                <a:cs typeface="Times New Roman"/>
              </a:rPr>
              <a:t>of intended</a:t>
            </a:r>
            <a:r>
              <a:rPr lang="en-US" sz="2400" spc="-40">
                <a:latin typeface="Calibri"/>
                <a:cs typeface="Times New Roman"/>
              </a:rPr>
              <a:t> </a:t>
            </a:r>
            <a:r>
              <a:rPr lang="en-US" sz="2400">
                <a:latin typeface="Calibri"/>
                <a:cs typeface="Times New Roman"/>
              </a:rPr>
              <a:t>test</a:t>
            </a:r>
            <a:r>
              <a:rPr lang="en-US" sz="2400" spc="-10">
                <a:latin typeface="Calibri"/>
                <a:cs typeface="Times New Roman"/>
              </a:rPr>
              <a:t> </a:t>
            </a:r>
            <a:r>
              <a:rPr lang="en-US" sz="2400" spc="-5">
                <a:latin typeface="Calibri"/>
                <a:cs typeface="Times New Roman"/>
              </a:rPr>
              <a:t>activities.</a:t>
            </a:r>
            <a:endParaRPr lang="en-US" sz="2400">
              <a:latin typeface="Calibri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"/>
            </a:pPr>
            <a:endParaRPr sz="3400">
              <a:latin typeface="Times New Roman"/>
              <a:cs typeface="Times New Roman"/>
            </a:endParaRPr>
          </a:p>
          <a:p>
            <a:pPr marL="756285" marR="5080" lvl="1" indent="-287020">
              <a:lnSpc>
                <a:spcPct val="100000"/>
              </a:lnSpc>
              <a:buFont typeface="Wingdings"/>
              <a:buChar char=""/>
              <a:tabLst>
                <a:tab pos="756920" algn="l"/>
              </a:tabLst>
            </a:pPr>
            <a:r>
              <a:rPr sz="2200" spc="-10">
                <a:latin typeface="Calibri"/>
                <a:cs typeface="Calibri"/>
              </a:rPr>
              <a:t>Important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aspects</a:t>
            </a:r>
            <a:r>
              <a:rPr sz="2200" spc="10">
                <a:latin typeface="Calibri"/>
                <a:cs typeface="Calibri"/>
              </a:rPr>
              <a:t> </a:t>
            </a:r>
            <a:r>
              <a:rPr sz="2200" spc="-25">
                <a:latin typeface="Calibri"/>
                <a:cs typeface="Calibri"/>
              </a:rPr>
              <a:t>like</a:t>
            </a:r>
            <a:r>
              <a:rPr sz="2200" spc="10">
                <a:latin typeface="Calibri"/>
                <a:cs typeface="Calibri"/>
              </a:rPr>
              <a:t> </a:t>
            </a:r>
            <a:r>
              <a:rPr sz="2200" spc="-15">
                <a:latin typeface="Calibri"/>
                <a:cs typeface="Calibri"/>
              </a:rPr>
              <a:t>test</a:t>
            </a:r>
            <a:r>
              <a:rPr sz="2200" spc="20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estimation,</a:t>
            </a:r>
            <a:r>
              <a:rPr sz="2200" spc="30">
                <a:latin typeface="Calibri"/>
                <a:cs typeface="Calibri"/>
              </a:rPr>
              <a:t> </a:t>
            </a:r>
            <a:r>
              <a:rPr sz="2200" spc="-15">
                <a:latin typeface="Calibri"/>
                <a:cs typeface="Calibri"/>
              </a:rPr>
              <a:t>test</a:t>
            </a:r>
            <a:r>
              <a:rPr sz="2200" spc="20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scope,</a:t>
            </a:r>
            <a:r>
              <a:rPr sz="2200" spc="10">
                <a:latin typeface="Calibri"/>
                <a:cs typeface="Calibri"/>
              </a:rPr>
              <a:t> </a:t>
            </a:r>
            <a:r>
              <a:rPr sz="2200" spc="-60">
                <a:latin typeface="Calibri"/>
                <a:cs typeface="Calibri"/>
              </a:rPr>
              <a:t>Test</a:t>
            </a:r>
            <a:r>
              <a:rPr sz="2200" spc="20">
                <a:latin typeface="Calibri"/>
                <a:cs typeface="Calibri"/>
              </a:rPr>
              <a:t> </a:t>
            </a:r>
            <a:r>
              <a:rPr sz="2200" spc="-20">
                <a:latin typeface="Calibri"/>
                <a:cs typeface="Calibri"/>
              </a:rPr>
              <a:t>Strategy</a:t>
            </a:r>
            <a:r>
              <a:rPr sz="2200" spc="35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are</a:t>
            </a:r>
            <a:r>
              <a:rPr sz="2200" spc="10">
                <a:latin typeface="Calibri"/>
                <a:cs typeface="Calibri"/>
              </a:rPr>
              <a:t> </a:t>
            </a:r>
            <a:r>
              <a:rPr sz="2200" spc="-15">
                <a:latin typeface="Calibri"/>
                <a:cs typeface="Calibri"/>
              </a:rPr>
              <a:t>documented</a:t>
            </a:r>
            <a:r>
              <a:rPr sz="2200" spc="40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in</a:t>
            </a:r>
            <a:r>
              <a:rPr sz="2200" spc="10">
                <a:latin typeface="Calibri"/>
                <a:cs typeface="Calibri"/>
              </a:rPr>
              <a:t> </a:t>
            </a:r>
            <a:r>
              <a:rPr sz="2200" spc="-60">
                <a:latin typeface="Calibri"/>
                <a:cs typeface="Calibri"/>
              </a:rPr>
              <a:t>Test</a:t>
            </a:r>
            <a:r>
              <a:rPr sz="2200" spc="20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Plan, </a:t>
            </a:r>
            <a:r>
              <a:rPr sz="2200" spc="-484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so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it </a:t>
            </a:r>
            <a:r>
              <a:rPr sz="2200" spc="-15">
                <a:latin typeface="Calibri"/>
                <a:cs typeface="Calibri"/>
              </a:rPr>
              <a:t>can</a:t>
            </a:r>
            <a:r>
              <a:rPr sz="2200" spc="10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be </a:t>
            </a:r>
            <a:r>
              <a:rPr sz="2200" spc="-15">
                <a:latin typeface="Calibri"/>
                <a:cs typeface="Calibri"/>
              </a:rPr>
              <a:t>reviewed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by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Management</a:t>
            </a:r>
            <a:r>
              <a:rPr sz="2200" spc="35">
                <a:latin typeface="Calibri"/>
                <a:cs typeface="Calibri"/>
              </a:rPr>
              <a:t> </a:t>
            </a:r>
            <a:r>
              <a:rPr sz="2200" spc="-55">
                <a:latin typeface="Calibri"/>
                <a:cs typeface="Calibri"/>
              </a:rPr>
              <a:t>Team</a:t>
            </a:r>
            <a:r>
              <a:rPr sz="2200" spc="20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and </a:t>
            </a:r>
            <a:r>
              <a:rPr sz="2200" spc="-10">
                <a:latin typeface="Calibri"/>
                <a:cs typeface="Calibri"/>
              </a:rPr>
              <a:t>re-used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 spc="-20">
                <a:latin typeface="Calibri"/>
                <a:cs typeface="Calibri"/>
              </a:rPr>
              <a:t>for</a:t>
            </a:r>
            <a:r>
              <a:rPr sz="2200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other</a:t>
            </a:r>
            <a:r>
              <a:rPr sz="2200">
                <a:latin typeface="Calibri"/>
                <a:cs typeface="Calibri"/>
              </a:rPr>
              <a:t> </a:t>
            </a:r>
            <a:r>
              <a:rPr sz="2200" spc="-15">
                <a:latin typeface="Calibri"/>
                <a:cs typeface="Calibri"/>
              </a:rPr>
              <a:t>projects.</a:t>
            </a:r>
            <a:endParaRPr sz="2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Wingdings"/>
              <a:buChar char=""/>
            </a:pPr>
            <a:endParaRPr sz="3000">
              <a:latin typeface="Calibri"/>
              <a:cs typeface="Calibri"/>
            </a:endParaRPr>
          </a:p>
          <a:p>
            <a:pPr marL="756285" marR="2082800" lvl="1" indent="-287020">
              <a:lnSpc>
                <a:spcPct val="100000"/>
              </a:lnSpc>
              <a:buFont typeface="Wingdings"/>
              <a:buChar char=""/>
              <a:tabLst>
                <a:tab pos="756920" algn="l"/>
              </a:tabLst>
            </a:pPr>
            <a:r>
              <a:rPr sz="2200" spc="-10">
                <a:latin typeface="Calibri"/>
                <a:cs typeface="Calibri"/>
              </a:rPr>
              <a:t>Help</a:t>
            </a:r>
            <a:r>
              <a:rPr sz="2200" spc="-5">
                <a:latin typeface="Calibri"/>
                <a:cs typeface="Calibri"/>
              </a:rPr>
              <a:t> people</a:t>
            </a:r>
            <a:r>
              <a:rPr sz="2200" spc="15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outside</a:t>
            </a:r>
            <a:r>
              <a:rPr sz="2200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the </a:t>
            </a:r>
            <a:r>
              <a:rPr sz="2200" spc="-15">
                <a:latin typeface="Calibri"/>
                <a:cs typeface="Calibri"/>
              </a:rPr>
              <a:t>test</a:t>
            </a:r>
            <a:r>
              <a:rPr sz="2200" spc="15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team</a:t>
            </a:r>
            <a:r>
              <a:rPr sz="2200" spc="20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such</a:t>
            </a:r>
            <a:r>
              <a:rPr sz="2200">
                <a:latin typeface="Calibri"/>
                <a:cs typeface="Calibri"/>
              </a:rPr>
              <a:t> as</a:t>
            </a:r>
            <a:r>
              <a:rPr sz="2200" spc="-5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developers,</a:t>
            </a:r>
            <a:r>
              <a:rPr sz="2200" spc="10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business</a:t>
            </a:r>
            <a:r>
              <a:rPr sz="2200" spc="10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managers, </a:t>
            </a:r>
            <a:r>
              <a:rPr sz="2200" spc="-484">
                <a:latin typeface="Calibri"/>
                <a:cs typeface="Calibri"/>
              </a:rPr>
              <a:t> </a:t>
            </a:r>
            <a:r>
              <a:rPr sz="2200" spc="-15">
                <a:latin typeface="Calibri"/>
                <a:cs typeface="Calibri"/>
              </a:rPr>
              <a:t>customers</a:t>
            </a:r>
            <a:r>
              <a:rPr sz="2200" spc="20">
                <a:latin typeface="Calibri"/>
                <a:cs typeface="Calibri"/>
              </a:rPr>
              <a:t> </a:t>
            </a:r>
            <a:r>
              <a:rPr sz="2200" b="1" spc="-15">
                <a:latin typeface="Calibri"/>
                <a:cs typeface="Calibri"/>
              </a:rPr>
              <a:t>understand</a:t>
            </a:r>
            <a:r>
              <a:rPr sz="2200" b="1" spc="15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the</a:t>
            </a:r>
            <a:r>
              <a:rPr sz="2200" spc="10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details</a:t>
            </a:r>
            <a:r>
              <a:rPr sz="2200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of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testing.</a:t>
            </a:r>
            <a:endParaRPr sz="22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Wingdings"/>
              <a:buChar char=""/>
            </a:pPr>
            <a:endParaRPr sz="30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Wingdings"/>
              <a:buChar char=""/>
              <a:tabLst>
                <a:tab pos="756920" algn="l"/>
              </a:tabLst>
            </a:pPr>
            <a:r>
              <a:rPr sz="2200" spc="-60">
                <a:latin typeface="Calibri"/>
                <a:cs typeface="Calibri"/>
              </a:rPr>
              <a:t>Test</a:t>
            </a:r>
            <a:r>
              <a:rPr sz="2200" spc="10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Plan</a:t>
            </a:r>
            <a:r>
              <a:rPr sz="2200" spc="-15">
                <a:latin typeface="Calibri"/>
                <a:cs typeface="Calibri"/>
              </a:rPr>
              <a:t> </a:t>
            </a:r>
            <a:r>
              <a:rPr sz="2200" b="1" spc="-10">
                <a:latin typeface="Calibri"/>
                <a:cs typeface="Calibri"/>
              </a:rPr>
              <a:t>guides</a:t>
            </a:r>
            <a:r>
              <a:rPr sz="2200" b="1" spc="5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our</a:t>
            </a:r>
            <a:r>
              <a:rPr sz="2200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thinking. </a:t>
            </a:r>
            <a:r>
              <a:rPr sz="2200" spc="-5">
                <a:latin typeface="Calibri"/>
                <a:cs typeface="Calibri"/>
              </a:rPr>
              <a:t>It is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 spc="-25">
                <a:latin typeface="Calibri"/>
                <a:cs typeface="Calibri"/>
              </a:rPr>
              <a:t>like</a:t>
            </a:r>
            <a:r>
              <a:rPr sz="2200" spc="20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a rule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book.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41503"/>
            <a:ext cx="23977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/>
              <a:t>Test</a:t>
            </a:r>
            <a:r>
              <a:rPr spc="-45"/>
              <a:t> </a:t>
            </a:r>
            <a:r>
              <a:rPr spc="-5"/>
              <a:t>Plan</a:t>
            </a:r>
            <a:r>
              <a:rPr spc="-35"/>
              <a:t> </a:t>
            </a:r>
            <a:r>
              <a:rPr sz="1800" b="0" spc="-5">
                <a:latin typeface="Calibri"/>
                <a:cs typeface="Calibri"/>
              </a:rPr>
              <a:t>Continued</a:t>
            </a:r>
            <a:r>
              <a:rPr spc="-5"/>
              <a:t>…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5082" y="1581150"/>
            <a:ext cx="6296776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41503"/>
            <a:ext cx="23977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/>
              <a:t>Test</a:t>
            </a:r>
            <a:r>
              <a:rPr spc="-45"/>
              <a:t> </a:t>
            </a:r>
            <a:r>
              <a:rPr spc="-5"/>
              <a:t>Plan</a:t>
            </a:r>
            <a:r>
              <a:rPr spc="-35"/>
              <a:t> </a:t>
            </a:r>
            <a:r>
              <a:rPr sz="1800" b="0" spc="-5">
                <a:latin typeface="Calibri"/>
                <a:cs typeface="Calibri"/>
              </a:rPr>
              <a:t>Continued</a:t>
            </a:r>
            <a:r>
              <a:rPr spc="-5"/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9740" y="990148"/>
            <a:ext cx="3602990" cy="4753224"/>
          </a:xfrm>
          <a:prstGeom prst="rect">
            <a:avLst/>
          </a:prstGeom>
        </p:spPr>
        <p:txBody>
          <a:bodyPr vert="horz" wrap="square" lIns="0" tIns="89535" rIns="0" bIns="0" rtlCol="0" anchor="t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5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 b="1" spc="-15">
                <a:latin typeface="Calibri"/>
                <a:cs typeface="Calibri"/>
              </a:rPr>
              <a:t>Types</a:t>
            </a:r>
            <a:r>
              <a:rPr sz="2400" b="1" spc="-25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of</a:t>
            </a:r>
            <a:r>
              <a:rPr sz="2400" b="1" spc="-25">
                <a:latin typeface="Calibri"/>
                <a:cs typeface="Calibri"/>
              </a:rPr>
              <a:t> </a:t>
            </a:r>
            <a:r>
              <a:rPr sz="2400" b="1" spc="-60">
                <a:latin typeface="Calibri"/>
                <a:cs typeface="Calibri"/>
              </a:rPr>
              <a:t>Test</a:t>
            </a:r>
            <a:r>
              <a:rPr sz="2400" b="1" spc="-25">
                <a:latin typeface="Calibri"/>
                <a:cs typeface="Calibri"/>
              </a:rPr>
              <a:t> </a:t>
            </a:r>
            <a:r>
              <a:rPr sz="2400" b="1" spc="-5">
                <a:latin typeface="Calibri"/>
                <a:cs typeface="Calibri"/>
              </a:rPr>
              <a:t>Plan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50"/>
              </a:spcBef>
              <a:buFont typeface="Wingdings"/>
              <a:buChar char=""/>
              <a:tabLst>
                <a:tab pos="756920" algn="l"/>
              </a:tabLst>
            </a:pPr>
            <a:r>
              <a:rPr sz="2200" spc="-5">
                <a:latin typeface="Calibri"/>
                <a:cs typeface="Calibri"/>
              </a:rPr>
              <a:t>Unit</a:t>
            </a:r>
            <a:r>
              <a:rPr sz="2200" spc="-20">
                <a:latin typeface="Calibri"/>
                <a:cs typeface="Calibri"/>
              </a:rPr>
              <a:t> </a:t>
            </a:r>
            <a:r>
              <a:rPr sz="2200" spc="-60">
                <a:latin typeface="Calibri"/>
                <a:cs typeface="Calibri"/>
              </a:rPr>
              <a:t>Test</a:t>
            </a:r>
            <a:r>
              <a:rPr sz="2200" spc="-10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Plan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Wingdings"/>
              <a:buChar char=""/>
              <a:tabLst>
                <a:tab pos="756920" algn="l"/>
              </a:tabLst>
            </a:pPr>
            <a:r>
              <a:rPr sz="2200" spc="-15">
                <a:latin typeface="Calibri"/>
                <a:cs typeface="Calibri"/>
              </a:rPr>
              <a:t>Integration</a:t>
            </a:r>
            <a:r>
              <a:rPr sz="2200">
                <a:latin typeface="Calibri"/>
                <a:cs typeface="Calibri"/>
              </a:rPr>
              <a:t> </a:t>
            </a:r>
            <a:r>
              <a:rPr sz="2200" spc="-60">
                <a:latin typeface="Calibri"/>
                <a:cs typeface="Calibri"/>
              </a:rPr>
              <a:t>Test</a:t>
            </a:r>
            <a:r>
              <a:rPr sz="2200" spc="-5">
                <a:latin typeface="Calibri"/>
                <a:cs typeface="Calibri"/>
              </a:rPr>
              <a:t> Plan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Font typeface="Wingdings"/>
              <a:buChar char=""/>
              <a:tabLst>
                <a:tab pos="756920" algn="l"/>
              </a:tabLst>
            </a:pPr>
            <a:r>
              <a:rPr sz="2200" spc="-20">
                <a:latin typeface="Calibri"/>
                <a:cs typeface="Calibri"/>
              </a:rPr>
              <a:t>System</a:t>
            </a:r>
            <a:r>
              <a:rPr sz="2200" spc="5">
                <a:latin typeface="Calibri"/>
                <a:cs typeface="Calibri"/>
              </a:rPr>
              <a:t> </a:t>
            </a:r>
            <a:r>
              <a:rPr sz="2200" spc="-60">
                <a:latin typeface="Calibri"/>
                <a:cs typeface="Calibri"/>
              </a:rPr>
              <a:t>Test</a:t>
            </a:r>
            <a:r>
              <a:rPr sz="2200" spc="-10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Plan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Wingdings"/>
              <a:buChar char=""/>
              <a:tabLst>
                <a:tab pos="756920" algn="l"/>
              </a:tabLst>
            </a:pPr>
            <a:r>
              <a:rPr sz="2200" spc="-10">
                <a:latin typeface="Calibri"/>
                <a:cs typeface="Calibri"/>
              </a:rPr>
              <a:t>Acceptance </a:t>
            </a:r>
            <a:r>
              <a:rPr sz="2200" spc="-60">
                <a:latin typeface="Calibri"/>
                <a:cs typeface="Calibri"/>
              </a:rPr>
              <a:t>Test</a:t>
            </a:r>
            <a:r>
              <a:rPr sz="2200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Plan</a:t>
            </a:r>
            <a:endParaRPr sz="2200">
              <a:latin typeface="Calibri"/>
              <a:cs typeface="Calibri"/>
            </a:endParaRPr>
          </a:p>
          <a:p>
            <a:pPr lvl="1">
              <a:spcBef>
                <a:spcPts val="45"/>
              </a:spcBef>
              <a:buFont typeface="Wingdings"/>
              <a:buChar char=""/>
            </a:pPr>
            <a:r>
              <a:rPr lang="en-US" sz="2200" spc="-10">
                <a:latin typeface="Calibri"/>
                <a:cs typeface="Calibri"/>
              </a:rPr>
              <a:t>Regression Test Plan</a:t>
            </a:r>
            <a:endParaRPr sz="2200" spc="-10">
              <a:latin typeface="Calibri"/>
              <a:cs typeface="Calibri"/>
            </a:endParaRPr>
          </a:p>
          <a:p>
            <a:pPr lvl="1">
              <a:spcBef>
                <a:spcPts val="45"/>
              </a:spcBef>
              <a:tabLst>
                <a:tab pos="355600" algn="l"/>
              </a:tabLst>
            </a:pPr>
            <a:endParaRPr lang="en-US" sz="2200" spc="-1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400" b="1" spc="-60">
                <a:latin typeface="Calibri"/>
                <a:cs typeface="Calibri"/>
              </a:rPr>
              <a:t>Test</a:t>
            </a:r>
            <a:r>
              <a:rPr sz="2400" b="1" spc="-35">
                <a:latin typeface="Calibri"/>
                <a:cs typeface="Calibri"/>
              </a:rPr>
              <a:t> </a:t>
            </a:r>
            <a:r>
              <a:rPr sz="2400" b="1" spc="-5">
                <a:latin typeface="Calibri"/>
                <a:cs typeface="Calibri"/>
              </a:rPr>
              <a:t>Plan</a:t>
            </a:r>
            <a:r>
              <a:rPr sz="2400" b="1" spc="-25">
                <a:latin typeface="Calibri"/>
                <a:cs typeface="Calibri"/>
              </a:rPr>
              <a:t> </a:t>
            </a:r>
            <a:r>
              <a:rPr sz="2400" b="1" spc="-35">
                <a:latin typeface="Calibri"/>
                <a:cs typeface="Calibri"/>
              </a:rPr>
              <a:t>Template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50"/>
              </a:spcBef>
              <a:buFont typeface="Wingdings"/>
              <a:buChar char=""/>
              <a:tabLst>
                <a:tab pos="756920" algn="l"/>
              </a:tabLst>
            </a:pPr>
            <a:r>
              <a:rPr sz="2200" spc="-10">
                <a:latin typeface="Calibri"/>
                <a:cs typeface="Calibri"/>
              </a:rPr>
              <a:t>Summary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Wingdings"/>
              <a:buChar char=""/>
              <a:tabLst>
                <a:tab pos="756920" algn="l"/>
              </a:tabLst>
            </a:pPr>
            <a:r>
              <a:rPr sz="2200" spc="-60">
                <a:latin typeface="Calibri"/>
                <a:cs typeface="Calibri"/>
              </a:rPr>
              <a:t>Test</a:t>
            </a:r>
            <a:r>
              <a:rPr sz="2200" spc="-10">
                <a:latin typeface="Calibri"/>
                <a:cs typeface="Calibri"/>
              </a:rPr>
              <a:t> Summary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Font typeface="Wingdings"/>
              <a:buChar char=""/>
              <a:tabLst>
                <a:tab pos="756920" algn="l"/>
              </a:tabLst>
            </a:pPr>
            <a:r>
              <a:rPr sz="2200" spc="5">
                <a:latin typeface="Calibri"/>
                <a:cs typeface="Calibri"/>
              </a:rPr>
              <a:t>“xxxx”</a:t>
            </a:r>
            <a:r>
              <a:rPr sz="2200" spc="-20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Sheet</a:t>
            </a:r>
            <a:r>
              <a:rPr sz="2200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name</a:t>
            </a:r>
            <a:endParaRPr sz="22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Font typeface="Wingdings"/>
              <a:buChar char=""/>
              <a:tabLst>
                <a:tab pos="756920" algn="l"/>
              </a:tabLst>
            </a:pPr>
            <a:r>
              <a:rPr sz="2200" spc="-15">
                <a:latin typeface="Calibri"/>
                <a:cs typeface="Calibri"/>
              </a:rPr>
              <a:t>Requirement</a:t>
            </a:r>
            <a:r>
              <a:rPr sz="2200" spc="-5">
                <a:latin typeface="Calibri"/>
                <a:cs typeface="Calibri"/>
              </a:rPr>
              <a:t> </a:t>
            </a:r>
            <a:r>
              <a:rPr sz="2200" spc="-20">
                <a:latin typeface="Calibri"/>
                <a:cs typeface="Calibri"/>
              </a:rPr>
              <a:t>Traceability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41503"/>
            <a:ext cx="11842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/>
              <a:t>T</a:t>
            </a:r>
            <a:r>
              <a:rPr spc="-5"/>
              <a:t>e</a:t>
            </a:r>
            <a:r>
              <a:rPr spc="-25"/>
              <a:t>s</a:t>
            </a:r>
            <a:r>
              <a:t>t</a:t>
            </a:r>
            <a:r>
              <a:rPr spc="-10"/>
              <a:t> </a:t>
            </a:r>
            <a:r>
              <a:rPr spc="-5"/>
              <a:t>Case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441" y="1183793"/>
            <a:ext cx="10952480" cy="4532651"/>
          </a:xfrm>
          <a:prstGeom prst="rect">
            <a:avLst/>
          </a:prstGeom>
        </p:spPr>
        <p:txBody>
          <a:bodyPr vert="horz" wrap="square" lIns="0" tIns="71755" rIns="0" bIns="0" rtlCol="0" anchor="t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65"/>
              </a:spcBef>
              <a:buFont typeface="Wingdings"/>
              <a:buChar char=""/>
              <a:tabLst>
                <a:tab pos="355600" algn="l"/>
              </a:tabLst>
            </a:pPr>
            <a:r>
              <a:rPr sz="2200" spc="-45">
                <a:latin typeface="Calibri"/>
                <a:cs typeface="Times New Roman"/>
              </a:rPr>
              <a:t>Test</a:t>
            </a:r>
            <a:r>
              <a:rPr sz="2200" spc="-30">
                <a:latin typeface="Calibri"/>
                <a:cs typeface="Times New Roman"/>
              </a:rPr>
              <a:t> </a:t>
            </a:r>
            <a:r>
              <a:rPr sz="2200" spc="-5">
                <a:latin typeface="Calibri"/>
                <a:cs typeface="Times New Roman"/>
              </a:rPr>
              <a:t>Case</a:t>
            </a:r>
            <a:endParaRPr lang="en-US" sz="2200">
              <a:latin typeface="Calibri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30"/>
              </a:spcBef>
              <a:buFont typeface="Wingdings"/>
              <a:buChar char=""/>
              <a:tabLst>
                <a:tab pos="756920" algn="l"/>
              </a:tabLst>
            </a:pPr>
            <a:r>
              <a:rPr sz="2000" spc="-10">
                <a:latin typeface="Calibri"/>
                <a:cs typeface="Calibri"/>
              </a:rPr>
              <a:t>Documentation</a:t>
            </a:r>
            <a:r>
              <a:rPr sz="2000">
                <a:latin typeface="Calibri"/>
                <a:cs typeface="Calibri"/>
              </a:rPr>
              <a:t> which</a:t>
            </a:r>
            <a:r>
              <a:rPr sz="2000" spc="-10">
                <a:latin typeface="Calibri"/>
                <a:cs typeface="Calibri"/>
              </a:rPr>
              <a:t> </a:t>
            </a:r>
            <a:r>
              <a:rPr sz="2000" spc="-5">
                <a:latin typeface="Calibri"/>
                <a:cs typeface="Calibri"/>
              </a:rPr>
              <a:t>specifies</a:t>
            </a:r>
            <a:r>
              <a:rPr sz="2000" spc="3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set</a:t>
            </a:r>
            <a:r>
              <a:rPr sz="2000" spc="20">
                <a:latin typeface="Calibri"/>
                <a:cs typeface="Calibri"/>
              </a:rPr>
              <a:t> </a:t>
            </a:r>
            <a:r>
              <a:rPr sz="2000" spc="-5">
                <a:latin typeface="Calibri"/>
                <a:cs typeface="Calibri"/>
              </a:rPr>
              <a:t>of</a:t>
            </a:r>
            <a:r>
              <a:rPr sz="2000" spc="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input </a:t>
            </a:r>
            <a:r>
              <a:rPr sz="2000" spc="-5">
                <a:latin typeface="Calibri"/>
                <a:cs typeface="Calibri"/>
              </a:rPr>
              <a:t>values,</a:t>
            </a:r>
            <a:r>
              <a:rPr sz="2000" spc="20">
                <a:latin typeface="Calibri"/>
                <a:cs typeface="Calibri"/>
              </a:rPr>
              <a:t> </a:t>
            </a:r>
            <a:r>
              <a:rPr sz="2000" spc="-5">
                <a:latin typeface="Calibri"/>
                <a:cs typeface="Calibri"/>
              </a:rPr>
              <a:t>Pre-conditions,</a:t>
            </a:r>
            <a:r>
              <a:rPr sz="2000" spc="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Post-condition,</a:t>
            </a:r>
            <a:r>
              <a:rPr sz="2000" spc="-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expected</a:t>
            </a:r>
            <a:r>
              <a:rPr sz="2000" spc="10">
                <a:latin typeface="Calibri"/>
                <a:cs typeface="Calibri"/>
              </a:rPr>
              <a:t> </a:t>
            </a:r>
            <a:r>
              <a:rPr sz="2000" spc="-5">
                <a:latin typeface="Calibri"/>
                <a:cs typeface="Calibri"/>
              </a:rPr>
              <a:t>result.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Font typeface="Wingdings"/>
              <a:buChar char=""/>
              <a:tabLst>
                <a:tab pos="355600" algn="l"/>
              </a:tabLst>
            </a:pPr>
            <a:r>
              <a:rPr sz="2200" spc="-45">
                <a:latin typeface="Calibri"/>
                <a:cs typeface="Times New Roman"/>
              </a:rPr>
              <a:t>Test</a:t>
            </a:r>
            <a:r>
              <a:rPr sz="2200" spc="-15">
                <a:latin typeface="Calibri"/>
                <a:cs typeface="Times New Roman"/>
              </a:rPr>
              <a:t> </a:t>
            </a:r>
            <a:r>
              <a:rPr sz="2200" spc="-5">
                <a:latin typeface="Calibri"/>
                <a:cs typeface="Times New Roman"/>
              </a:rPr>
              <a:t>Case</a:t>
            </a:r>
            <a:r>
              <a:rPr sz="2200" spc="-30">
                <a:latin typeface="Calibri"/>
                <a:cs typeface="Times New Roman"/>
              </a:rPr>
              <a:t> </a:t>
            </a:r>
            <a:r>
              <a:rPr sz="2200" spc="-5">
                <a:latin typeface="Calibri"/>
                <a:cs typeface="Times New Roman"/>
              </a:rPr>
              <a:t>Parameters</a:t>
            </a:r>
            <a:endParaRPr sz="2200">
              <a:latin typeface="Calibri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Font typeface="Wingdings"/>
              <a:buChar char=""/>
              <a:tabLst>
                <a:tab pos="756920" algn="l"/>
              </a:tabLst>
            </a:pPr>
            <a:r>
              <a:rPr sz="2000" spc="-35">
                <a:latin typeface="Calibri"/>
                <a:cs typeface="Times New Roman"/>
              </a:rPr>
              <a:t>Test</a:t>
            </a:r>
            <a:r>
              <a:rPr sz="2000" spc="-40">
                <a:latin typeface="Calibri"/>
                <a:cs typeface="Times New Roman"/>
              </a:rPr>
              <a:t> </a:t>
            </a:r>
            <a:r>
              <a:rPr sz="2000" spc="-5">
                <a:latin typeface="Calibri"/>
                <a:cs typeface="Times New Roman"/>
              </a:rPr>
              <a:t>Case</a:t>
            </a:r>
            <a:r>
              <a:rPr sz="2000" spc="-2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ID</a:t>
            </a: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756920" algn="l"/>
              </a:tabLst>
            </a:pPr>
            <a:r>
              <a:rPr sz="2000">
                <a:latin typeface="Calibri"/>
                <a:cs typeface="Times New Roman"/>
              </a:rPr>
              <a:t>Req.ID</a:t>
            </a: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Font typeface="Wingdings"/>
              <a:buChar char=""/>
              <a:tabLst>
                <a:tab pos="756920" algn="l"/>
              </a:tabLst>
            </a:pPr>
            <a:r>
              <a:rPr sz="2000" spc="-25">
                <a:latin typeface="Calibri"/>
                <a:cs typeface="Times New Roman"/>
              </a:rPr>
              <a:t>Testing</a:t>
            </a:r>
            <a:r>
              <a:rPr sz="2000" spc="-85">
                <a:latin typeface="Calibri"/>
                <a:cs typeface="Times New Roman"/>
              </a:rPr>
              <a:t> </a:t>
            </a:r>
            <a:r>
              <a:rPr sz="2000" spc="-35">
                <a:latin typeface="Calibri"/>
                <a:cs typeface="Times New Roman"/>
              </a:rPr>
              <a:t>Type</a:t>
            </a:r>
            <a:endParaRPr sz="2000">
              <a:latin typeface="Calibri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756920" algn="l"/>
              </a:tabLst>
            </a:pPr>
            <a:r>
              <a:rPr sz="2000" spc="-5">
                <a:latin typeface="Calibri"/>
                <a:cs typeface="Times New Roman"/>
              </a:rPr>
              <a:t>Pre-Requisites</a:t>
            </a:r>
            <a:endParaRPr sz="2000">
              <a:latin typeface="Calibri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756920" algn="l"/>
              </a:tabLst>
            </a:pPr>
            <a:r>
              <a:rPr sz="2000" spc="-5">
                <a:latin typeface="Calibri"/>
                <a:cs typeface="Times New Roman"/>
              </a:rPr>
              <a:t>Description/Action</a:t>
            </a:r>
            <a:endParaRPr sz="2000">
              <a:latin typeface="Calibri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756920" algn="l"/>
              </a:tabLst>
            </a:pPr>
            <a:r>
              <a:rPr sz="2000">
                <a:latin typeface="Calibri"/>
                <a:cs typeface="Times New Roman"/>
              </a:rPr>
              <a:t>Expected</a:t>
            </a:r>
            <a:r>
              <a:rPr sz="2000" spc="-70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Result</a:t>
            </a: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756920" algn="l"/>
              </a:tabLst>
            </a:pPr>
            <a:r>
              <a:rPr sz="2000" spc="-35">
                <a:latin typeface="Calibri"/>
                <a:cs typeface="Times New Roman"/>
              </a:rPr>
              <a:t>Test</a:t>
            </a:r>
            <a:r>
              <a:rPr sz="2000" spc="-25">
                <a:latin typeface="Calibri"/>
                <a:cs typeface="Times New Roman"/>
              </a:rPr>
              <a:t> </a:t>
            </a:r>
            <a:r>
              <a:rPr sz="2000" spc="-5">
                <a:latin typeface="Calibri"/>
                <a:cs typeface="Times New Roman"/>
              </a:rPr>
              <a:t>Case</a:t>
            </a:r>
            <a:r>
              <a:rPr sz="2000" spc="-10">
                <a:latin typeface="Calibri"/>
                <a:cs typeface="Times New Roman"/>
              </a:rPr>
              <a:t> </a:t>
            </a:r>
            <a:r>
              <a:rPr sz="2000" spc="-5">
                <a:latin typeface="Calibri"/>
                <a:cs typeface="Times New Roman"/>
              </a:rPr>
              <a:t>Complexity</a:t>
            </a:r>
            <a:endParaRPr sz="2000">
              <a:latin typeface="Calibri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756920" algn="l"/>
              </a:tabLst>
            </a:pPr>
            <a:r>
              <a:rPr sz="2000">
                <a:latin typeface="Calibri"/>
                <a:cs typeface="Times New Roman"/>
              </a:rPr>
              <a:t>Actual</a:t>
            </a:r>
            <a:r>
              <a:rPr sz="2000" spc="-6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Result</a:t>
            </a: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756920" algn="l"/>
              </a:tabLst>
            </a:pPr>
            <a:r>
              <a:rPr sz="2000" spc="-5">
                <a:latin typeface="Calibri"/>
                <a:cs typeface="Times New Roman"/>
              </a:rPr>
              <a:t>Remarks</a:t>
            </a:r>
            <a:endParaRPr sz="2000">
              <a:latin typeface="Calibri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D0AC85C-A299-0B3B-008E-1BE853B3B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65" y="1392071"/>
            <a:ext cx="11825469" cy="4247480"/>
          </a:xfrm>
          <a:prstGeom prst="rect">
            <a:avLst/>
          </a:prstGeom>
        </p:spPr>
      </p:pic>
      <p:sp>
        <p:nvSpPr>
          <p:cNvPr id="8" name="PlaceHolder 1">
            <a:extLst>
              <a:ext uri="{FF2B5EF4-FFF2-40B4-BE49-F238E27FC236}">
                <a16:creationId xmlns:a16="http://schemas.microsoft.com/office/drawing/2014/main" id="{36C7FE84-04C6-BF4A-4248-B786B79BD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r>
              <a:rPr lang="en-US" spc="-1">
                <a:solidFill>
                  <a:schemeClr val="dk1"/>
                </a:solidFill>
              </a:rPr>
              <a:t>Model Test Case</a:t>
            </a:r>
            <a:endParaRPr lang="en-US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829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8026200" cy="91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Command Document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0" name="Date Placeholder 1"/>
          <p:cNvSpPr/>
          <p:nvPr/>
        </p:nvSpPr>
        <p:spPr>
          <a:xfrm>
            <a:off x="51480" y="6559920"/>
            <a:ext cx="32000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strike="noStrike" spc="-1">
                <a:solidFill>
                  <a:srgbClr val="FFFFFF"/>
                </a:solidFill>
                <a:latin typeface="Calibri"/>
              </a:rPr>
              <a:t>©2021 Jasmin Infotech Private Limited</a:t>
            </a:r>
            <a:endParaRPr lang="en-IN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Box 3"/>
          <p:cNvSpPr/>
          <p:nvPr/>
        </p:nvSpPr>
        <p:spPr>
          <a:xfrm>
            <a:off x="5257800" y="6559920"/>
            <a:ext cx="1904760" cy="272520"/>
          </a:xfrm>
          <a:prstGeom prst="rect">
            <a:avLst/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200" b="0" strike="noStrike" spc="-1">
                <a:solidFill>
                  <a:schemeClr val="lt1"/>
                </a:solidFill>
                <a:latin typeface="Calibri"/>
              </a:rPr>
              <a:t>JASMIN CONFIDENTIAL</a:t>
            </a:r>
            <a:endParaRPr lang="en-IN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lide Number Placeholder 3"/>
          <p:cNvSpPr/>
          <p:nvPr/>
        </p:nvSpPr>
        <p:spPr>
          <a:xfrm>
            <a:off x="11684160" y="6492960"/>
            <a:ext cx="50760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r" defTabSz="914400">
              <a:lnSpc>
                <a:spcPct val="100000"/>
              </a:lnSpc>
            </a:pPr>
            <a:fld id="{E9B65C8E-57CF-4A0E-B7D4-6FB81E8C5581}" type="slidenum">
              <a:rPr lang="en-US" sz="900" b="0" strike="noStrike" spc="-1">
                <a:solidFill>
                  <a:schemeClr val="lt1"/>
                </a:solidFill>
                <a:latin typeface="Calibri"/>
              </a:rPr>
              <a:t>8</a:t>
            </a:fld>
            <a:endParaRPr lang="en-IN" sz="9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3" name="Picture 2"/>
          <p:cNvPicPr/>
          <p:nvPr/>
        </p:nvPicPr>
        <p:blipFill>
          <a:blip r:embed="rId2"/>
          <a:stretch/>
        </p:blipFill>
        <p:spPr>
          <a:xfrm>
            <a:off x="859680" y="1523880"/>
            <a:ext cx="10065960" cy="4525560"/>
          </a:xfrm>
          <a:prstGeom prst="rect">
            <a:avLst/>
          </a:prstGeom>
          <a:ln w="9525">
            <a:noFill/>
          </a:ln>
        </p:spPr>
      </p:pic>
    </p:spTree>
  </p:cSld>
  <p:clrMapOvr>
    <a:masterClrMapping/>
  </p:clrMapOvr>
  <p:transition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41503"/>
            <a:ext cx="14598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/>
              <a:t>T</a:t>
            </a:r>
            <a:r>
              <a:rPr spc="-5"/>
              <a:t>e</a:t>
            </a:r>
            <a:r>
              <a:rPr spc="-25"/>
              <a:t>s</a:t>
            </a:r>
            <a:r>
              <a:t>t</a:t>
            </a:r>
            <a:r>
              <a:rPr spc="-10"/>
              <a:t> </a:t>
            </a:r>
            <a:r>
              <a:rPr spc="-35"/>
              <a:t>R</a:t>
            </a:r>
            <a:r>
              <a:rPr spc="-5"/>
              <a:t>eport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1641" y="1094587"/>
            <a:ext cx="9259570" cy="2164695"/>
          </a:xfrm>
          <a:prstGeom prst="rect">
            <a:avLst/>
          </a:prstGeom>
        </p:spPr>
        <p:txBody>
          <a:bodyPr vert="horz" wrap="square" lIns="0" tIns="73660" rIns="0" bIns="0" rtlCol="0" anchor="t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580"/>
              </a:spcBef>
              <a:buFont typeface="Wingdings"/>
              <a:buChar char=""/>
              <a:tabLst>
                <a:tab pos="299720" algn="l"/>
              </a:tabLst>
            </a:pPr>
            <a:r>
              <a:rPr sz="2000" spc="-5">
                <a:latin typeface="Calibri"/>
                <a:cs typeface="Times New Roman"/>
              </a:rPr>
              <a:t>Compare</a:t>
            </a:r>
            <a:r>
              <a:rPr sz="2000" spc="-1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the</a:t>
            </a:r>
            <a:r>
              <a:rPr sz="2000" spc="-120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Actual</a:t>
            </a:r>
            <a:r>
              <a:rPr sz="2000" spc="-30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result</a:t>
            </a:r>
            <a:r>
              <a:rPr sz="2000" spc="-30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with</a:t>
            </a:r>
            <a:r>
              <a:rPr sz="2000" spc="-2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Expected</a:t>
            </a:r>
            <a:r>
              <a:rPr sz="2000" spc="-30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result.</a:t>
            </a:r>
            <a:endParaRPr lang="en-US" sz="2000">
              <a:latin typeface="Calibri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299720" algn="l"/>
              </a:tabLst>
            </a:pPr>
            <a:r>
              <a:rPr sz="2000" spc="-35">
                <a:latin typeface="Calibri"/>
                <a:cs typeface="Times New Roman"/>
              </a:rPr>
              <a:t>Test</a:t>
            </a:r>
            <a:r>
              <a:rPr sz="2000" spc="-20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Report</a:t>
            </a:r>
            <a:r>
              <a:rPr sz="2000" spc="-2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is</a:t>
            </a:r>
            <a:r>
              <a:rPr sz="2000" spc="-1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a document</a:t>
            </a:r>
            <a:r>
              <a:rPr sz="2000" spc="-2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which</a:t>
            </a:r>
            <a:r>
              <a:rPr sz="2000" spc="-20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contains</a:t>
            </a:r>
            <a:r>
              <a:rPr sz="2000" spc="-35">
                <a:latin typeface="Calibri"/>
                <a:cs typeface="Times New Roman"/>
              </a:rPr>
              <a:t> </a:t>
            </a:r>
            <a:r>
              <a:rPr sz="2000" spc="-5">
                <a:latin typeface="Calibri"/>
                <a:cs typeface="Times New Roman"/>
              </a:rPr>
              <a:t>Status</a:t>
            </a:r>
            <a:r>
              <a:rPr sz="2000" spc="-1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of</a:t>
            </a:r>
            <a:r>
              <a:rPr sz="2000" spc="-15">
                <a:latin typeface="Calibri"/>
                <a:cs typeface="Times New Roman"/>
              </a:rPr>
              <a:t> </a:t>
            </a:r>
            <a:r>
              <a:rPr sz="2000" spc="-5">
                <a:latin typeface="Calibri"/>
                <a:cs typeface="Times New Roman"/>
              </a:rPr>
              <a:t>test</a:t>
            </a:r>
            <a:r>
              <a:rPr sz="2000" spc="-1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case.</a:t>
            </a:r>
          </a:p>
          <a:p>
            <a:pPr marL="299085" indent="-28702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299720" algn="l"/>
              </a:tabLst>
            </a:pPr>
            <a:r>
              <a:rPr sz="2000" spc="-35">
                <a:latin typeface="Calibri"/>
                <a:cs typeface="Times New Roman"/>
              </a:rPr>
              <a:t>Test</a:t>
            </a:r>
            <a:r>
              <a:rPr sz="2000" spc="-20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Report</a:t>
            </a:r>
            <a:r>
              <a:rPr sz="2000" spc="-20">
                <a:latin typeface="Calibri"/>
                <a:cs typeface="Times New Roman"/>
              </a:rPr>
              <a:t> </a:t>
            </a:r>
            <a:r>
              <a:rPr sz="2000" spc="-5">
                <a:latin typeface="Calibri"/>
                <a:cs typeface="Times New Roman"/>
              </a:rPr>
              <a:t>Summary</a:t>
            </a:r>
            <a:r>
              <a:rPr sz="2000" spc="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contains</a:t>
            </a:r>
            <a:r>
              <a:rPr sz="2000" spc="-30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the</a:t>
            </a:r>
            <a:r>
              <a:rPr sz="2000" spc="-20">
                <a:latin typeface="Calibri"/>
                <a:cs typeface="Times New Roman"/>
              </a:rPr>
              <a:t> </a:t>
            </a:r>
            <a:r>
              <a:rPr sz="2000" spc="-5">
                <a:latin typeface="Calibri"/>
                <a:cs typeface="Times New Roman"/>
              </a:rPr>
              <a:t>status</a:t>
            </a:r>
            <a:r>
              <a:rPr sz="2000" spc="-20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of</a:t>
            </a:r>
            <a:r>
              <a:rPr sz="2000" spc="-10">
                <a:latin typeface="Calibri"/>
                <a:cs typeface="Times New Roman"/>
              </a:rPr>
              <a:t> </a:t>
            </a:r>
            <a:r>
              <a:rPr lang="en-US" sz="2000">
                <a:latin typeface="Calibri"/>
                <a:cs typeface="Times New Roman"/>
              </a:rPr>
              <a:t>overall</a:t>
            </a:r>
            <a:r>
              <a:rPr sz="2000" spc="-10">
                <a:latin typeface="Calibri"/>
                <a:cs typeface="Times New Roman"/>
              </a:rPr>
              <a:t> </a:t>
            </a:r>
            <a:r>
              <a:rPr sz="2000" spc="-5">
                <a:latin typeface="Calibri"/>
                <a:cs typeface="Times New Roman"/>
              </a:rPr>
              <a:t>testing.</a:t>
            </a:r>
            <a:endParaRPr sz="2000">
              <a:latin typeface="Calibri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299720" algn="l"/>
              </a:tabLst>
            </a:pPr>
            <a:r>
              <a:rPr sz="2000">
                <a:latin typeface="Calibri"/>
                <a:cs typeface="Times New Roman"/>
              </a:rPr>
              <a:t>Important</a:t>
            </a:r>
            <a:r>
              <a:rPr sz="2000" spc="-30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that</a:t>
            </a:r>
            <a:r>
              <a:rPr sz="2000" spc="-20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you</a:t>
            </a:r>
            <a:r>
              <a:rPr sz="2000" spc="5">
                <a:latin typeface="Calibri"/>
                <a:cs typeface="Times New Roman"/>
              </a:rPr>
              <a:t> </a:t>
            </a:r>
            <a:r>
              <a:rPr sz="2000" spc="-5">
                <a:latin typeface="Calibri"/>
                <a:cs typeface="Times New Roman"/>
              </a:rPr>
              <a:t>communicate</a:t>
            </a:r>
            <a:r>
              <a:rPr sz="2000" spc="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the</a:t>
            </a:r>
            <a:r>
              <a:rPr sz="2000" spc="-15">
                <a:latin typeface="Calibri"/>
                <a:cs typeface="Times New Roman"/>
              </a:rPr>
              <a:t> </a:t>
            </a:r>
            <a:r>
              <a:rPr sz="2000" spc="-5">
                <a:latin typeface="Calibri"/>
                <a:cs typeface="Times New Roman"/>
              </a:rPr>
              <a:t>test </a:t>
            </a:r>
            <a:r>
              <a:rPr sz="2000">
                <a:latin typeface="Calibri"/>
                <a:cs typeface="Times New Roman"/>
              </a:rPr>
              <a:t>results</a:t>
            </a:r>
            <a:r>
              <a:rPr sz="2000" spc="-30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and</a:t>
            </a:r>
            <a:r>
              <a:rPr sz="2000" spc="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findings</a:t>
            </a:r>
            <a:r>
              <a:rPr sz="2000" spc="-4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to</a:t>
            </a:r>
            <a:r>
              <a:rPr sz="2000" spc="-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the</a:t>
            </a:r>
            <a:r>
              <a:rPr sz="2000" spc="-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project</a:t>
            </a:r>
            <a:r>
              <a:rPr sz="2000" spc="-30">
                <a:latin typeface="Calibri"/>
                <a:cs typeface="Times New Roman"/>
              </a:rPr>
              <a:t> </a:t>
            </a:r>
            <a:r>
              <a:rPr sz="2000" spc="-5">
                <a:latin typeface="Calibri"/>
                <a:cs typeface="Times New Roman"/>
              </a:rPr>
              <a:t>stakeholders.</a:t>
            </a:r>
            <a:endParaRPr sz="2000">
              <a:latin typeface="Calibri"/>
              <a:cs typeface="Times New Roman"/>
            </a:endParaRPr>
          </a:p>
          <a:p>
            <a:pPr marL="299085" indent="-287020">
              <a:lnSpc>
                <a:spcPct val="100000"/>
              </a:lnSpc>
              <a:spcBef>
                <a:spcPts val="434"/>
              </a:spcBef>
              <a:buFont typeface="Wingdings"/>
              <a:buChar char=""/>
              <a:tabLst>
                <a:tab pos="299720" algn="l"/>
              </a:tabLst>
            </a:pPr>
            <a:r>
              <a:rPr sz="2000">
                <a:latin typeface="Calibri"/>
                <a:cs typeface="Times New Roman"/>
              </a:rPr>
              <a:t>Final</a:t>
            </a:r>
            <a:r>
              <a:rPr sz="2000" spc="-3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decisions</a:t>
            </a:r>
            <a:r>
              <a:rPr sz="2000" spc="-3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can</a:t>
            </a:r>
            <a:r>
              <a:rPr sz="2000" spc="-10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be </a:t>
            </a:r>
            <a:r>
              <a:rPr sz="2000" spc="-10">
                <a:latin typeface="Calibri"/>
                <a:cs typeface="Times New Roman"/>
              </a:rPr>
              <a:t>made</a:t>
            </a:r>
            <a:r>
              <a:rPr sz="2000">
                <a:latin typeface="Calibri"/>
                <a:cs typeface="Times New Roman"/>
              </a:rPr>
              <a:t> for</a:t>
            </a:r>
            <a:r>
              <a:rPr sz="2000" spc="-30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the</a:t>
            </a:r>
            <a:r>
              <a:rPr sz="2000" spc="-10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software</a:t>
            </a:r>
            <a:r>
              <a:rPr sz="2000" spc="-35">
                <a:latin typeface="Calibri"/>
                <a:cs typeface="Times New Roman"/>
              </a:rPr>
              <a:t> </a:t>
            </a:r>
            <a:r>
              <a:rPr sz="2000">
                <a:latin typeface="Calibri"/>
                <a:cs typeface="Times New Roman"/>
              </a:rPr>
              <a:t>release.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41503"/>
            <a:ext cx="18180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/>
              <a:t>Bug</a:t>
            </a:r>
            <a:r>
              <a:rPr spc="-60"/>
              <a:t> </a:t>
            </a:r>
            <a:r>
              <a:rPr spc="-10"/>
              <a:t>Reporting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537157"/>
            <a:ext cx="9661525" cy="2772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400">
                <a:latin typeface="Calibri"/>
                <a:cs typeface="Calibri"/>
              </a:rPr>
              <a:t>A</a:t>
            </a:r>
            <a:r>
              <a:rPr sz="2400" spc="-15">
                <a:latin typeface="Calibri"/>
                <a:cs typeface="Calibri"/>
              </a:rPr>
              <a:t> Software</a:t>
            </a:r>
            <a:r>
              <a:rPr sz="2400" spc="10">
                <a:latin typeface="Calibri"/>
                <a:cs typeface="Calibri"/>
              </a:rPr>
              <a:t> </a:t>
            </a:r>
            <a:r>
              <a:rPr sz="2400" b="1">
                <a:latin typeface="Calibri"/>
                <a:cs typeface="Calibri"/>
              </a:rPr>
              <a:t>BUG</a:t>
            </a:r>
            <a:r>
              <a:rPr sz="2400" b="1" spc="-20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is</a:t>
            </a:r>
            <a:r>
              <a:rPr sz="2400" spc="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-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condition</a:t>
            </a:r>
            <a:r>
              <a:rPr sz="2400">
                <a:latin typeface="Calibri"/>
                <a:cs typeface="Calibri"/>
              </a:rPr>
              <a:t> in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  <a:r>
              <a:rPr sz="2400" spc="5">
                <a:latin typeface="Calibri"/>
                <a:cs typeface="Calibri"/>
              </a:rPr>
              <a:t> </a:t>
            </a:r>
            <a:r>
              <a:rPr sz="2400" spc="-15">
                <a:latin typeface="Calibri"/>
                <a:cs typeface="Calibri"/>
              </a:rPr>
              <a:t>software</a:t>
            </a:r>
            <a:r>
              <a:rPr sz="2400" spc="5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product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which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 spc="-5">
                <a:latin typeface="Calibri"/>
                <a:cs typeface="Calibri"/>
              </a:rPr>
              <a:t>does</a:t>
            </a:r>
            <a:r>
              <a:rPr sz="240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not</a:t>
            </a:r>
            <a:r>
              <a:rPr sz="2400" spc="5">
                <a:latin typeface="Calibri"/>
                <a:cs typeface="Calibri"/>
              </a:rPr>
              <a:t> </a:t>
            </a:r>
            <a:r>
              <a:rPr sz="2400" spc="-5">
                <a:latin typeface="Calibri"/>
                <a:cs typeface="Calibri"/>
              </a:rPr>
              <a:t>meet</a:t>
            </a:r>
            <a:r>
              <a:rPr sz="2400" spc="-15">
                <a:latin typeface="Calibri"/>
                <a:cs typeface="Calibri"/>
              </a:rPr>
              <a:t> </a:t>
            </a:r>
            <a:r>
              <a:rPr sz="2400">
                <a:latin typeface="Calibri"/>
                <a:cs typeface="Calibri"/>
              </a:rPr>
              <a:t>a</a:t>
            </a:r>
          </a:p>
          <a:p>
            <a:pPr marL="354965">
              <a:lnSpc>
                <a:spcPct val="100000"/>
              </a:lnSpc>
              <a:spcBef>
                <a:spcPts val="5"/>
              </a:spcBef>
            </a:pPr>
            <a:r>
              <a:rPr sz="2400" spc="-15">
                <a:latin typeface="Calibri"/>
                <a:cs typeface="Calibri"/>
              </a:rPr>
              <a:t>software</a:t>
            </a:r>
            <a:r>
              <a:rPr sz="240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requirement </a:t>
            </a:r>
            <a:r>
              <a:rPr sz="2400" spc="-5">
                <a:latin typeface="Calibri"/>
                <a:cs typeface="Calibri"/>
              </a:rPr>
              <a:t>or</a:t>
            </a:r>
            <a:r>
              <a:rPr sz="2400">
                <a:latin typeface="Calibri"/>
                <a:cs typeface="Calibri"/>
              </a:rPr>
              <a:t> </a:t>
            </a:r>
            <a:r>
              <a:rPr sz="2400" spc="-5">
                <a:latin typeface="Calibri"/>
                <a:cs typeface="Calibri"/>
              </a:rPr>
              <a:t>end-user</a:t>
            </a:r>
            <a:r>
              <a:rPr sz="2400" spc="10">
                <a:latin typeface="Calibri"/>
                <a:cs typeface="Calibri"/>
              </a:rPr>
              <a:t> </a:t>
            </a:r>
            <a:r>
              <a:rPr sz="2400" spc="-10">
                <a:latin typeface="Calibri"/>
                <a:cs typeface="Calibri"/>
              </a:rPr>
              <a:t>expectation.</a:t>
            </a:r>
            <a:endParaRPr sz="2400">
              <a:latin typeface="Calibri"/>
              <a:cs typeface="Calibri"/>
            </a:endParaRPr>
          </a:p>
          <a:p>
            <a:pPr marL="756285" lvl="1" indent="-287655">
              <a:lnSpc>
                <a:spcPct val="100000"/>
              </a:lnSpc>
              <a:spcBef>
                <a:spcPts val="545"/>
              </a:spcBef>
              <a:buFont typeface="Wingdings"/>
              <a:buChar char=""/>
              <a:tabLst>
                <a:tab pos="756920" algn="l"/>
              </a:tabLst>
            </a:pPr>
            <a:r>
              <a:rPr sz="2200" spc="-5">
                <a:latin typeface="Calibri"/>
                <a:cs typeface="Calibri"/>
              </a:rPr>
              <a:t>Be</a:t>
            </a:r>
            <a:r>
              <a:rPr sz="2200" spc="-35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Specific</a:t>
            </a:r>
            <a:endParaRPr sz="2200">
              <a:latin typeface="Calibri"/>
              <a:cs typeface="Calibri"/>
            </a:endParaRPr>
          </a:p>
          <a:p>
            <a:pPr marL="756285" lvl="1" indent="-287655">
              <a:lnSpc>
                <a:spcPct val="100000"/>
              </a:lnSpc>
              <a:spcBef>
                <a:spcPts val="530"/>
              </a:spcBef>
              <a:buFont typeface="Wingdings"/>
              <a:buChar char=""/>
              <a:tabLst>
                <a:tab pos="756920" algn="l"/>
              </a:tabLst>
            </a:pPr>
            <a:r>
              <a:rPr sz="2200" spc="-5">
                <a:latin typeface="Calibri"/>
                <a:cs typeface="Calibri"/>
              </a:rPr>
              <a:t>Be</a:t>
            </a:r>
            <a:r>
              <a:rPr sz="2200" spc="-25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objective</a:t>
            </a:r>
            <a:endParaRPr sz="2200">
              <a:latin typeface="Calibri"/>
              <a:cs typeface="Calibri"/>
            </a:endParaRPr>
          </a:p>
          <a:p>
            <a:pPr marL="756285" lvl="1" indent="-287655">
              <a:lnSpc>
                <a:spcPct val="100000"/>
              </a:lnSpc>
              <a:spcBef>
                <a:spcPts val="530"/>
              </a:spcBef>
              <a:buFont typeface="Wingdings"/>
              <a:buChar char=""/>
              <a:tabLst>
                <a:tab pos="756920" algn="l"/>
              </a:tabLst>
            </a:pPr>
            <a:r>
              <a:rPr sz="2200" spc="-5">
                <a:latin typeface="Calibri"/>
                <a:cs typeface="Calibri"/>
              </a:rPr>
              <a:t>Be</a:t>
            </a:r>
            <a:r>
              <a:rPr sz="2200" spc="-30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detailed</a:t>
            </a:r>
            <a:endParaRPr sz="2200">
              <a:latin typeface="Calibri"/>
              <a:cs typeface="Calibri"/>
            </a:endParaRPr>
          </a:p>
          <a:p>
            <a:pPr marL="756285" lvl="1" indent="-287655">
              <a:lnSpc>
                <a:spcPct val="100000"/>
              </a:lnSpc>
              <a:spcBef>
                <a:spcPts val="530"/>
              </a:spcBef>
              <a:buFont typeface="Wingdings"/>
              <a:buChar char=""/>
              <a:tabLst>
                <a:tab pos="756920" algn="l"/>
              </a:tabLst>
            </a:pPr>
            <a:r>
              <a:rPr sz="2200" spc="-15">
                <a:latin typeface="Calibri"/>
                <a:cs typeface="Calibri"/>
              </a:rPr>
              <a:t>Reproduce</a:t>
            </a:r>
            <a:r>
              <a:rPr sz="2200" spc="-5">
                <a:latin typeface="Calibri"/>
                <a:cs typeface="Calibri"/>
              </a:rPr>
              <a:t> the</a:t>
            </a:r>
            <a:r>
              <a:rPr sz="2200" spc="-25">
                <a:latin typeface="Calibri"/>
                <a:cs typeface="Calibri"/>
              </a:rPr>
              <a:t> </a:t>
            </a:r>
            <a:r>
              <a:rPr sz="2200" spc="-10">
                <a:latin typeface="Calibri"/>
                <a:cs typeface="Calibri"/>
              </a:rPr>
              <a:t>bug</a:t>
            </a:r>
            <a:endParaRPr sz="2200">
              <a:latin typeface="Calibri"/>
              <a:cs typeface="Calibri"/>
            </a:endParaRPr>
          </a:p>
          <a:p>
            <a:pPr marL="756285" lvl="1" indent="-287655">
              <a:lnSpc>
                <a:spcPct val="100000"/>
              </a:lnSpc>
              <a:spcBef>
                <a:spcPts val="525"/>
              </a:spcBef>
              <a:buFont typeface="Wingdings"/>
              <a:buChar char=""/>
              <a:tabLst>
                <a:tab pos="756920" algn="l"/>
              </a:tabLst>
            </a:pPr>
            <a:r>
              <a:rPr sz="2200" spc="-15">
                <a:latin typeface="Calibri"/>
                <a:cs typeface="Calibri"/>
              </a:rPr>
              <a:t>Review</a:t>
            </a:r>
            <a:r>
              <a:rPr sz="2200" spc="-10">
                <a:latin typeface="Calibri"/>
                <a:cs typeface="Calibri"/>
              </a:rPr>
              <a:t> </a:t>
            </a:r>
            <a:r>
              <a:rPr sz="2200" spc="-5">
                <a:latin typeface="Calibri"/>
                <a:cs typeface="Calibri"/>
              </a:rPr>
              <a:t>the</a:t>
            </a:r>
            <a:r>
              <a:rPr sz="2200" spc="-10">
                <a:latin typeface="Calibri"/>
                <a:cs typeface="Calibri"/>
              </a:rPr>
              <a:t> bug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241503"/>
            <a:ext cx="17405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/>
              <a:t>Bug</a:t>
            </a:r>
            <a:r>
              <a:rPr spc="-50"/>
              <a:t> </a:t>
            </a:r>
            <a:r>
              <a:rPr spc="-40"/>
              <a:t>Template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343" y="1099535"/>
            <a:ext cx="3383279" cy="441579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>
                <a:latin typeface="Calibri"/>
                <a:cs typeface="Calibri"/>
              </a:rPr>
              <a:t>Bug</a:t>
            </a:r>
            <a:r>
              <a:rPr sz="2000" spc="-5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ID</a:t>
            </a: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 spc="-10">
                <a:latin typeface="Calibri"/>
                <a:cs typeface="Calibri"/>
              </a:rPr>
              <a:t>Project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5">
                <a:latin typeface="Calibri"/>
                <a:cs typeface="Calibri"/>
              </a:rPr>
              <a:t>name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 spc="-5">
                <a:latin typeface="Calibri"/>
                <a:cs typeface="Calibri"/>
              </a:rPr>
              <a:t>Priority</a:t>
            </a:r>
            <a:r>
              <a:rPr sz="2000" spc="-10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&amp;</a:t>
            </a:r>
            <a:r>
              <a:rPr sz="2000" spc="-10">
                <a:latin typeface="Calibri"/>
                <a:cs typeface="Calibri"/>
              </a:rPr>
              <a:t> Severity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 spc="-10">
                <a:latin typeface="Calibri"/>
                <a:cs typeface="Calibri"/>
              </a:rPr>
              <a:t>Affected</a:t>
            </a:r>
            <a:r>
              <a:rPr sz="2000" spc="-20">
                <a:latin typeface="Calibri"/>
                <a:cs typeface="Calibri"/>
              </a:rPr>
              <a:t> </a:t>
            </a:r>
            <a:r>
              <a:rPr sz="2000" spc="-15">
                <a:latin typeface="Calibri"/>
                <a:cs typeface="Calibri"/>
              </a:rPr>
              <a:t>Version/Component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>
                <a:latin typeface="Calibri"/>
                <a:cs typeface="Calibri"/>
              </a:rPr>
              <a:t>Summary</a:t>
            </a: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 spc="-5">
                <a:latin typeface="Calibri"/>
                <a:cs typeface="Calibri"/>
              </a:rPr>
              <a:t>Description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 spc="-10">
                <a:latin typeface="Calibri"/>
                <a:cs typeface="Calibri"/>
              </a:rPr>
              <a:t>Steps</a:t>
            </a:r>
            <a:r>
              <a:rPr sz="2000" spc="-5">
                <a:latin typeface="Calibri"/>
                <a:cs typeface="Calibri"/>
              </a:rPr>
              <a:t> </a:t>
            </a:r>
            <a:r>
              <a:rPr sz="2000" spc="-15">
                <a:latin typeface="Calibri"/>
                <a:cs typeface="Calibri"/>
              </a:rPr>
              <a:t>to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Reproduce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 spc="-15">
                <a:latin typeface="Calibri"/>
                <a:cs typeface="Calibri"/>
              </a:rPr>
              <a:t>Attachment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 spc="-10">
                <a:latin typeface="Calibri"/>
                <a:cs typeface="Calibri"/>
              </a:rPr>
              <a:t>Reported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By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4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>
                <a:latin typeface="Calibri"/>
                <a:cs typeface="Calibri"/>
              </a:rPr>
              <a:t>Assigned</a:t>
            </a:r>
            <a:r>
              <a:rPr sz="2000" spc="-40">
                <a:latin typeface="Calibri"/>
                <a:cs typeface="Calibri"/>
              </a:rPr>
              <a:t> </a:t>
            </a:r>
            <a:r>
              <a:rPr sz="2000" spc="-10">
                <a:latin typeface="Calibri"/>
                <a:cs typeface="Calibri"/>
              </a:rPr>
              <a:t>to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 spc="-10">
                <a:latin typeface="Calibri"/>
                <a:cs typeface="Calibri"/>
              </a:rPr>
              <a:t>Status</a:t>
            </a:r>
            <a:r>
              <a:rPr sz="2000" spc="-5">
                <a:latin typeface="Calibri"/>
                <a:cs typeface="Calibri"/>
              </a:rPr>
              <a:t> of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the</a:t>
            </a:r>
            <a:r>
              <a:rPr sz="2000" spc="-25">
                <a:latin typeface="Calibri"/>
                <a:cs typeface="Calibri"/>
              </a:rPr>
              <a:t> </a:t>
            </a:r>
            <a:r>
              <a:rPr sz="2000">
                <a:latin typeface="Calibri"/>
                <a:cs typeface="Calibri"/>
              </a:rPr>
              <a:t>bug</a:t>
            </a: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Font typeface="Wingdings"/>
              <a:buChar char=""/>
              <a:tabLst>
                <a:tab pos="355600" algn="l"/>
              </a:tabLst>
            </a:pPr>
            <a:r>
              <a:rPr sz="2000" spc="-15">
                <a:latin typeface="Calibri"/>
                <a:cs typeface="Calibri"/>
              </a:rPr>
              <a:t>Fixed</a:t>
            </a:r>
            <a:r>
              <a:rPr sz="2000" spc="-35">
                <a:latin typeface="Calibri"/>
                <a:cs typeface="Calibri"/>
              </a:rPr>
              <a:t> </a:t>
            </a:r>
            <a:r>
              <a:rPr sz="2000" spc="-25">
                <a:latin typeface="Calibri"/>
                <a:cs typeface="Calibri"/>
              </a:rPr>
              <a:t>Version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1492E-BC1B-E972-72C2-25C0BC17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9" y="241503"/>
            <a:ext cx="12034520" cy="369332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/>
              <a:t>Assessment for Afternoon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4317D9-D2EF-A6AA-9A0F-425DDF86C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5343" y="1537157"/>
            <a:ext cx="11221313" cy="4107278"/>
          </a:xfrm>
        </p:spPr>
        <p:txBody>
          <a:bodyPr wrap="square" lIns="0" tIns="0" rIns="0" bIns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Wingdings"/>
              <a:buChar char="v"/>
            </a:pPr>
            <a:r>
              <a:rPr lang="en-US" sz="2000">
                <a:cs typeface="Calibri"/>
              </a:rPr>
              <a:t>Create Test Plan with 5 test cases to validate below mentioned product</a:t>
            </a:r>
            <a:endParaRPr lang="en-US"/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cs typeface="Calibri"/>
              </a:rPr>
              <a:t>5.1 Home Theatre(supports Bluetooth, Aux &amp; USB)</a:t>
            </a:r>
          </a:p>
          <a:p>
            <a:pPr marL="285750" indent="-285750">
              <a:lnSpc>
                <a:spcPct val="150000"/>
              </a:lnSpc>
              <a:buFont typeface="Wingdings"/>
              <a:buChar char="v"/>
            </a:pPr>
            <a:r>
              <a:rPr lang="en-US" sz="2000">
                <a:cs typeface="Calibri"/>
              </a:rPr>
              <a:t>Command protocol will be given and create at least 20 test cases.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sz="2000">
                <a:cs typeface="Calibri"/>
              </a:rPr>
              <a:t>Support in code</a:t>
            </a:r>
          </a:p>
          <a:p>
            <a:pPr marL="1200150" lvl="2" indent="-285750">
              <a:lnSpc>
                <a:spcPct val="150000"/>
              </a:lnSpc>
              <a:buFont typeface="Wingdings"/>
              <a:buChar char="§"/>
            </a:pPr>
            <a:r>
              <a:rPr lang="en-US" sz="2000">
                <a:cs typeface="Calibri"/>
              </a:rPr>
              <a:t>PCM, MCPCM, Dolby and DTS Decoder.</a:t>
            </a:r>
          </a:p>
          <a:p>
            <a:pPr marL="1200150" lvl="2" indent="-285750">
              <a:lnSpc>
                <a:spcPct val="150000"/>
              </a:lnSpc>
              <a:buFont typeface="Wingdings"/>
              <a:buChar char="§"/>
            </a:pPr>
            <a:r>
              <a:rPr lang="en-US" sz="2000">
                <a:cs typeface="Calibri"/>
              </a:rPr>
              <a:t>Maximum configuration of 12 channels.</a:t>
            </a:r>
          </a:p>
          <a:p>
            <a:pPr marL="1200150" lvl="2" indent="-285750">
              <a:lnSpc>
                <a:spcPct val="150000"/>
              </a:lnSpc>
              <a:buFont typeface="Wingdings"/>
              <a:buChar char="§"/>
            </a:pPr>
            <a:endParaRPr lang="en-US" sz="2000">
              <a:cs typeface="Calibri"/>
            </a:endParaRPr>
          </a:p>
          <a:p>
            <a:pPr marL="1657350" lvl="3" indent="-285750">
              <a:lnSpc>
                <a:spcPct val="150000"/>
              </a:lnSpc>
              <a:buFont typeface="Wingdings"/>
              <a:buChar char="v"/>
            </a:pPr>
            <a:endParaRPr lang="en-US" sz="2000">
              <a:cs typeface="Calibri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v"/>
            </a:pPr>
            <a:endParaRPr lang="en-US" sz="2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031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553199"/>
            <a:ext cx="12192000" cy="304800"/>
          </a:xfrm>
          <a:custGeom>
            <a:avLst/>
            <a:gdLst/>
            <a:ahLst/>
            <a:cxnLst/>
            <a:rect l="l" t="t" r="r" b="b"/>
            <a:pathLst>
              <a:path w="12192000" h="304800">
                <a:moveTo>
                  <a:pt x="12192000" y="0"/>
                </a:moveTo>
                <a:lnTo>
                  <a:pt x="0" y="0"/>
                </a:lnTo>
                <a:lnTo>
                  <a:pt x="0" y="304800"/>
                </a:lnTo>
                <a:lnTo>
                  <a:pt x="12192000" y="3048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7375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51492" y="152400"/>
            <a:ext cx="2337816" cy="56235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914400"/>
            <a:ext cx="12192000" cy="1524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93115" y="5087485"/>
            <a:ext cx="4022418" cy="1275308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257236" y="1140606"/>
            <a:ext cx="2185670" cy="2094230"/>
            <a:chOff x="1257236" y="1140606"/>
            <a:chExt cx="2185670" cy="2094230"/>
          </a:xfrm>
        </p:grpSpPr>
        <p:sp>
          <p:nvSpPr>
            <p:cNvPr id="7" name="object 7"/>
            <p:cNvSpPr/>
            <p:nvPr/>
          </p:nvSpPr>
          <p:spPr>
            <a:xfrm>
              <a:off x="1270254" y="1153623"/>
              <a:ext cx="2159635" cy="2068195"/>
            </a:xfrm>
            <a:custGeom>
              <a:avLst/>
              <a:gdLst/>
              <a:ahLst/>
              <a:cxnLst/>
              <a:rect l="l" t="t" r="r" b="b"/>
              <a:pathLst>
                <a:path w="2159635" h="2068195">
                  <a:moveTo>
                    <a:pt x="463653" y="0"/>
                  </a:moveTo>
                  <a:lnTo>
                    <a:pt x="410658" y="3172"/>
                  </a:lnTo>
                  <a:lnTo>
                    <a:pt x="357664" y="12355"/>
                  </a:lnTo>
                  <a:lnTo>
                    <a:pt x="304669" y="28021"/>
                  </a:lnTo>
                  <a:lnTo>
                    <a:pt x="251676" y="50641"/>
                  </a:lnTo>
                  <a:lnTo>
                    <a:pt x="198682" y="80685"/>
                  </a:lnTo>
                  <a:lnTo>
                    <a:pt x="145689" y="118627"/>
                  </a:lnTo>
                  <a:lnTo>
                    <a:pt x="92696" y="164937"/>
                  </a:lnTo>
                  <a:lnTo>
                    <a:pt x="39704" y="220086"/>
                  </a:lnTo>
                  <a:lnTo>
                    <a:pt x="13208" y="251123"/>
                  </a:lnTo>
                  <a:lnTo>
                    <a:pt x="0" y="1817033"/>
                  </a:lnTo>
                  <a:lnTo>
                    <a:pt x="26496" y="1785996"/>
                  </a:lnTo>
                  <a:lnTo>
                    <a:pt x="52992" y="1757287"/>
                  </a:lnTo>
                  <a:lnTo>
                    <a:pt x="105984" y="1706616"/>
                  </a:lnTo>
                  <a:lnTo>
                    <a:pt x="158977" y="1664550"/>
                  </a:lnTo>
                  <a:lnTo>
                    <a:pt x="211971" y="1630615"/>
                  </a:lnTo>
                  <a:lnTo>
                    <a:pt x="264964" y="1604342"/>
                  </a:lnTo>
                  <a:lnTo>
                    <a:pt x="317959" y="1585258"/>
                  </a:lnTo>
                  <a:lnTo>
                    <a:pt x="370953" y="1572893"/>
                  </a:lnTo>
                  <a:lnTo>
                    <a:pt x="423948" y="1566774"/>
                  </a:lnTo>
                  <a:lnTo>
                    <a:pt x="450445" y="1565910"/>
                  </a:lnTo>
                  <a:lnTo>
                    <a:pt x="476943" y="1566430"/>
                  </a:lnTo>
                  <a:lnTo>
                    <a:pt x="529938" y="1571390"/>
                  </a:lnTo>
                  <a:lnTo>
                    <a:pt x="582934" y="1581182"/>
                  </a:lnTo>
                  <a:lnTo>
                    <a:pt x="635929" y="1595336"/>
                  </a:lnTo>
                  <a:lnTo>
                    <a:pt x="688925" y="1613378"/>
                  </a:lnTo>
                  <a:lnTo>
                    <a:pt x="741921" y="1634839"/>
                  </a:lnTo>
                  <a:lnTo>
                    <a:pt x="794918" y="1659246"/>
                  </a:lnTo>
                  <a:lnTo>
                    <a:pt x="847914" y="1686128"/>
                  </a:lnTo>
                  <a:lnTo>
                    <a:pt x="900911" y="1715014"/>
                  </a:lnTo>
                  <a:lnTo>
                    <a:pt x="980405" y="1761068"/>
                  </a:lnTo>
                  <a:lnTo>
                    <a:pt x="1165894" y="1872997"/>
                  </a:lnTo>
                  <a:lnTo>
                    <a:pt x="1218890" y="1904005"/>
                  </a:lnTo>
                  <a:lnTo>
                    <a:pt x="1271887" y="1933716"/>
                  </a:lnTo>
                  <a:lnTo>
                    <a:pt x="1324883" y="1961659"/>
                  </a:lnTo>
                  <a:lnTo>
                    <a:pt x="1377879" y="1987362"/>
                  </a:lnTo>
                  <a:lnTo>
                    <a:pt x="1430876" y="2010355"/>
                  </a:lnTo>
                  <a:lnTo>
                    <a:pt x="1483872" y="2030166"/>
                  </a:lnTo>
                  <a:lnTo>
                    <a:pt x="1536867" y="2046323"/>
                  </a:lnTo>
                  <a:lnTo>
                    <a:pt x="1589863" y="2058354"/>
                  </a:lnTo>
                  <a:lnTo>
                    <a:pt x="1642859" y="2065789"/>
                  </a:lnTo>
                  <a:lnTo>
                    <a:pt x="1695854" y="2068156"/>
                  </a:lnTo>
                  <a:lnTo>
                    <a:pt x="1722351" y="2067292"/>
                  </a:lnTo>
                  <a:lnTo>
                    <a:pt x="1775346" y="2061173"/>
                  </a:lnTo>
                  <a:lnTo>
                    <a:pt x="1828340" y="2048807"/>
                  </a:lnTo>
                  <a:lnTo>
                    <a:pt x="1881335" y="2029724"/>
                  </a:lnTo>
                  <a:lnTo>
                    <a:pt x="1934328" y="2003450"/>
                  </a:lnTo>
                  <a:lnTo>
                    <a:pt x="1987322" y="1969516"/>
                  </a:lnTo>
                  <a:lnTo>
                    <a:pt x="2040315" y="1927449"/>
                  </a:lnTo>
                  <a:lnTo>
                    <a:pt x="2093307" y="1876779"/>
                  </a:lnTo>
                  <a:lnTo>
                    <a:pt x="2119803" y="1848070"/>
                  </a:lnTo>
                  <a:lnTo>
                    <a:pt x="2146300" y="1817033"/>
                  </a:lnTo>
                  <a:lnTo>
                    <a:pt x="2159508" y="251123"/>
                  </a:lnTo>
                  <a:lnTo>
                    <a:pt x="2133011" y="282160"/>
                  </a:lnTo>
                  <a:lnTo>
                    <a:pt x="2106515" y="310869"/>
                  </a:lnTo>
                  <a:lnTo>
                    <a:pt x="2053523" y="361539"/>
                  </a:lnTo>
                  <a:lnTo>
                    <a:pt x="2000530" y="403606"/>
                  </a:lnTo>
                  <a:lnTo>
                    <a:pt x="1947536" y="437540"/>
                  </a:lnTo>
                  <a:lnTo>
                    <a:pt x="1894543" y="463814"/>
                  </a:lnTo>
                  <a:lnTo>
                    <a:pt x="1841548" y="482897"/>
                  </a:lnTo>
                  <a:lnTo>
                    <a:pt x="1788554" y="495263"/>
                  </a:lnTo>
                  <a:lnTo>
                    <a:pt x="1735559" y="501382"/>
                  </a:lnTo>
                  <a:lnTo>
                    <a:pt x="1709062" y="502246"/>
                  </a:lnTo>
                  <a:lnTo>
                    <a:pt x="1682564" y="501726"/>
                  </a:lnTo>
                  <a:lnTo>
                    <a:pt x="1629569" y="496766"/>
                  </a:lnTo>
                  <a:lnTo>
                    <a:pt x="1576573" y="486973"/>
                  </a:lnTo>
                  <a:lnTo>
                    <a:pt x="1523578" y="472820"/>
                  </a:lnTo>
                  <a:lnTo>
                    <a:pt x="1470582" y="454778"/>
                  </a:lnTo>
                  <a:lnTo>
                    <a:pt x="1417586" y="433317"/>
                  </a:lnTo>
                  <a:lnTo>
                    <a:pt x="1364589" y="408910"/>
                  </a:lnTo>
                  <a:lnTo>
                    <a:pt x="1311593" y="382028"/>
                  </a:lnTo>
                  <a:lnTo>
                    <a:pt x="1258596" y="353142"/>
                  </a:lnTo>
                  <a:lnTo>
                    <a:pt x="1179102" y="307087"/>
                  </a:lnTo>
                  <a:lnTo>
                    <a:pt x="993613" y="195158"/>
                  </a:lnTo>
                  <a:lnTo>
                    <a:pt x="940617" y="164151"/>
                  </a:lnTo>
                  <a:lnTo>
                    <a:pt x="887620" y="134440"/>
                  </a:lnTo>
                  <a:lnTo>
                    <a:pt x="834624" y="106497"/>
                  </a:lnTo>
                  <a:lnTo>
                    <a:pt x="781628" y="80794"/>
                  </a:lnTo>
                  <a:lnTo>
                    <a:pt x="728631" y="57801"/>
                  </a:lnTo>
                  <a:lnTo>
                    <a:pt x="675635" y="37990"/>
                  </a:lnTo>
                  <a:lnTo>
                    <a:pt x="622640" y="21833"/>
                  </a:lnTo>
                  <a:lnTo>
                    <a:pt x="569644" y="9802"/>
                  </a:lnTo>
                  <a:lnTo>
                    <a:pt x="516648" y="2367"/>
                  </a:lnTo>
                  <a:lnTo>
                    <a:pt x="490151" y="520"/>
                  </a:lnTo>
                  <a:lnTo>
                    <a:pt x="463653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70254" y="1153623"/>
              <a:ext cx="2159635" cy="2068195"/>
            </a:xfrm>
            <a:custGeom>
              <a:avLst/>
              <a:gdLst/>
              <a:ahLst/>
              <a:cxnLst/>
              <a:rect l="l" t="t" r="r" b="b"/>
              <a:pathLst>
                <a:path w="2159635" h="2068195">
                  <a:moveTo>
                    <a:pt x="13208" y="251123"/>
                  </a:moveTo>
                  <a:lnTo>
                    <a:pt x="39704" y="220086"/>
                  </a:lnTo>
                  <a:lnTo>
                    <a:pt x="66200" y="191377"/>
                  </a:lnTo>
                  <a:lnTo>
                    <a:pt x="119192" y="140706"/>
                  </a:lnTo>
                  <a:lnTo>
                    <a:pt x="172185" y="98640"/>
                  </a:lnTo>
                  <a:lnTo>
                    <a:pt x="225179" y="64705"/>
                  </a:lnTo>
                  <a:lnTo>
                    <a:pt x="278172" y="38432"/>
                  </a:lnTo>
                  <a:lnTo>
                    <a:pt x="331167" y="19348"/>
                  </a:lnTo>
                  <a:lnTo>
                    <a:pt x="384161" y="6983"/>
                  </a:lnTo>
                  <a:lnTo>
                    <a:pt x="437156" y="864"/>
                  </a:lnTo>
                  <a:lnTo>
                    <a:pt x="463653" y="0"/>
                  </a:lnTo>
                  <a:lnTo>
                    <a:pt x="490151" y="520"/>
                  </a:lnTo>
                  <a:lnTo>
                    <a:pt x="543146" y="5480"/>
                  </a:lnTo>
                  <a:lnTo>
                    <a:pt x="596142" y="15272"/>
                  </a:lnTo>
                  <a:lnTo>
                    <a:pt x="649137" y="29426"/>
                  </a:lnTo>
                  <a:lnTo>
                    <a:pt x="702133" y="47468"/>
                  </a:lnTo>
                  <a:lnTo>
                    <a:pt x="755129" y="68929"/>
                  </a:lnTo>
                  <a:lnTo>
                    <a:pt x="808126" y="93336"/>
                  </a:lnTo>
                  <a:lnTo>
                    <a:pt x="861122" y="120218"/>
                  </a:lnTo>
                  <a:lnTo>
                    <a:pt x="914119" y="149104"/>
                  </a:lnTo>
                  <a:lnTo>
                    <a:pt x="967115" y="179522"/>
                  </a:lnTo>
                  <a:lnTo>
                    <a:pt x="1020112" y="211001"/>
                  </a:lnTo>
                  <a:lnTo>
                    <a:pt x="1073108" y="243069"/>
                  </a:lnTo>
                  <a:lnTo>
                    <a:pt x="1099607" y="259177"/>
                  </a:lnTo>
                  <a:lnTo>
                    <a:pt x="1126105" y="275255"/>
                  </a:lnTo>
                  <a:lnTo>
                    <a:pt x="1179102" y="307087"/>
                  </a:lnTo>
                  <a:lnTo>
                    <a:pt x="1232098" y="338095"/>
                  </a:lnTo>
                  <a:lnTo>
                    <a:pt x="1285095" y="367806"/>
                  </a:lnTo>
                  <a:lnTo>
                    <a:pt x="1338091" y="395749"/>
                  </a:lnTo>
                  <a:lnTo>
                    <a:pt x="1391087" y="421452"/>
                  </a:lnTo>
                  <a:lnTo>
                    <a:pt x="1444084" y="444445"/>
                  </a:lnTo>
                  <a:lnTo>
                    <a:pt x="1497080" y="464256"/>
                  </a:lnTo>
                  <a:lnTo>
                    <a:pt x="1550075" y="480413"/>
                  </a:lnTo>
                  <a:lnTo>
                    <a:pt x="1603071" y="492444"/>
                  </a:lnTo>
                  <a:lnTo>
                    <a:pt x="1656067" y="499879"/>
                  </a:lnTo>
                  <a:lnTo>
                    <a:pt x="1709062" y="502246"/>
                  </a:lnTo>
                  <a:lnTo>
                    <a:pt x="1735559" y="501382"/>
                  </a:lnTo>
                  <a:lnTo>
                    <a:pt x="1788554" y="495263"/>
                  </a:lnTo>
                  <a:lnTo>
                    <a:pt x="1841548" y="482897"/>
                  </a:lnTo>
                  <a:lnTo>
                    <a:pt x="1894543" y="463814"/>
                  </a:lnTo>
                  <a:lnTo>
                    <a:pt x="1947536" y="437540"/>
                  </a:lnTo>
                  <a:lnTo>
                    <a:pt x="2000530" y="403606"/>
                  </a:lnTo>
                  <a:lnTo>
                    <a:pt x="2053523" y="361539"/>
                  </a:lnTo>
                  <a:lnTo>
                    <a:pt x="2106515" y="310869"/>
                  </a:lnTo>
                  <a:lnTo>
                    <a:pt x="2133011" y="282160"/>
                  </a:lnTo>
                  <a:lnTo>
                    <a:pt x="2159508" y="251123"/>
                  </a:lnTo>
                  <a:lnTo>
                    <a:pt x="2146300" y="1817033"/>
                  </a:lnTo>
                  <a:lnTo>
                    <a:pt x="2119803" y="1848070"/>
                  </a:lnTo>
                  <a:lnTo>
                    <a:pt x="2093307" y="1876779"/>
                  </a:lnTo>
                  <a:lnTo>
                    <a:pt x="2040315" y="1927449"/>
                  </a:lnTo>
                  <a:lnTo>
                    <a:pt x="1987322" y="1969516"/>
                  </a:lnTo>
                  <a:lnTo>
                    <a:pt x="1934328" y="2003450"/>
                  </a:lnTo>
                  <a:lnTo>
                    <a:pt x="1881335" y="2029724"/>
                  </a:lnTo>
                  <a:lnTo>
                    <a:pt x="1828340" y="2048807"/>
                  </a:lnTo>
                  <a:lnTo>
                    <a:pt x="1775346" y="2061173"/>
                  </a:lnTo>
                  <a:lnTo>
                    <a:pt x="1722351" y="2067292"/>
                  </a:lnTo>
                  <a:lnTo>
                    <a:pt x="1695854" y="2068156"/>
                  </a:lnTo>
                  <a:lnTo>
                    <a:pt x="1669356" y="2067636"/>
                  </a:lnTo>
                  <a:lnTo>
                    <a:pt x="1616361" y="2062676"/>
                  </a:lnTo>
                  <a:lnTo>
                    <a:pt x="1563365" y="2052883"/>
                  </a:lnTo>
                  <a:lnTo>
                    <a:pt x="1510370" y="2038730"/>
                  </a:lnTo>
                  <a:lnTo>
                    <a:pt x="1457374" y="2020688"/>
                  </a:lnTo>
                  <a:lnTo>
                    <a:pt x="1404378" y="1999227"/>
                  </a:lnTo>
                  <a:lnTo>
                    <a:pt x="1351381" y="1974820"/>
                  </a:lnTo>
                  <a:lnTo>
                    <a:pt x="1298385" y="1947938"/>
                  </a:lnTo>
                  <a:lnTo>
                    <a:pt x="1245388" y="1919052"/>
                  </a:lnTo>
                  <a:lnTo>
                    <a:pt x="1192392" y="1888634"/>
                  </a:lnTo>
                  <a:lnTo>
                    <a:pt x="1139395" y="1857155"/>
                  </a:lnTo>
                  <a:lnTo>
                    <a:pt x="1086399" y="1825087"/>
                  </a:lnTo>
                  <a:lnTo>
                    <a:pt x="1059900" y="1808979"/>
                  </a:lnTo>
                  <a:lnTo>
                    <a:pt x="1033402" y="1792901"/>
                  </a:lnTo>
                  <a:lnTo>
                    <a:pt x="980405" y="1761068"/>
                  </a:lnTo>
                  <a:lnTo>
                    <a:pt x="927409" y="1730061"/>
                  </a:lnTo>
                  <a:lnTo>
                    <a:pt x="874412" y="1700350"/>
                  </a:lnTo>
                  <a:lnTo>
                    <a:pt x="821416" y="1672407"/>
                  </a:lnTo>
                  <a:lnTo>
                    <a:pt x="768420" y="1646704"/>
                  </a:lnTo>
                  <a:lnTo>
                    <a:pt x="715423" y="1623711"/>
                  </a:lnTo>
                  <a:lnTo>
                    <a:pt x="662427" y="1603900"/>
                  </a:lnTo>
                  <a:lnTo>
                    <a:pt x="609432" y="1587743"/>
                  </a:lnTo>
                  <a:lnTo>
                    <a:pt x="556436" y="1575712"/>
                  </a:lnTo>
                  <a:lnTo>
                    <a:pt x="503440" y="1568277"/>
                  </a:lnTo>
                  <a:lnTo>
                    <a:pt x="450445" y="1565910"/>
                  </a:lnTo>
                  <a:lnTo>
                    <a:pt x="423948" y="1566774"/>
                  </a:lnTo>
                  <a:lnTo>
                    <a:pt x="370953" y="1572893"/>
                  </a:lnTo>
                  <a:lnTo>
                    <a:pt x="317959" y="1585258"/>
                  </a:lnTo>
                  <a:lnTo>
                    <a:pt x="264964" y="1604342"/>
                  </a:lnTo>
                  <a:lnTo>
                    <a:pt x="211971" y="1630615"/>
                  </a:lnTo>
                  <a:lnTo>
                    <a:pt x="158977" y="1664550"/>
                  </a:lnTo>
                  <a:lnTo>
                    <a:pt x="105984" y="1706616"/>
                  </a:lnTo>
                  <a:lnTo>
                    <a:pt x="52992" y="1757287"/>
                  </a:lnTo>
                  <a:lnTo>
                    <a:pt x="26496" y="1785996"/>
                  </a:lnTo>
                  <a:lnTo>
                    <a:pt x="0" y="1817033"/>
                  </a:lnTo>
                  <a:lnTo>
                    <a:pt x="13208" y="251123"/>
                  </a:lnTo>
                  <a:close/>
                </a:path>
              </a:pathLst>
            </a:custGeom>
            <a:ln w="25908">
              <a:solidFill>
                <a:srgbClr val="8EB4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361058" y="1708530"/>
            <a:ext cx="162623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/>
                <a:cs typeface="Calibri"/>
              </a:rPr>
              <a:t>Jasmin </a:t>
            </a:r>
            <a:r>
              <a:rPr sz="1200" spc="-10">
                <a:latin typeface="Calibri"/>
                <a:cs typeface="Calibri"/>
              </a:rPr>
              <a:t>Infotech </a:t>
            </a:r>
            <a:r>
              <a:rPr sz="1200">
                <a:latin typeface="Calibri"/>
                <a:cs typeface="Calibri"/>
              </a:rPr>
              <a:t>Pvt. </a:t>
            </a:r>
            <a:r>
              <a:rPr sz="1200" spc="-10">
                <a:latin typeface="Calibri"/>
                <a:cs typeface="Calibri"/>
              </a:rPr>
              <a:t>Ltd. 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119,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Velachery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 spc="-15">
                <a:latin typeface="Calibri"/>
                <a:cs typeface="Calibri"/>
              </a:rPr>
              <a:t>Tambaram </a:t>
            </a:r>
            <a:r>
              <a:rPr sz="1200" spc="-26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Road, Pallikaranai, 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Chennai</a:t>
            </a:r>
            <a:r>
              <a:rPr sz="1200" spc="-5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600100,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INDIA</a:t>
            </a:r>
          </a:p>
          <a:p>
            <a:pPr marL="12700">
              <a:lnSpc>
                <a:spcPct val="100000"/>
              </a:lnSpc>
            </a:pPr>
            <a:r>
              <a:rPr sz="1200" spc="-30">
                <a:latin typeface="Calibri"/>
                <a:cs typeface="Calibri"/>
              </a:rPr>
              <a:t>Tel: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+91 </a:t>
            </a:r>
            <a:r>
              <a:rPr sz="1200">
                <a:latin typeface="Calibri"/>
                <a:cs typeface="Calibri"/>
              </a:rPr>
              <a:t>44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6666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9600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3771836" y="1145178"/>
            <a:ext cx="2185670" cy="2094230"/>
            <a:chOff x="3771836" y="1145178"/>
            <a:chExt cx="2185670" cy="2094230"/>
          </a:xfrm>
        </p:grpSpPr>
        <p:sp>
          <p:nvSpPr>
            <p:cNvPr id="11" name="object 11"/>
            <p:cNvSpPr/>
            <p:nvPr/>
          </p:nvSpPr>
          <p:spPr>
            <a:xfrm>
              <a:off x="3784853" y="1158195"/>
              <a:ext cx="2159635" cy="2068195"/>
            </a:xfrm>
            <a:custGeom>
              <a:avLst/>
              <a:gdLst/>
              <a:ahLst/>
              <a:cxnLst/>
              <a:rect l="l" t="t" r="r" b="b"/>
              <a:pathLst>
                <a:path w="2159635" h="2068195">
                  <a:moveTo>
                    <a:pt x="463653" y="0"/>
                  </a:moveTo>
                  <a:lnTo>
                    <a:pt x="410658" y="3172"/>
                  </a:lnTo>
                  <a:lnTo>
                    <a:pt x="357664" y="12355"/>
                  </a:lnTo>
                  <a:lnTo>
                    <a:pt x="304669" y="28021"/>
                  </a:lnTo>
                  <a:lnTo>
                    <a:pt x="251676" y="50641"/>
                  </a:lnTo>
                  <a:lnTo>
                    <a:pt x="198682" y="80685"/>
                  </a:lnTo>
                  <a:lnTo>
                    <a:pt x="145689" y="118627"/>
                  </a:lnTo>
                  <a:lnTo>
                    <a:pt x="92696" y="164937"/>
                  </a:lnTo>
                  <a:lnTo>
                    <a:pt x="39704" y="220086"/>
                  </a:lnTo>
                  <a:lnTo>
                    <a:pt x="13208" y="251123"/>
                  </a:lnTo>
                  <a:lnTo>
                    <a:pt x="0" y="1817033"/>
                  </a:lnTo>
                  <a:lnTo>
                    <a:pt x="26496" y="1785996"/>
                  </a:lnTo>
                  <a:lnTo>
                    <a:pt x="52992" y="1757287"/>
                  </a:lnTo>
                  <a:lnTo>
                    <a:pt x="105984" y="1706616"/>
                  </a:lnTo>
                  <a:lnTo>
                    <a:pt x="158977" y="1664550"/>
                  </a:lnTo>
                  <a:lnTo>
                    <a:pt x="211971" y="1630615"/>
                  </a:lnTo>
                  <a:lnTo>
                    <a:pt x="264964" y="1604342"/>
                  </a:lnTo>
                  <a:lnTo>
                    <a:pt x="317959" y="1585258"/>
                  </a:lnTo>
                  <a:lnTo>
                    <a:pt x="370953" y="1572893"/>
                  </a:lnTo>
                  <a:lnTo>
                    <a:pt x="423948" y="1566774"/>
                  </a:lnTo>
                  <a:lnTo>
                    <a:pt x="450445" y="1565910"/>
                  </a:lnTo>
                  <a:lnTo>
                    <a:pt x="476943" y="1566430"/>
                  </a:lnTo>
                  <a:lnTo>
                    <a:pt x="529938" y="1571390"/>
                  </a:lnTo>
                  <a:lnTo>
                    <a:pt x="582934" y="1581182"/>
                  </a:lnTo>
                  <a:lnTo>
                    <a:pt x="635929" y="1595336"/>
                  </a:lnTo>
                  <a:lnTo>
                    <a:pt x="688925" y="1613378"/>
                  </a:lnTo>
                  <a:lnTo>
                    <a:pt x="741921" y="1634839"/>
                  </a:lnTo>
                  <a:lnTo>
                    <a:pt x="794918" y="1659246"/>
                  </a:lnTo>
                  <a:lnTo>
                    <a:pt x="847914" y="1686128"/>
                  </a:lnTo>
                  <a:lnTo>
                    <a:pt x="900911" y="1715014"/>
                  </a:lnTo>
                  <a:lnTo>
                    <a:pt x="980405" y="1761068"/>
                  </a:lnTo>
                  <a:lnTo>
                    <a:pt x="1165894" y="1872997"/>
                  </a:lnTo>
                  <a:lnTo>
                    <a:pt x="1218890" y="1904005"/>
                  </a:lnTo>
                  <a:lnTo>
                    <a:pt x="1271887" y="1933716"/>
                  </a:lnTo>
                  <a:lnTo>
                    <a:pt x="1324883" y="1961659"/>
                  </a:lnTo>
                  <a:lnTo>
                    <a:pt x="1377879" y="1987362"/>
                  </a:lnTo>
                  <a:lnTo>
                    <a:pt x="1430876" y="2010355"/>
                  </a:lnTo>
                  <a:lnTo>
                    <a:pt x="1483872" y="2030166"/>
                  </a:lnTo>
                  <a:lnTo>
                    <a:pt x="1536867" y="2046323"/>
                  </a:lnTo>
                  <a:lnTo>
                    <a:pt x="1589863" y="2058354"/>
                  </a:lnTo>
                  <a:lnTo>
                    <a:pt x="1642859" y="2065789"/>
                  </a:lnTo>
                  <a:lnTo>
                    <a:pt x="1695854" y="2068156"/>
                  </a:lnTo>
                  <a:lnTo>
                    <a:pt x="1722351" y="2067292"/>
                  </a:lnTo>
                  <a:lnTo>
                    <a:pt x="1775346" y="2061173"/>
                  </a:lnTo>
                  <a:lnTo>
                    <a:pt x="1828340" y="2048807"/>
                  </a:lnTo>
                  <a:lnTo>
                    <a:pt x="1881335" y="2029724"/>
                  </a:lnTo>
                  <a:lnTo>
                    <a:pt x="1934328" y="2003450"/>
                  </a:lnTo>
                  <a:lnTo>
                    <a:pt x="1987322" y="1969516"/>
                  </a:lnTo>
                  <a:lnTo>
                    <a:pt x="2040315" y="1927449"/>
                  </a:lnTo>
                  <a:lnTo>
                    <a:pt x="2093307" y="1876779"/>
                  </a:lnTo>
                  <a:lnTo>
                    <a:pt x="2119803" y="1848070"/>
                  </a:lnTo>
                  <a:lnTo>
                    <a:pt x="2146300" y="1817033"/>
                  </a:lnTo>
                  <a:lnTo>
                    <a:pt x="2159508" y="251123"/>
                  </a:lnTo>
                  <a:lnTo>
                    <a:pt x="2133011" y="282160"/>
                  </a:lnTo>
                  <a:lnTo>
                    <a:pt x="2106515" y="310869"/>
                  </a:lnTo>
                  <a:lnTo>
                    <a:pt x="2053523" y="361539"/>
                  </a:lnTo>
                  <a:lnTo>
                    <a:pt x="2000530" y="403606"/>
                  </a:lnTo>
                  <a:lnTo>
                    <a:pt x="1947536" y="437540"/>
                  </a:lnTo>
                  <a:lnTo>
                    <a:pt x="1894543" y="463814"/>
                  </a:lnTo>
                  <a:lnTo>
                    <a:pt x="1841548" y="482897"/>
                  </a:lnTo>
                  <a:lnTo>
                    <a:pt x="1788554" y="495263"/>
                  </a:lnTo>
                  <a:lnTo>
                    <a:pt x="1735559" y="501382"/>
                  </a:lnTo>
                  <a:lnTo>
                    <a:pt x="1709062" y="502246"/>
                  </a:lnTo>
                  <a:lnTo>
                    <a:pt x="1682564" y="501726"/>
                  </a:lnTo>
                  <a:lnTo>
                    <a:pt x="1629569" y="496766"/>
                  </a:lnTo>
                  <a:lnTo>
                    <a:pt x="1576573" y="486973"/>
                  </a:lnTo>
                  <a:lnTo>
                    <a:pt x="1523578" y="472820"/>
                  </a:lnTo>
                  <a:lnTo>
                    <a:pt x="1470582" y="454778"/>
                  </a:lnTo>
                  <a:lnTo>
                    <a:pt x="1417586" y="433317"/>
                  </a:lnTo>
                  <a:lnTo>
                    <a:pt x="1364589" y="408910"/>
                  </a:lnTo>
                  <a:lnTo>
                    <a:pt x="1311593" y="382028"/>
                  </a:lnTo>
                  <a:lnTo>
                    <a:pt x="1258596" y="353142"/>
                  </a:lnTo>
                  <a:lnTo>
                    <a:pt x="1179102" y="307087"/>
                  </a:lnTo>
                  <a:lnTo>
                    <a:pt x="993613" y="195158"/>
                  </a:lnTo>
                  <a:lnTo>
                    <a:pt x="940617" y="164151"/>
                  </a:lnTo>
                  <a:lnTo>
                    <a:pt x="887620" y="134440"/>
                  </a:lnTo>
                  <a:lnTo>
                    <a:pt x="834624" y="106497"/>
                  </a:lnTo>
                  <a:lnTo>
                    <a:pt x="781628" y="80794"/>
                  </a:lnTo>
                  <a:lnTo>
                    <a:pt x="728631" y="57801"/>
                  </a:lnTo>
                  <a:lnTo>
                    <a:pt x="675635" y="37990"/>
                  </a:lnTo>
                  <a:lnTo>
                    <a:pt x="622640" y="21833"/>
                  </a:lnTo>
                  <a:lnTo>
                    <a:pt x="569644" y="9802"/>
                  </a:lnTo>
                  <a:lnTo>
                    <a:pt x="516648" y="2367"/>
                  </a:lnTo>
                  <a:lnTo>
                    <a:pt x="490151" y="520"/>
                  </a:lnTo>
                  <a:lnTo>
                    <a:pt x="463653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784853" y="1158195"/>
              <a:ext cx="2159635" cy="2068195"/>
            </a:xfrm>
            <a:custGeom>
              <a:avLst/>
              <a:gdLst/>
              <a:ahLst/>
              <a:cxnLst/>
              <a:rect l="l" t="t" r="r" b="b"/>
              <a:pathLst>
                <a:path w="2159635" h="2068195">
                  <a:moveTo>
                    <a:pt x="13208" y="251123"/>
                  </a:moveTo>
                  <a:lnTo>
                    <a:pt x="39704" y="220086"/>
                  </a:lnTo>
                  <a:lnTo>
                    <a:pt x="66200" y="191377"/>
                  </a:lnTo>
                  <a:lnTo>
                    <a:pt x="119192" y="140706"/>
                  </a:lnTo>
                  <a:lnTo>
                    <a:pt x="172185" y="98640"/>
                  </a:lnTo>
                  <a:lnTo>
                    <a:pt x="225179" y="64705"/>
                  </a:lnTo>
                  <a:lnTo>
                    <a:pt x="278172" y="38432"/>
                  </a:lnTo>
                  <a:lnTo>
                    <a:pt x="331167" y="19348"/>
                  </a:lnTo>
                  <a:lnTo>
                    <a:pt x="384161" y="6983"/>
                  </a:lnTo>
                  <a:lnTo>
                    <a:pt x="437156" y="864"/>
                  </a:lnTo>
                  <a:lnTo>
                    <a:pt x="463653" y="0"/>
                  </a:lnTo>
                  <a:lnTo>
                    <a:pt x="490151" y="520"/>
                  </a:lnTo>
                  <a:lnTo>
                    <a:pt x="543146" y="5480"/>
                  </a:lnTo>
                  <a:lnTo>
                    <a:pt x="596142" y="15272"/>
                  </a:lnTo>
                  <a:lnTo>
                    <a:pt x="649137" y="29426"/>
                  </a:lnTo>
                  <a:lnTo>
                    <a:pt x="702133" y="47468"/>
                  </a:lnTo>
                  <a:lnTo>
                    <a:pt x="755129" y="68929"/>
                  </a:lnTo>
                  <a:lnTo>
                    <a:pt x="808126" y="93336"/>
                  </a:lnTo>
                  <a:lnTo>
                    <a:pt x="861122" y="120218"/>
                  </a:lnTo>
                  <a:lnTo>
                    <a:pt x="914119" y="149104"/>
                  </a:lnTo>
                  <a:lnTo>
                    <a:pt x="967115" y="179522"/>
                  </a:lnTo>
                  <a:lnTo>
                    <a:pt x="1020112" y="211001"/>
                  </a:lnTo>
                  <a:lnTo>
                    <a:pt x="1073108" y="243069"/>
                  </a:lnTo>
                  <a:lnTo>
                    <a:pt x="1099607" y="259177"/>
                  </a:lnTo>
                  <a:lnTo>
                    <a:pt x="1126105" y="275255"/>
                  </a:lnTo>
                  <a:lnTo>
                    <a:pt x="1179102" y="307087"/>
                  </a:lnTo>
                  <a:lnTo>
                    <a:pt x="1232098" y="338095"/>
                  </a:lnTo>
                  <a:lnTo>
                    <a:pt x="1285095" y="367806"/>
                  </a:lnTo>
                  <a:lnTo>
                    <a:pt x="1338091" y="395749"/>
                  </a:lnTo>
                  <a:lnTo>
                    <a:pt x="1391087" y="421452"/>
                  </a:lnTo>
                  <a:lnTo>
                    <a:pt x="1444084" y="444445"/>
                  </a:lnTo>
                  <a:lnTo>
                    <a:pt x="1497080" y="464256"/>
                  </a:lnTo>
                  <a:lnTo>
                    <a:pt x="1550075" y="480413"/>
                  </a:lnTo>
                  <a:lnTo>
                    <a:pt x="1603071" y="492444"/>
                  </a:lnTo>
                  <a:lnTo>
                    <a:pt x="1656067" y="499879"/>
                  </a:lnTo>
                  <a:lnTo>
                    <a:pt x="1709062" y="502246"/>
                  </a:lnTo>
                  <a:lnTo>
                    <a:pt x="1735559" y="501382"/>
                  </a:lnTo>
                  <a:lnTo>
                    <a:pt x="1788554" y="495263"/>
                  </a:lnTo>
                  <a:lnTo>
                    <a:pt x="1841548" y="482897"/>
                  </a:lnTo>
                  <a:lnTo>
                    <a:pt x="1894543" y="463814"/>
                  </a:lnTo>
                  <a:lnTo>
                    <a:pt x="1947536" y="437540"/>
                  </a:lnTo>
                  <a:lnTo>
                    <a:pt x="2000530" y="403606"/>
                  </a:lnTo>
                  <a:lnTo>
                    <a:pt x="2053523" y="361539"/>
                  </a:lnTo>
                  <a:lnTo>
                    <a:pt x="2106515" y="310869"/>
                  </a:lnTo>
                  <a:lnTo>
                    <a:pt x="2133011" y="282160"/>
                  </a:lnTo>
                  <a:lnTo>
                    <a:pt x="2159508" y="251123"/>
                  </a:lnTo>
                  <a:lnTo>
                    <a:pt x="2146300" y="1817033"/>
                  </a:lnTo>
                  <a:lnTo>
                    <a:pt x="2119803" y="1848070"/>
                  </a:lnTo>
                  <a:lnTo>
                    <a:pt x="2093307" y="1876779"/>
                  </a:lnTo>
                  <a:lnTo>
                    <a:pt x="2040315" y="1927449"/>
                  </a:lnTo>
                  <a:lnTo>
                    <a:pt x="1987322" y="1969516"/>
                  </a:lnTo>
                  <a:lnTo>
                    <a:pt x="1934328" y="2003450"/>
                  </a:lnTo>
                  <a:lnTo>
                    <a:pt x="1881335" y="2029724"/>
                  </a:lnTo>
                  <a:lnTo>
                    <a:pt x="1828340" y="2048807"/>
                  </a:lnTo>
                  <a:lnTo>
                    <a:pt x="1775346" y="2061173"/>
                  </a:lnTo>
                  <a:lnTo>
                    <a:pt x="1722351" y="2067292"/>
                  </a:lnTo>
                  <a:lnTo>
                    <a:pt x="1695854" y="2068156"/>
                  </a:lnTo>
                  <a:lnTo>
                    <a:pt x="1669356" y="2067636"/>
                  </a:lnTo>
                  <a:lnTo>
                    <a:pt x="1616361" y="2062676"/>
                  </a:lnTo>
                  <a:lnTo>
                    <a:pt x="1563365" y="2052883"/>
                  </a:lnTo>
                  <a:lnTo>
                    <a:pt x="1510370" y="2038730"/>
                  </a:lnTo>
                  <a:lnTo>
                    <a:pt x="1457374" y="2020688"/>
                  </a:lnTo>
                  <a:lnTo>
                    <a:pt x="1404378" y="1999227"/>
                  </a:lnTo>
                  <a:lnTo>
                    <a:pt x="1351381" y="1974820"/>
                  </a:lnTo>
                  <a:lnTo>
                    <a:pt x="1298385" y="1947938"/>
                  </a:lnTo>
                  <a:lnTo>
                    <a:pt x="1245388" y="1919052"/>
                  </a:lnTo>
                  <a:lnTo>
                    <a:pt x="1192392" y="1888634"/>
                  </a:lnTo>
                  <a:lnTo>
                    <a:pt x="1139395" y="1857155"/>
                  </a:lnTo>
                  <a:lnTo>
                    <a:pt x="1086399" y="1825087"/>
                  </a:lnTo>
                  <a:lnTo>
                    <a:pt x="1059900" y="1808979"/>
                  </a:lnTo>
                  <a:lnTo>
                    <a:pt x="1033402" y="1792901"/>
                  </a:lnTo>
                  <a:lnTo>
                    <a:pt x="980405" y="1761068"/>
                  </a:lnTo>
                  <a:lnTo>
                    <a:pt x="927409" y="1730061"/>
                  </a:lnTo>
                  <a:lnTo>
                    <a:pt x="874412" y="1700350"/>
                  </a:lnTo>
                  <a:lnTo>
                    <a:pt x="821416" y="1672407"/>
                  </a:lnTo>
                  <a:lnTo>
                    <a:pt x="768420" y="1646704"/>
                  </a:lnTo>
                  <a:lnTo>
                    <a:pt x="715423" y="1623711"/>
                  </a:lnTo>
                  <a:lnTo>
                    <a:pt x="662427" y="1603900"/>
                  </a:lnTo>
                  <a:lnTo>
                    <a:pt x="609432" y="1587743"/>
                  </a:lnTo>
                  <a:lnTo>
                    <a:pt x="556436" y="1575712"/>
                  </a:lnTo>
                  <a:lnTo>
                    <a:pt x="503440" y="1568277"/>
                  </a:lnTo>
                  <a:lnTo>
                    <a:pt x="450445" y="1565910"/>
                  </a:lnTo>
                  <a:lnTo>
                    <a:pt x="423948" y="1566774"/>
                  </a:lnTo>
                  <a:lnTo>
                    <a:pt x="370953" y="1572893"/>
                  </a:lnTo>
                  <a:lnTo>
                    <a:pt x="317959" y="1585258"/>
                  </a:lnTo>
                  <a:lnTo>
                    <a:pt x="264964" y="1604342"/>
                  </a:lnTo>
                  <a:lnTo>
                    <a:pt x="211971" y="1630615"/>
                  </a:lnTo>
                  <a:lnTo>
                    <a:pt x="158977" y="1664550"/>
                  </a:lnTo>
                  <a:lnTo>
                    <a:pt x="105984" y="1706616"/>
                  </a:lnTo>
                  <a:lnTo>
                    <a:pt x="52992" y="1757287"/>
                  </a:lnTo>
                  <a:lnTo>
                    <a:pt x="26496" y="1785996"/>
                  </a:lnTo>
                  <a:lnTo>
                    <a:pt x="0" y="1817033"/>
                  </a:lnTo>
                  <a:lnTo>
                    <a:pt x="13208" y="251123"/>
                  </a:lnTo>
                  <a:close/>
                </a:path>
              </a:pathLst>
            </a:custGeom>
            <a:ln w="25908">
              <a:solidFill>
                <a:srgbClr val="8EB4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875913" y="1620723"/>
            <a:ext cx="19208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/>
                <a:cs typeface="Calibri"/>
              </a:rPr>
              <a:t>Jasmin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Infotech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Pvt.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Ltd.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>
                <a:latin typeface="Calibri"/>
                <a:cs typeface="Calibri"/>
              </a:rPr>
              <a:t>DG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Square,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200">
                <a:latin typeface="Calibri"/>
                <a:cs typeface="Calibri"/>
              </a:rPr>
              <a:t>127,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Pallavaram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Thoraipakkam </a:t>
            </a:r>
            <a:r>
              <a:rPr sz="1200" spc="-26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Radial </a:t>
            </a:r>
            <a:r>
              <a:rPr sz="1200" spc="-5">
                <a:latin typeface="Calibri"/>
                <a:cs typeface="Calibri"/>
              </a:rPr>
              <a:t>Road, </a:t>
            </a:r>
            <a:r>
              <a:rPr sz="1200" spc="-10">
                <a:latin typeface="Calibri"/>
                <a:cs typeface="Calibri"/>
              </a:rPr>
              <a:t>Kilkattalai, 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Chennai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600117,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INDIA</a:t>
            </a:r>
          </a:p>
          <a:p>
            <a:pPr marL="12700">
              <a:lnSpc>
                <a:spcPct val="100000"/>
              </a:lnSpc>
            </a:pPr>
            <a:r>
              <a:rPr sz="1200" spc="-30">
                <a:latin typeface="Calibri"/>
                <a:cs typeface="Calibri"/>
              </a:rPr>
              <a:t>Tel: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+91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44 6604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9600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6271196" y="1140606"/>
            <a:ext cx="2185670" cy="2094230"/>
            <a:chOff x="6271196" y="1140606"/>
            <a:chExt cx="2185670" cy="2094230"/>
          </a:xfrm>
        </p:grpSpPr>
        <p:sp>
          <p:nvSpPr>
            <p:cNvPr id="15" name="object 15"/>
            <p:cNvSpPr/>
            <p:nvPr/>
          </p:nvSpPr>
          <p:spPr>
            <a:xfrm>
              <a:off x="6284214" y="1153623"/>
              <a:ext cx="2159635" cy="2068195"/>
            </a:xfrm>
            <a:custGeom>
              <a:avLst/>
              <a:gdLst/>
              <a:ahLst/>
              <a:cxnLst/>
              <a:rect l="l" t="t" r="r" b="b"/>
              <a:pathLst>
                <a:path w="2159634" h="2068195">
                  <a:moveTo>
                    <a:pt x="463653" y="0"/>
                  </a:moveTo>
                  <a:lnTo>
                    <a:pt x="410658" y="3172"/>
                  </a:lnTo>
                  <a:lnTo>
                    <a:pt x="357664" y="12355"/>
                  </a:lnTo>
                  <a:lnTo>
                    <a:pt x="304669" y="28021"/>
                  </a:lnTo>
                  <a:lnTo>
                    <a:pt x="251676" y="50641"/>
                  </a:lnTo>
                  <a:lnTo>
                    <a:pt x="198682" y="80685"/>
                  </a:lnTo>
                  <a:lnTo>
                    <a:pt x="145689" y="118627"/>
                  </a:lnTo>
                  <a:lnTo>
                    <a:pt x="92696" y="164937"/>
                  </a:lnTo>
                  <a:lnTo>
                    <a:pt x="39704" y="220086"/>
                  </a:lnTo>
                  <a:lnTo>
                    <a:pt x="13208" y="251123"/>
                  </a:lnTo>
                  <a:lnTo>
                    <a:pt x="0" y="1817033"/>
                  </a:lnTo>
                  <a:lnTo>
                    <a:pt x="26496" y="1785996"/>
                  </a:lnTo>
                  <a:lnTo>
                    <a:pt x="52992" y="1757287"/>
                  </a:lnTo>
                  <a:lnTo>
                    <a:pt x="105984" y="1706616"/>
                  </a:lnTo>
                  <a:lnTo>
                    <a:pt x="158977" y="1664550"/>
                  </a:lnTo>
                  <a:lnTo>
                    <a:pt x="211971" y="1630615"/>
                  </a:lnTo>
                  <a:lnTo>
                    <a:pt x="264964" y="1604342"/>
                  </a:lnTo>
                  <a:lnTo>
                    <a:pt x="317959" y="1585258"/>
                  </a:lnTo>
                  <a:lnTo>
                    <a:pt x="370953" y="1572893"/>
                  </a:lnTo>
                  <a:lnTo>
                    <a:pt x="423948" y="1566774"/>
                  </a:lnTo>
                  <a:lnTo>
                    <a:pt x="450445" y="1565910"/>
                  </a:lnTo>
                  <a:lnTo>
                    <a:pt x="476943" y="1566430"/>
                  </a:lnTo>
                  <a:lnTo>
                    <a:pt x="529938" y="1571390"/>
                  </a:lnTo>
                  <a:lnTo>
                    <a:pt x="582934" y="1581182"/>
                  </a:lnTo>
                  <a:lnTo>
                    <a:pt x="635929" y="1595336"/>
                  </a:lnTo>
                  <a:lnTo>
                    <a:pt x="688925" y="1613378"/>
                  </a:lnTo>
                  <a:lnTo>
                    <a:pt x="741921" y="1634839"/>
                  </a:lnTo>
                  <a:lnTo>
                    <a:pt x="794918" y="1659246"/>
                  </a:lnTo>
                  <a:lnTo>
                    <a:pt x="847914" y="1686128"/>
                  </a:lnTo>
                  <a:lnTo>
                    <a:pt x="900911" y="1715014"/>
                  </a:lnTo>
                  <a:lnTo>
                    <a:pt x="980405" y="1761068"/>
                  </a:lnTo>
                  <a:lnTo>
                    <a:pt x="1165894" y="1872997"/>
                  </a:lnTo>
                  <a:lnTo>
                    <a:pt x="1218890" y="1904005"/>
                  </a:lnTo>
                  <a:lnTo>
                    <a:pt x="1271887" y="1933716"/>
                  </a:lnTo>
                  <a:lnTo>
                    <a:pt x="1324883" y="1961659"/>
                  </a:lnTo>
                  <a:lnTo>
                    <a:pt x="1377879" y="1987362"/>
                  </a:lnTo>
                  <a:lnTo>
                    <a:pt x="1430876" y="2010355"/>
                  </a:lnTo>
                  <a:lnTo>
                    <a:pt x="1483872" y="2030166"/>
                  </a:lnTo>
                  <a:lnTo>
                    <a:pt x="1536867" y="2046323"/>
                  </a:lnTo>
                  <a:lnTo>
                    <a:pt x="1589863" y="2058354"/>
                  </a:lnTo>
                  <a:lnTo>
                    <a:pt x="1642859" y="2065789"/>
                  </a:lnTo>
                  <a:lnTo>
                    <a:pt x="1695854" y="2068156"/>
                  </a:lnTo>
                  <a:lnTo>
                    <a:pt x="1722351" y="2067292"/>
                  </a:lnTo>
                  <a:lnTo>
                    <a:pt x="1775346" y="2061173"/>
                  </a:lnTo>
                  <a:lnTo>
                    <a:pt x="1828340" y="2048807"/>
                  </a:lnTo>
                  <a:lnTo>
                    <a:pt x="1881335" y="2029724"/>
                  </a:lnTo>
                  <a:lnTo>
                    <a:pt x="1934328" y="2003450"/>
                  </a:lnTo>
                  <a:lnTo>
                    <a:pt x="1987322" y="1969516"/>
                  </a:lnTo>
                  <a:lnTo>
                    <a:pt x="2040315" y="1927449"/>
                  </a:lnTo>
                  <a:lnTo>
                    <a:pt x="2093307" y="1876779"/>
                  </a:lnTo>
                  <a:lnTo>
                    <a:pt x="2119803" y="1848070"/>
                  </a:lnTo>
                  <a:lnTo>
                    <a:pt x="2146300" y="1817033"/>
                  </a:lnTo>
                  <a:lnTo>
                    <a:pt x="2159508" y="251123"/>
                  </a:lnTo>
                  <a:lnTo>
                    <a:pt x="2133011" y="282160"/>
                  </a:lnTo>
                  <a:lnTo>
                    <a:pt x="2106515" y="310869"/>
                  </a:lnTo>
                  <a:lnTo>
                    <a:pt x="2053523" y="361539"/>
                  </a:lnTo>
                  <a:lnTo>
                    <a:pt x="2000530" y="403606"/>
                  </a:lnTo>
                  <a:lnTo>
                    <a:pt x="1947536" y="437540"/>
                  </a:lnTo>
                  <a:lnTo>
                    <a:pt x="1894543" y="463814"/>
                  </a:lnTo>
                  <a:lnTo>
                    <a:pt x="1841548" y="482897"/>
                  </a:lnTo>
                  <a:lnTo>
                    <a:pt x="1788554" y="495263"/>
                  </a:lnTo>
                  <a:lnTo>
                    <a:pt x="1735559" y="501382"/>
                  </a:lnTo>
                  <a:lnTo>
                    <a:pt x="1709062" y="502246"/>
                  </a:lnTo>
                  <a:lnTo>
                    <a:pt x="1682564" y="501726"/>
                  </a:lnTo>
                  <a:lnTo>
                    <a:pt x="1629569" y="496766"/>
                  </a:lnTo>
                  <a:lnTo>
                    <a:pt x="1576573" y="486973"/>
                  </a:lnTo>
                  <a:lnTo>
                    <a:pt x="1523578" y="472820"/>
                  </a:lnTo>
                  <a:lnTo>
                    <a:pt x="1470582" y="454778"/>
                  </a:lnTo>
                  <a:lnTo>
                    <a:pt x="1417586" y="433317"/>
                  </a:lnTo>
                  <a:lnTo>
                    <a:pt x="1364589" y="408910"/>
                  </a:lnTo>
                  <a:lnTo>
                    <a:pt x="1311593" y="382028"/>
                  </a:lnTo>
                  <a:lnTo>
                    <a:pt x="1258596" y="353142"/>
                  </a:lnTo>
                  <a:lnTo>
                    <a:pt x="1179102" y="307087"/>
                  </a:lnTo>
                  <a:lnTo>
                    <a:pt x="993613" y="195158"/>
                  </a:lnTo>
                  <a:lnTo>
                    <a:pt x="940617" y="164151"/>
                  </a:lnTo>
                  <a:lnTo>
                    <a:pt x="887620" y="134440"/>
                  </a:lnTo>
                  <a:lnTo>
                    <a:pt x="834624" y="106497"/>
                  </a:lnTo>
                  <a:lnTo>
                    <a:pt x="781628" y="80794"/>
                  </a:lnTo>
                  <a:lnTo>
                    <a:pt x="728631" y="57801"/>
                  </a:lnTo>
                  <a:lnTo>
                    <a:pt x="675635" y="37990"/>
                  </a:lnTo>
                  <a:lnTo>
                    <a:pt x="622640" y="21833"/>
                  </a:lnTo>
                  <a:lnTo>
                    <a:pt x="569644" y="9802"/>
                  </a:lnTo>
                  <a:lnTo>
                    <a:pt x="516648" y="2367"/>
                  </a:lnTo>
                  <a:lnTo>
                    <a:pt x="490151" y="520"/>
                  </a:lnTo>
                  <a:lnTo>
                    <a:pt x="463653" y="0"/>
                  </a:lnTo>
                  <a:close/>
                </a:path>
              </a:pathLst>
            </a:custGeom>
            <a:solidFill>
              <a:srgbClr val="8EB4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284214" y="1153623"/>
              <a:ext cx="2159635" cy="2068195"/>
            </a:xfrm>
            <a:custGeom>
              <a:avLst/>
              <a:gdLst/>
              <a:ahLst/>
              <a:cxnLst/>
              <a:rect l="l" t="t" r="r" b="b"/>
              <a:pathLst>
                <a:path w="2159634" h="2068195">
                  <a:moveTo>
                    <a:pt x="13208" y="251123"/>
                  </a:moveTo>
                  <a:lnTo>
                    <a:pt x="39704" y="220086"/>
                  </a:lnTo>
                  <a:lnTo>
                    <a:pt x="66200" y="191377"/>
                  </a:lnTo>
                  <a:lnTo>
                    <a:pt x="119192" y="140706"/>
                  </a:lnTo>
                  <a:lnTo>
                    <a:pt x="172185" y="98640"/>
                  </a:lnTo>
                  <a:lnTo>
                    <a:pt x="225179" y="64705"/>
                  </a:lnTo>
                  <a:lnTo>
                    <a:pt x="278172" y="38432"/>
                  </a:lnTo>
                  <a:lnTo>
                    <a:pt x="331167" y="19348"/>
                  </a:lnTo>
                  <a:lnTo>
                    <a:pt x="384161" y="6983"/>
                  </a:lnTo>
                  <a:lnTo>
                    <a:pt x="437156" y="864"/>
                  </a:lnTo>
                  <a:lnTo>
                    <a:pt x="463653" y="0"/>
                  </a:lnTo>
                  <a:lnTo>
                    <a:pt x="490151" y="520"/>
                  </a:lnTo>
                  <a:lnTo>
                    <a:pt x="543146" y="5480"/>
                  </a:lnTo>
                  <a:lnTo>
                    <a:pt x="596142" y="15272"/>
                  </a:lnTo>
                  <a:lnTo>
                    <a:pt x="649137" y="29426"/>
                  </a:lnTo>
                  <a:lnTo>
                    <a:pt x="702133" y="47468"/>
                  </a:lnTo>
                  <a:lnTo>
                    <a:pt x="755129" y="68929"/>
                  </a:lnTo>
                  <a:lnTo>
                    <a:pt x="808126" y="93336"/>
                  </a:lnTo>
                  <a:lnTo>
                    <a:pt x="861122" y="120218"/>
                  </a:lnTo>
                  <a:lnTo>
                    <a:pt x="914119" y="149104"/>
                  </a:lnTo>
                  <a:lnTo>
                    <a:pt x="967115" y="179522"/>
                  </a:lnTo>
                  <a:lnTo>
                    <a:pt x="1020112" y="211001"/>
                  </a:lnTo>
                  <a:lnTo>
                    <a:pt x="1073108" y="243069"/>
                  </a:lnTo>
                  <a:lnTo>
                    <a:pt x="1099607" y="259177"/>
                  </a:lnTo>
                  <a:lnTo>
                    <a:pt x="1126105" y="275255"/>
                  </a:lnTo>
                  <a:lnTo>
                    <a:pt x="1179102" y="307087"/>
                  </a:lnTo>
                  <a:lnTo>
                    <a:pt x="1232098" y="338095"/>
                  </a:lnTo>
                  <a:lnTo>
                    <a:pt x="1285095" y="367806"/>
                  </a:lnTo>
                  <a:lnTo>
                    <a:pt x="1338091" y="395749"/>
                  </a:lnTo>
                  <a:lnTo>
                    <a:pt x="1391087" y="421452"/>
                  </a:lnTo>
                  <a:lnTo>
                    <a:pt x="1444084" y="444445"/>
                  </a:lnTo>
                  <a:lnTo>
                    <a:pt x="1497080" y="464256"/>
                  </a:lnTo>
                  <a:lnTo>
                    <a:pt x="1550075" y="480413"/>
                  </a:lnTo>
                  <a:lnTo>
                    <a:pt x="1603071" y="492444"/>
                  </a:lnTo>
                  <a:lnTo>
                    <a:pt x="1656067" y="499879"/>
                  </a:lnTo>
                  <a:lnTo>
                    <a:pt x="1709062" y="502246"/>
                  </a:lnTo>
                  <a:lnTo>
                    <a:pt x="1735559" y="501382"/>
                  </a:lnTo>
                  <a:lnTo>
                    <a:pt x="1788554" y="495263"/>
                  </a:lnTo>
                  <a:lnTo>
                    <a:pt x="1841548" y="482897"/>
                  </a:lnTo>
                  <a:lnTo>
                    <a:pt x="1894543" y="463814"/>
                  </a:lnTo>
                  <a:lnTo>
                    <a:pt x="1947536" y="437540"/>
                  </a:lnTo>
                  <a:lnTo>
                    <a:pt x="2000530" y="403606"/>
                  </a:lnTo>
                  <a:lnTo>
                    <a:pt x="2053523" y="361539"/>
                  </a:lnTo>
                  <a:lnTo>
                    <a:pt x="2106515" y="310869"/>
                  </a:lnTo>
                  <a:lnTo>
                    <a:pt x="2133011" y="282160"/>
                  </a:lnTo>
                  <a:lnTo>
                    <a:pt x="2159508" y="251123"/>
                  </a:lnTo>
                  <a:lnTo>
                    <a:pt x="2146300" y="1817033"/>
                  </a:lnTo>
                  <a:lnTo>
                    <a:pt x="2119803" y="1848070"/>
                  </a:lnTo>
                  <a:lnTo>
                    <a:pt x="2093307" y="1876779"/>
                  </a:lnTo>
                  <a:lnTo>
                    <a:pt x="2040315" y="1927449"/>
                  </a:lnTo>
                  <a:lnTo>
                    <a:pt x="1987322" y="1969516"/>
                  </a:lnTo>
                  <a:lnTo>
                    <a:pt x="1934328" y="2003450"/>
                  </a:lnTo>
                  <a:lnTo>
                    <a:pt x="1881335" y="2029724"/>
                  </a:lnTo>
                  <a:lnTo>
                    <a:pt x="1828340" y="2048807"/>
                  </a:lnTo>
                  <a:lnTo>
                    <a:pt x="1775346" y="2061173"/>
                  </a:lnTo>
                  <a:lnTo>
                    <a:pt x="1722351" y="2067292"/>
                  </a:lnTo>
                  <a:lnTo>
                    <a:pt x="1695854" y="2068156"/>
                  </a:lnTo>
                  <a:lnTo>
                    <a:pt x="1669356" y="2067636"/>
                  </a:lnTo>
                  <a:lnTo>
                    <a:pt x="1616361" y="2062676"/>
                  </a:lnTo>
                  <a:lnTo>
                    <a:pt x="1563365" y="2052883"/>
                  </a:lnTo>
                  <a:lnTo>
                    <a:pt x="1510370" y="2038730"/>
                  </a:lnTo>
                  <a:lnTo>
                    <a:pt x="1457374" y="2020688"/>
                  </a:lnTo>
                  <a:lnTo>
                    <a:pt x="1404378" y="1999227"/>
                  </a:lnTo>
                  <a:lnTo>
                    <a:pt x="1351381" y="1974820"/>
                  </a:lnTo>
                  <a:lnTo>
                    <a:pt x="1298385" y="1947938"/>
                  </a:lnTo>
                  <a:lnTo>
                    <a:pt x="1245388" y="1919052"/>
                  </a:lnTo>
                  <a:lnTo>
                    <a:pt x="1192392" y="1888634"/>
                  </a:lnTo>
                  <a:lnTo>
                    <a:pt x="1139395" y="1857155"/>
                  </a:lnTo>
                  <a:lnTo>
                    <a:pt x="1086399" y="1825087"/>
                  </a:lnTo>
                  <a:lnTo>
                    <a:pt x="1059900" y="1808979"/>
                  </a:lnTo>
                  <a:lnTo>
                    <a:pt x="1033402" y="1792901"/>
                  </a:lnTo>
                  <a:lnTo>
                    <a:pt x="980405" y="1761068"/>
                  </a:lnTo>
                  <a:lnTo>
                    <a:pt x="927409" y="1730061"/>
                  </a:lnTo>
                  <a:lnTo>
                    <a:pt x="874412" y="1700350"/>
                  </a:lnTo>
                  <a:lnTo>
                    <a:pt x="821416" y="1672407"/>
                  </a:lnTo>
                  <a:lnTo>
                    <a:pt x="768420" y="1646704"/>
                  </a:lnTo>
                  <a:lnTo>
                    <a:pt x="715423" y="1623711"/>
                  </a:lnTo>
                  <a:lnTo>
                    <a:pt x="662427" y="1603900"/>
                  </a:lnTo>
                  <a:lnTo>
                    <a:pt x="609432" y="1587743"/>
                  </a:lnTo>
                  <a:lnTo>
                    <a:pt x="556436" y="1575712"/>
                  </a:lnTo>
                  <a:lnTo>
                    <a:pt x="503440" y="1568277"/>
                  </a:lnTo>
                  <a:lnTo>
                    <a:pt x="450445" y="1565910"/>
                  </a:lnTo>
                  <a:lnTo>
                    <a:pt x="423948" y="1566774"/>
                  </a:lnTo>
                  <a:lnTo>
                    <a:pt x="370953" y="1572893"/>
                  </a:lnTo>
                  <a:lnTo>
                    <a:pt x="317959" y="1585258"/>
                  </a:lnTo>
                  <a:lnTo>
                    <a:pt x="264964" y="1604342"/>
                  </a:lnTo>
                  <a:lnTo>
                    <a:pt x="211971" y="1630615"/>
                  </a:lnTo>
                  <a:lnTo>
                    <a:pt x="158977" y="1664550"/>
                  </a:lnTo>
                  <a:lnTo>
                    <a:pt x="105984" y="1706616"/>
                  </a:lnTo>
                  <a:lnTo>
                    <a:pt x="52992" y="1757287"/>
                  </a:lnTo>
                  <a:lnTo>
                    <a:pt x="26496" y="1785996"/>
                  </a:lnTo>
                  <a:lnTo>
                    <a:pt x="0" y="1817033"/>
                  </a:lnTo>
                  <a:lnTo>
                    <a:pt x="13208" y="251123"/>
                  </a:lnTo>
                  <a:close/>
                </a:path>
              </a:pathLst>
            </a:custGeom>
            <a:ln w="25908">
              <a:solidFill>
                <a:srgbClr val="8EB4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350761" y="1708530"/>
            <a:ext cx="17094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16256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/>
                <a:cs typeface="Calibri"/>
              </a:rPr>
              <a:t>Jasmin</a:t>
            </a:r>
            <a:r>
              <a:rPr sz="1200" spc="-10">
                <a:latin typeface="Calibri"/>
                <a:cs typeface="Calibri"/>
              </a:rPr>
              <a:t> Infotech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Pvt.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Ltd. </a:t>
            </a:r>
            <a:r>
              <a:rPr sz="1200" spc="-254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No.23,</a:t>
            </a:r>
            <a:r>
              <a:rPr sz="1200">
                <a:latin typeface="Calibri"/>
                <a:cs typeface="Calibri"/>
              </a:rPr>
              <a:t> 2</a:t>
            </a:r>
            <a:r>
              <a:rPr sz="1200" baseline="24305">
                <a:latin typeface="Calibri"/>
                <a:cs typeface="Calibri"/>
              </a:rPr>
              <a:t>nd</a:t>
            </a:r>
            <a:r>
              <a:rPr sz="1200" spc="127" baseline="24305">
                <a:latin typeface="Calibri"/>
                <a:cs typeface="Calibri"/>
              </a:rPr>
              <a:t> </a:t>
            </a:r>
            <a:r>
              <a:rPr sz="1200" spc="-20">
                <a:latin typeface="Calibri"/>
                <a:cs typeface="Calibri"/>
              </a:rPr>
              <a:t>Floor,</a:t>
            </a:r>
            <a:endParaRPr sz="1200">
              <a:latin typeface="Calibri"/>
              <a:cs typeface="Calibri"/>
            </a:endParaRPr>
          </a:p>
          <a:p>
            <a:pPr marL="38100" marR="30480">
              <a:lnSpc>
                <a:spcPct val="100000"/>
              </a:lnSpc>
            </a:pPr>
            <a:r>
              <a:rPr sz="1200" spc="-5">
                <a:latin typeface="Calibri"/>
                <a:cs typeface="Calibri"/>
              </a:rPr>
              <a:t>1</a:t>
            </a:r>
            <a:r>
              <a:rPr sz="1200" spc="-7" baseline="24305">
                <a:latin typeface="Calibri"/>
                <a:cs typeface="Calibri"/>
              </a:rPr>
              <a:t>st </a:t>
            </a:r>
            <a:r>
              <a:rPr sz="1200">
                <a:latin typeface="Calibri"/>
                <a:cs typeface="Calibri"/>
              </a:rPr>
              <a:t>Main </a:t>
            </a:r>
            <a:r>
              <a:rPr sz="1200" spc="-5">
                <a:latin typeface="Calibri"/>
                <a:cs typeface="Calibri"/>
              </a:rPr>
              <a:t>Mutthappa Block, </a:t>
            </a:r>
            <a:r>
              <a:rPr sz="1200" spc="-260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Ganga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 spc="-25">
                <a:latin typeface="Calibri"/>
                <a:cs typeface="Calibri"/>
              </a:rPr>
              <a:t>Nagar,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RT</a:t>
            </a:r>
            <a:r>
              <a:rPr sz="1200" spc="5">
                <a:latin typeface="Calibri"/>
                <a:cs typeface="Calibri"/>
              </a:rPr>
              <a:t> </a:t>
            </a:r>
            <a:r>
              <a:rPr sz="1200" spc="-25">
                <a:latin typeface="Calibri"/>
                <a:cs typeface="Calibri"/>
              </a:rPr>
              <a:t>Nagar, 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Bengaluru</a:t>
            </a:r>
            <a:r>
              <a:rPr sz="1200" spc="-4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560032,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INDIA</a:t>
            </a:r>
          </a:p>
        </p:txBody>
      </p:sp>
      <p:grpSp>
        <p:nvGrpSpPr>
          <p:cNvPr id="18" name="object 18"/>
          <p:cNvGrpSpPr/>
          <p:nvPr/>
        </p:nvGrpSpPr>
        <p:grpSpPr>
          <a:xfrm>
            <a:off x="1257300" y="2888697"/>
            <a:ext cx="2185670" cy="2094230"/>
            <a:chOff x="1257300" y="2888697"/>
            <a:chExt cx="2185670" cy="2094230"/>
          </a:xfrm>
        </p:grpSpPr>
        <p:sp>
          <p:nvSpPr>
            <p:cNvPr id="19" name="object 19"/>
            <p:cNvSpPr/>
            <p:nvPr/>
          </p:nvSpPr>
          <p:spPr>
            <a:xfrm>
              <a:off x="1270253" y="2901651"/>
              <a:ext cx="2159635" cy="2068195"/>
            </a:xfrm>
            <a:custGeom>
              <a:avLst/>
              <a:gdLst/>
              <a:ahLst/>
              <a:cxnLst/>
              <a:rect l="l" t="t" r="r" b="b"/>
              <a:pathLst>
                <a:path w="2159635" h="2068195">
                  <a:moveTo>
                    <a:pt x="463653" y="0"/>
                  </a:moveTo>
                  <a:lnTo>
                    <a:pt x="410658" y="3172"/>
                  </a:lnTo>
                  <a:lnTo>
                    <a:pt x="357664" y="12355"/>
                  </a:lnTo>
                  <a:lnTo>
                    <a:pt x="304669" y="28021"/>
                  </a:lnTo>
                  <a:lnTo>
                    <a:pt x="251676" y="50641"/>
                  </a:lnTo>
                  <a:lnTo>
                    <a:pt x="198682" y="80685"/>
                  </a:lnTo>
                  <a:lnTo>
                    <a:pt x="145689" y="118627"/>
                  </a:lnTo>
                  <a:lnTo>
                    <a:pt x="92696" y="164937"/>
                  </a:lnTo>
                  <a:lnTo>
                    <a:pt x="39704" y="220086"/>
                  </a:lnTo>
                  <a:lnTo>
                    <a:pt x="13208" y="251123"/>
                  </a:lnTo>
                  <a:lnTo>
                    <a:pt x="0" y="1817033"/>
                  </a:lnTo>
                  <a:lnTo>
                    <a:pt x="26496" y="1785996"/>
                  </a:lnTo>
                  <a:lnTo>
                    <a:pt x="52992" y="1757287"/>
                  </a:lnTo>
                  <a:lnTo>
                    <a:pt x="105984" y="1706616"/>
                  </a:lnTo>
                  <a:lnTo>
                    <a:pt x="158977" y="1664550"/>
                  </a:lnTo>
                  <a:lnTo>
                    <a:pt x="211971" y="1630615"/>
                  </a:lnTo>
                  <a:lnTo>
                    <a:pt x="264964" y="1604342"/>
                  </a:lnTo>
                  <a:lnTo>
                    <a:pt x="317959" y="1585258"/>
                  </a:lnTo>
                  <a:lnTo>
                    <a:pt x="370953" y="1572893"/>
                  </a:lnTo>
                  <a:lnTo>
                    <a:pt x="423948" y="1566774"/>
                  </a:lnTo>
                  <a:lnTo>
                    <a:pt x="450445" y="1565910"/>
                  </a:lnTo>
                  <a:lnTo>
                    <a:pt x="476943" y="1566430"/>
                  </a:lnTo>
                  <a:lnTo>
                    <a:pt x="529938" y="1571390"/>
                  </a:lnTo>
                  <a:lnTo>
                    <a:pt x="582934" y="1581182"/>
                  </a:lnTo>
                  <a:lnTo>
                    <a:pt x="635929" y="1595336"/>
                  </a:lnTo>
                  <a:lnTo>
                    <a:pt x="688925" y="1613378"/>
                  </a:lnTo>
                  <a:lnTo>
                    <a:pt x="741921" y="1634839"/>
                  </a:lnTo>
                  <a:lnTo>
                    <a:pt x="794918" y="1659246"/>
                  </a:lnTo>
                  <a:lnTo>
                    <a:pt x="847914" y="1686128"/>
                  </a:lnTo>
                  <a:lnTo>
                    <a:pt x="900911" y="1715014"/>
                  </a:lnTo>
                  <a:lnTo>
                    <a:pt x="980405" y="1761068"/>
                  </a:lnTo>
                  <a:lnTo>
                    <a:pt x="1165894" y="1872997"/>
                  </a:lnTo>
                  <a:lnTo>
                    <a:pt x="1218890" y="1904005"/>
                  </a:lnTo>
                  <a:lnTo>
                    <a:pt x="1271887" y="1933716"/>
                  </a:lnTo>
                  <a:lnTo>
                    <a:pt x="1324883" y="1961659"/>
                  </a:lnTo>
                  <a:lnTo>
                    <a:pt x="1377879" y="1987362"/>
                  </a:lnTo>
                  <a:lnTo>
                    <a:pt x="1430876" y="2010355"/>
                  </a:lnTo>
                  <a:lnTo>
                    <a:pt x="1483872" y="2030166"/>
                  </a:lnTo>
                  <a:lnTo>
                    <a:pt x="1536867" y="2046323"/>
                  </a:lnTo>
                  <a:lnTo>
                    <a:pt x="1589863" y="2058354"/>
                  </a:lnTo>
                  <a:lnTo>
                    <a:pt x="1642859" y="2065789"/>
                  </a:lnTo>
                  <a:lnTo>
                    <a:pt x="1695854" y="2068156"/>
                  </a:lnTo>
                  <a:lnTo>
                    <a:pt x="1722351" y="2067292"/>
                  </a:lnTo>
                  <a:lnTo>
                    <a:pt x="1775346" y="2061173"/>
                  </a:lnTo>
                  <a:lnTo>
                    <a:pt x="1828340" y="2048807"/>
                  </a:lnTo>
                  <a:lnTo>
                    <a:pt x="1881335" y="2029724"/>
                  </a:lnTo>
                  <a:lnTo>
                    <a:pt x="1934328" y="2003450"/>
                  </a:lnTo>
                  <a:lnTo>
                    <a:pt x="1987322" y="1969516"/>
                  </a:lnTo>
                  <a:lnTo>
                    <a:pt x="2040315" y="1927449"/>
                  </a:lnTo>
                  <a:lnTo>
                    <a:pt x="2093307" y="1876779"/>
                  </a:lnTo>
                  <a:lnTo>
                    <a:pt x="2119803" y="1848070"/>
                  </a:lnTo>
                  <a:lnTo>
                    <a:pt x="2146300" y="1817033"/>
                  </a:lnTo>
                  <a:lnTo>
                    <a:pt x="2159508" y="251123"/>
                  </a:lnTo>
                  <a:lnTo>
                    <a:pt x="2133011" y="282160"/>
                  </a:lnTo>
                  <a:lnTo>
                    <a:pt x="2106515" y="310869"/>
                  </a:lnTo>
                  <a:lnTo>
                    <a:pt x="2053523" y="361539"/>
                  </a:lnTo>
                  <a:lnTo>
                    <a:pt x="2000530" y="403606"/>
                  </a:lnTo>
                  <a:lnTo>
                    <a:pt x="1947536" y="437540"/>
                  </a:lnTo>
                  <a:lnTo>
                    <a:pt x="1894543" y="463814"/>
                  </a:lnTo>
                  <a:lnTo>
                    <a:pt x="1841548" y="482897"/>
                  </a:lnTo>
                  <a:lnTo>
                    <a:pt x="1788554" y="495263"/>
                  </a:lnTo>
                  <a:lnTo>
                    <a:pt x="1735559" y="501382"/>
                  </a:lnTo>
                  <a:lnTo>
                    <a:pt x="1709062" y="502246"/>
                  </a:lnTo>
                  <a:lnTo>
                    <a:pt x="1682564" y="501726"/>
                  </a:lnTo>
                  <a:lnTo>
                    <a:pt x="1629569" y="496766"/>
                  </a:lnTo>
                  <a:lnTo>
                    <a:pt x="1576573" y="486973"/>
                  </a:lnTo>
                  <a:lnTo>
                    <a:pt x="1523578" y="472820"/>
                  </a:lnTo>
                  <a:lnTo>
                    <a:pt x="1470582" y="454778"/>
                  </a:lnTo>
                  <a:lnTo>
                    <a:pt x="1417586" y="433317"/>
                  </a:lnTo>
                  <a:lnTo>
                    <a:pt x="1364589" y="408910"/>
                  </a:lnTo>
                  <a:lnTo>
                    <a:pt x="1311593" y="382028"/>
                  </a:lnTo>
                  <a:lnTo>
                    <a:pt x="1258596" y="353142"/>
                  </a:lnTo>
                  <a:lnTo>
                    <a:pt x="1179102" y="307087"/>
                  </a:lnTo>
                  <a:lnTo>
                    <a:pt x="993613" y="195158"/>
                  </a:lnTo>
                  <a:lnTo>
                    <a:pt x="940617" y="164151"/>
                  </a:lnTo>
                  <a:lnTo>
                    <a:pt x="887620" y="134440"/>
                  </a:lnTo>
                  <a:lnTo>
                    <a:pt x="834624" y="106497"/>
                  </a:lnTo>
                  <a:lnTo>
                    <a:pt x="781628" y="80794"/>
                  </a:lnTo>
                  <a:lnTo>
                    <a:pt x="728631" y="57801"/>
                  </a:lnTo>
                  <a:lnTo>
                    <a:pt x="675635" y="37990"/>
                  </a:lnTo>
                  <a:lnTo>
                    <a:pt x="622640" y="21833"/>
                  </a:lnTo>
                  <a:lnTo>
                    <a:pt x="569644" y="9802"/>
                  </a:lnTo>
                  <a:lnTo>
                    <a:pt x="516648" y="2367"/>
                  </a:lnTo>
                  <a:lnTo>
                    <a:pt x="490151" y="520"/>
                  </a:lnTo>
                  <a:lnTo>
                    <a:pt x="463653" y="0"/>
                  </a:lnTo>
                  <a:close/>
                </a:path>
              </a:pathLst>
            </a:custGeom>
            <a:solidFill>
              <a:srgbClr val="D6E3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70253" y="2901651"/>
              <a:ext cx="2159635" cy="2068195"/>
            </a:xfrm>
            <a:custGeom>
              <a:avLst/>
              <a:gdLst/>
              <a:ahLst/>
              <a:cxnLst/>
              <a:rect l="l" t="t" r="r" b="b"/>
              <a:pathLst>
                <a:path w="2159635" h="2068195">
                  <a:moveTo>
                    <a:pt x="13208" y="251123"/>
                  </a:moveTo>
                  <a:lnTo>
                    <a:pt x="39704" y="220086"/>
                  </a:lnTo>
                  <a:lnTo>
                    <a:pt x="66200" y="191377"/>
                  </a:lnTo>
                  <a:lnTo>
                    <a:pt x="119192" y="140706"/>
                  </a:lnTo>
                  <a:lnTo>
                    <a:pt x="172185" y="98640"/>
                  </a:lnTo>
                  <a:lnTo>
                    <a:pt x="225179" y="64705"/>
                  </a:lnTo>
                  <a:lnTo>
                    <a:pt x="278172" y="38432"/>
                  </a:lnTo>
                  <a:lnTo>
                    <a:pt x="331167" y="19348"/>
                  </a:lnTo>
                  <a:lnTo>
                    <a:pt x="384161" y="6983"/>
                  </a:lnTo>
                  <a:lnTo>
                    <a:pt x="437156" y="864"/>
                  </a:lnTo>
                  <a:lnTo>
                    <a:pt x="463653" y="0"/>
                  </a:lnTo>
                  <a:lnTo>
                    <a:pt x="490151" y="520"/>
                  </a:lnTo>
                  <a:lnTo>
                    <a:pt x="543146" y="5480"/>
                  </a:lnTo>
                  <a:lnTo>
                    <a:pt x="596142" y="15272"/>
                  </a:lnTo>
                  <a:lnTo>
                    <a:pt x="649137" y="29426"/>
                  </a:lnTo>
                  <a:lnTo>
                    <a:pt x="702133" y="47468"/>
                  </a:lnTo>
                  <a:lnTo>
                    <a:pt x="755129" y="68929"/>
                  </a:lnTo>
                  <a:lnTo>
                    <a:pt x="808126" y="93336"/>
                  </a:lnTo>
                  <a:lnTo>
                    <a:pt x="861122" y="120218"/>
                  </a:lnTo>
                  <a:lnTo>
                    <a:pt x="914119" y="149104"/>
                  </a:lnTo>
                  <a:lnTo>
                    <a:pt x="967115" y="179522"/>
                  </a:lnTo>
                  <a:lnTo>
                    <a:pt x="1020112" y="211001"/>
                  </a:lnTo>
                  <a:lnTo>
                    <a:pt x="1073108" y="243069"/>
                  </a:lnTo>
                  <a:lnTo>
                    <a:pt x="1099607" y="259177"/>
                  </a:lnTo>
                  <a:lnTo>
                    <a:pt x="1126105" y="275255"/>
                  </a:lnTo>
                  <a:lnTo>
                    <a:pt x="1179102" y="307087"/>
                  </a:lnTo>
                  <a:lnTo>
                    <a:pt x="1232098" y="338095"/>
                  </a:lnTo>
                  <a:lnTo>
                    <a:pt x="1285095" y="367806"/>
                  </a:lnTo>
                  <a:lnTo>
                    <a:pt x="1338091" y="395749"/>
                  </a:lnTo>
                  <a:lnTo>
                    <a:pt x="1391087" y="421452"/>
                  </a:lnTo>
                  <a:lnTo>
                    <a:pt x="1444084" y="444445"/>
                  </a:lnTo>
                  <a:lnTo>
                    <a:pt x="1497080" y="464256"/>
                  </a:lnTo>
                  <a:lnTo>
                    <a:pt x="1550075" y="480413"/>
                  </a:lnTo>
                  <a:lnTo>
                    <a:pt x="1603071" y="492444"/>
                  </a:lnTo>
                  <a:lnTo>
                    <a:pt x="1656067" y="499879"/>
                  </a:lnTo>
                  <a:lnTo>
                    <a:pt x="1709062" y="502246"/>
                  </a:lnTo>
                  <a:lnTo>
                    <a:pt x="1735559" y="501382"/>
                  </a:lnTo>
                  <a:lnTo>
                    <a:pt x="1788554" y="495263"/>
                  </a:lnTo>
                  <a:lnTo>
                    <a:pt x="1841548" y="482897"/>
                  </a:lnTo>
                  <a:lnTo>
                    <a:pt x="1894543" y="463814"/>
                  </a:lnTo>
                  <a:lnTo>
                    <a:pt x="1947536" y="437540"/>
                  </a:lnTo>
                  <a:lnTo>
                    <a:pt x="2000530" y="403606"/>
                  </a:lnTo>
                  <a:lnTo>
                    <a:pt x="2053523" y="361539"/>
                  </a:lnTo>
                  <a:lnTo>
                    <a:pt x="2106515" y="310869"/>
                  </a:lnTo>
                  <a:lnTo>
                    <a:pt x="2133011" y="282160"/>
                  </a:lnTo>
                  <a:lnTo>
                    <a:pt x="2159508" y="251123"/>
                  </a:lnTo>
                  <a:lnTo>
                    <a:pt x="2146300" y="1817033"/>
                  </a:lnTo>
                  <a:lnTo>
                    <a:pt x="2119803" y="1848070"/>
                  </a:lnTo>
                  <a:lnTo>
                    <a:pt x="2093307" y="1876779"/>
                  </a:lnTo>
                  <a:lnTo>
                    <a:pt x="2040315" y="1927449"/>
                  </a:lnTo>
                  <a:lnTo>
                    <a:pt x="1987322" y="1969516"/>
                  </a:lnTo>
                  <a:lnTo>
                    <a:pt x="1934328" y="2003450"/>
                  </a:lnTo>
                  <a:lnTo>
                    <a:pt x="1881335" y="2029724"/>
                  </a:lnTo>
                  <a:lnTo>
                    <a:pt x="1828340" y="2048807"/>
                  </a:lnTo>
                  <a:lnTo>
                    <a:pt x="1775346" y="2061173"/>
                  </a:lnTo>
                  <a:lnTo>
                    <a:pt x="1722351" y="2067292"/>
                  </a:lnTo>
                  <a:lnTo>
                    <a:pt x="1695854" y="2068156"/>
                  </a:lnTo>
                  <a:lnTo>
                    <a:pt x="1669356" y="2067636"/>
                  </a:lnTo>
                  <a:lnTo>
                    <a:pt x="1616361" y="2062676"/>
                  </a:lnTo>
                  <a:lnTo>
                    <a:pt x="1563365" y="2052883"/>
                  </a:lnTo>
                  <a:lnTo>
                    <a:pt x="1510370" y="2038730"/>
                  </a:lnTo>
                  <a:lnTo>
                    <a:pt x="1457374" y="2020688"/>
                  </a:lnTo>
                  <a:lnTo>
                    <a:pt x="1404378" y="1999227"/>
                  </a:lnTo>
                  <a:lnTo>
                    <a:pt x="1351381" y="1974820"/>
                  </a:lnTo>
                  <a:lnTo>
                    <a:pt x="1298385" y="1947938"/>
                  </a:lnTo>
                  <a:lnTo>
                    <a:pt x="1245388" y="1919052"/>
                  </a:lnTo>
                  <a:lnTo>
                    <a:pt x="1192392" y="1888634"/>
                  </a:lnTo>
                  <a:lnTo>
                    <a:pt x="1139395" y="1857155"/>
                  </a:lnTo>
                  <a:lnTo>
                    <a:pt x="1086399" y="1825087"/>
                  </a:lnTo>
                  <a:lnTo>
                    <a:pt x="1059900" y="1808979"/>
                  </a:lnTo>
                  <a:lnTo>
                    <a:pt x="1033402" y="1792901"/>
                  </a:lnTo>
                  <a:lnTo>
                    <a:pt x="980405" y="1761068"/>
                  </a:lnTo>
                  <a:lnTo>
                    <a:pt x="927409" y="1730061"/>
                  </a:lnTo>
                  <a:lnTo>
                    <a:pt x="874412" y="1700350"/>
                  </a:lnTo>
                  <a:lnTo>
                    <a:pt x="821416" y="1672407"/>
                  </a:lnTo>
                  <a:lnTo>
                    <a:pt x="768420" y="1646704"/>
                  </a:lnTo>
                  <a:lnTo>
                    <a:pt x="715423" y="1623711"/>
                  </a:lnTo>
                  <a:lnTo>
                    <a:pt x="662427" y="1603900"/>
                  </a:lnTo>
                  <a:lnTo>
                    <a:pt x="609432" y="1587743"/>
                  </a:lnTo>
                  <a:lnTo>
                    <a:pt x="556436" y="1575712"/>
                  </a:lnTo>
                  <a:lnTo>
                    <a:pt x="503440" y="1568277"/>
                  </a:lnTo>
                  <a:lnTo>
                    <a:pt x="450445" y="1565910"/>
                  </a:lnTo>
                  <a:lnTo>
                    <a:pt x="423948" y="1566774"/>
                  </a:lnTo>
                  <a:lnTo>
                    <a:pt x="370953" y="1572893"/>
                  </a:lnTo>
                  <a:lnTo>
                    <a:pt x="317959" y="1585258"/>
                  </a:lnTo>
                  <a:lnTo>
                    <a:pt x="264964" y="1604342"/>
                  </a:lnTo>
                  <a:lnTo>
                    <a:pt x="211971" y="1630615"/>
                  </a:lnTo>
                  <a:lnTo>
                    <a:pt x="158977" y="1664550"/>
                  </a:lnTo>
                  <a:lnTo>
                    <a:pt x="105984" y="1706616"/>
                  </a:lnTo>
                  <a:lnTo>
                    <a:pt x="52992" y="1757287"/>
                  </a:lnTo>
                  <a:lnTo>
                    <a:pt x="26496" y="1785996"/>
                  </a:lnTo>
                  <a:lnTo>
                    <a:pt x="0" y="1817033"/>
                  </a:lnTo>
                  <a:lnTo>
                    <a:pt x="13208" y="251123"/>
                  </a:lnTo>
                  <a:close/>
                </a:path>
              </a:pathLst>
            </a:custGeom>
            <a:ln w="25908">
              <a:solidFill>
                <a:srgbClr val="D6E3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361058" y="3548329"/>
            <a:ext cx="145542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/>
                <a:cs typeface="Calibri"/>
              </a:rPr>
              <a:t>Jasmin</a:t>
            </a:r>
            <a:r>
              <a:rPr sz="1200" spc="-10">
                <a:latin typeface="Calibri"/>
                <a:cs typeface="Calibri"/>
              </a:rPr>
              <a:t> Infotech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GmbH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>
                <a:latin typeface="Calibri"/>
                <a:cs typeface="Calibri"/>
              </a:rPr>
              <a:t>S</a:t>
            </a:r>
            <a:r>
              <a:rPr sz="1200" spc="-10">
                <a:latin typeface="Calibri"/>
                <a:cs typeface="Calibri"/>
              </a:rPr>
              <a:t>te</a:t>
            </a:r>
            <a:r>
              <a:rPr sz="1200" spc="-20">
                <a:latin typeface="Calibri"/>
                <a:cs typeface="Calibri"/>
              </a:rPr>
              <a:t>f</a:t>
            </a:r>
            <a:r>
              <a:rPr sz="1200">
                <a:latin typeface="Calibri"/>
                <a:cs typeface="Calibri"/>
              </a:rPr>
              <a:t>a</a:t>
            </a:r>
            <a:r>
              <a:rPr sz="1200" spc="5">
                <a:latin typeface="Calibri"/>
                <a:cs typeface="Calibri"/>
              </a:rPr>
              <a:t>n</a:t>
            </a:r>
            <a:r>
              <a:rPr sz="1200">
                <a:latin typeface="Calibri"/>
                <a:cs typeface="Calibri"/>
              </a:rPr>
              <a:t>-Geo</a:t>
            </a:r>
            <a:r>
              <a:rPr sz="1200" spc="-25">
                <a:latin typeface="Calibri"/>
                <a:cs typeface="Calibri"/>
              </a:rPr>
              <a:t>r</a:t>
            </a:r>
            <a:r>
              <a:rPr sz="1200" spc="-15">
                <a:latin typeface="Calibri"/>
                <a:cs typeface="Calibri"/>
              </a:rPr>
              <a:t>g</a:t>
            </a:r>
            <a:r>
              <a:rPr sz="1200">
                <a:latin typeface="Calibri"/>
                <a:cs typeface="Calibri"/>
              </a:rPr>
              <a:t>e-Ri</a:t>
            </a:r>
            <a:r>
              <a:rPr sz="1200" spc="-10">
                <a:latin typeface="Calibri"/>
                <a:cs typeface="Calibri"/>
              </a:rPr>
              <a:t>n</a:t>
            </a:r>
            <a:r>
              <a:rPr sz="1200">
                <a:latin typeface="Calibri"/>
                <a:cs typeface="Calibri"/>
              </a:rPr>
              <a:t>g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2</a:t>
            </a:r>
            <a:r>
              <a:rPr sz="1200" spc="5">
                <a:latin typeface="Calibri"/>
                <a:cs typeface="Calibri"/>
              </a:rPr>
              <a:t>9</a:t>
            </a:r>
            <a:r>
              <a:rPr sz="1200">
                <a:latin typeface="Calibri"/>
                <a:cs typeface="Calibri"/>
              </a:rPr>
              <a:t>,</a:t>
            </a:r>
          </a:p>
          <a:p>
            <a:pPr marL="12700" marR="379095">
              <a:lnSpc>
                <a:spcPct val="100000"/>
              </a:lnSpc>
            </a:pPr>
            <a:r>
              <a:rPr sz="1200">
                <a:latin typeface="Calibri"/>
                <a:cs typeface="Calibri"/>
              </a:rPr>
              <a:t>8</a:t>
            </a:r>
            <a:r>
              <a:rPr sz="1200" spc="5">
                <a:latin typeface="Calibri"/>
                <a:cs typeface="Calibri"/>
              </a:rPr>
              <a:t>1</a:t>
            </a:r>
            <a:r>
              <a:rPr sz="1200">
                <a:latin typeface="Calibri"/>
                <a:cs typeface="Calibri"/>
              </a:rPr>
              <a:t>9</a:t>
            </a:r>
            <a:r>
              <a:rPr sz="1200" spc="5">
                <a:latin typeface="Calibri"/>
                <a:cs typeface="Calibri"/>
              </a:rPr>
              <a:t>2</a:t>
            </a:r>
            <a:r>
              <a:rPr sz="1200">
                <a:latin typeface="Calibri"/>
                <a:cs typeface="Calibri"/>
              </a:rPr>
              <a:t>9</a:t>
            </a:r>
            <a:r>
              <a:rPr sz="1200" spc="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Mün</a:t>
            </a:r>
            <a:r>
              <a:rPr sz="1200" spc="-5">
                <a:latin typeface="Calibri"/>
                <a:cs typeface="Calibri"/>
              </a:rPr>
              <a:t>c</a:t>
            </a:r>
            <a:r>
              <a:rPr sz="1200">
                <a:latin typeface="Calibri"/>
                <a:cs typeface="Calibri"/>
              </a:rPr>
              <a:t>he</a:t>
            </a:r>
            <a:r>
              <a:rPr sz="1200" spc="5">
                <a:latin typeface="Calibri"/>
                <a:cs typeface="Calibri"/>
              </a:rPr>
              <a:t>n</a:t>
            </a:r>
            <a:r>
              <a:rPr sz="1200">
                <a:latin typeface="Calibri"/>
                <a:cs typeface="Calibri"/>
              </a:rPr>
              <a:t>,  GERMANY</a:t>
            </a:r>
          </a:p>
        </p:txBody>
      </p:sp>
      <p:grpSp>
        <p:nvGrpSpPr>
          <p:cNvPr id="22" name="object 22"/>
          <p:cNvGrpSpPr/>
          <p:nvPr/>
        </p:nvGrpSpPr>
        <p:grpSpPr>
          <a:xfrm>
            <a:off x="3771900" y="2894793"/>
            <a:ext cx="2185670" cy="2094230"/>
            <a:chOff x="3771900" y="2894793"/>
            <a:chExt cx="2185670" cy="2094230"/>
          </a:xfrm>
        </p:grpSpPr>
        <p:sp>
          <p:nvSpPr>
            <p:cNvPr id="23" name="object 23"/>
            <p:cNvSpPr/>
            <p:nvPr/>
          </p:nvSpPr>
          <p:spPr>
            <a:xfrm>
              <a:off x="3784853" y="2907747"/>
              <a:ext cx="2159635" cy="2068195"/>
            </a:xfrm>
            <a:custGeom>
              <a:avLst/>
              <a:gdLst/>
              <a:ahLst/>
              <a:cxnLst/>
              <a:rect l="l" t="t" r="r" b="b"/>
              <a:pathLst>
                <a:path w="2159635" h="2068195">
                  <a:moveTo>
                    <a:pt x="463653" y="0"/>
                  </a:moveTo>
                  <a:lnTo>
                    <a:pt x="410658" y="3172"/>
                  </a:lnTo>
                  <a:lnTo>
                    <a:pt x="357664" y="12355"/>
                  </a:lnTo>
                  <a:lnTo>
                    <a:pt x="304669" y="28021"/>
                  </a:lnTo>
                  <a:lnTo>
                    <a:pt x="251676" y="50641"/>
                  </a:lnTo>
                  <a:lnTo>
                    <a:pt x="198682" y="80685"/>
                  </a:lnTo>
                  <a:lnTo>
                    <a:pt x="145689" y="118627"/>
                  </a:lnTo>
                  <a:lnTo>
                    <a:pt x="92696" y="164937"/>
                  </a:lnTo>
                  <a:lnTo>
                    <a:pt x="39704" y="220086"/>
                  </a:lnTo>
                  <a:lnTo>
                    <a:pt x="13208" y="251123"/>
                  </a:lnTo>
                  <a:lnTo>
                    <a:pt x="0" y="1817033"/>
                  </a:lnTo>
                  <a:lnTo>
                    <a:pt x="26496" y="1785996"/>
                  </a:lnTo>
                  <a:lnTo>
                    <a:pt x="52992" y="1757287"/>
                  </a:lnTo>
                  <a:lnTo>
                    <a:pt x="105984" y="1706616"/>
                  </a:lnTo>
                  <a:lnTo>
                    <a:pt x="158977" y="1664550"/>
                  </a:lnTo>
                  <a:lnTo>
                    <a:pt x="211971" y="1630615"/>
                  </a:lnTo>
                  <a:lnTo>
                    <a:pt x="264964" y="1604342"/>
                  </a:lnTo>
                  <a:lnTo>
                    <a:pt x="317959" y="1585258"/>
                  </a:lnTo>
                  <a:lnTo>
                    <a:pt x="370953" y="1572893"/>
                  </a:lnTo>
                  <a:lnTo>
                    <a:pt x="423948" y="1566774"/>
                  </a:lnTo>
                  <a:lnTo>
                    <a:pt x="450445" y="1565910"/>
                  </a:lnTo>
                  <a:lnTo>
                    <a:pt x="476943" y="1566430"/>
                  </a:lnTo>
                  <a:lnTo>
                    <a:pt x="529938" y="1571390"/>
                  </a:lnTo>
                  <a:lnTo>
                    <a:pt x="582934" y="1581182"/>
                  </a:lnTo>
                  <a:lnTo>
                    <a:pt x="635929" y="1595336"/>
                  </a:lnTo>
                  <a:lnTo>
                    <a:pt x="688925" y="1613378"/>
                  </a:lnTo>
                  <a:lnTo>
                    <a:pt x="741921" y="1634839"/>
                  </a:lnTo>
                  <a:lnTo>
                    <a:pt x="794918" y="1659246"/>
                  </a:lnTo>
                  <a:lnTo>
                    <a:pt x="847914" y="1686128"/>
                  </a:lnTo>
                  <a:lnTo>
                    <a:pt x="900911" y="1715014"/>
                  </a:lnTo>
                  <a:lnTo>
                    <a:pt x="980405" y="1761068"/>
                  </a:lnTo>
                  <a:lnTo>
                    <a:pt x="1165894" y="1872997"/>
                  </a:lnTo>
                  <a:lnTo>
                    <a:pt x="1218890" y="1904005"/>
                  </a:lnTo>
                  <a:lnTo>
                    <a:pt x="1271887" y="1933716"/>
                  </a:lnTo>
                  <a:lnTo>
                    <a:pt x="1324883" y="1961659"/>
                  </a:lnTo>
                  <a:lnTo>
                    <a:pt x="1377879" y="1987362"/>
                  </a:lnTo>
                  <a:lnTo>
                    <a:pt x="1430876" y="2010355"/>
                  </a:lnTo>
                  <a:lnTo>
                    <a:pt x="1483872" y="2030166"/>
                  </a:lnTo>
                  <a:lnTo>
                    <a:pt x="1536867" y="2046323"/>
                  </a:lnTo>
                  <a:lnTo>
                    <a:pt x="1589863" y="2058354"/>
                  </a:lnTo>
                  <a:lnTo>
                    <a:pt x="1642859" y="2065789"/>
                  </a:lnTo>
                  <a:lnTo>
                    <a:pt x="1695854" y="2068156"/>
                  </a:lnTo>
                  <a:lnTo>
                    <a:pt x="1722351" y="2067292"/>
                  </a:lnTo>
                  <a:lnTo>
                    <a:pt x="1775346" y="2061173"/>
                  </a:lnTo>
                  <a:lnTo>
                    <a:pt x="1828340" y="2048807"/>
                  </a:lnTo>
                  <a:lnTo>
                    <a:pt x="1881335" y="2029724"/>
                  </a:lnTo>
                  <a:lnTo>
                    <a:pt x="1934328" y="2003450"/>
                  </a:lnTo>
                  <a:lnTo>
                    <a:pt x="1987322" y="1969516"/>
                  </a:lnTo>
                  <a:lnTo>
                    <a:pt x="2040315" y="1927449"/>
                  </a:lnTo>
                  <a:lnTo>
                    <a:pt x="2093307" y="1876779"/>
                  </a:lnTo>
                  <a:lnTo>
                    <a:pt x="2119803" y="1848070"/>
                  </a:lnTo>
                  <a:lnTo>
                    <a:pt x="2146300" y="1817033"/>
                  </a:lnTo>
                  <a:lnTo>
                    <a:pt x="2159508" y="251123"/>
                  </a:lnTo>
                  <a:lnTo>
                    <a:pt x="2133011" y="282160"/>
                  </a:lnTo>
                  <a:lnTo>
                    <a:pt x="2106515" y="310869"/>
                  </a:lnTo>
                  <a:lnTo>
                    <a:pt x="2053523" y="361539"/>
                  </a:lnTo>
                  <a:lnTo>
                    <a:pt x="2000530" y="403606"/>
                  </a:lnTo>
                  <a:lnTo>
                    <a:pt x="1947536" y="437540"/>
                  </a:lnTo>
                  <a:lnTo>
                    <a:pt x="1894543" y="463814"/>
                  </a:lnTo>
                  <a:lnTo>
                    <a:pt x="1841548" y="482897"/>
                  </a:lnTo>
                  <a:lnTo>
                    <a:pt x="1788554" y="495263"/>
                  </a:lnTo>
                  <a:lnTo>
                    <a:pt x="1735559" y="501382"/>
                  </a:lnTo>
                  <a:lnTo>
                    <a:pt x="1709062" y="502246"/>
                  </a:lnTo>
                  <a:lnTo>
                    <a:pt x="1682564" y="501726"/>
                  </a:lnTo>
                  <a:lnTo>
                    <a:pt x="1629569" y="496766"/>
                  </a:lnTo>
                  <a:lnTo>
                    <a:pt x="1576573" y="486973"/>
                  </a:lnTo>
                  <a:lnTo>
                    <a:pt x="1523578" y="472820"/>
                  </a:lnTo>
                  <a:lnTo>
                    <a:pt x="1470582" y="454778"/>
                  </a:lnTo>
                  <a:lnTo>
                    <a:pt x="1417586" y="433317"/>
                  </a:lnTo>
                  <a:lnTo>
                    <a:pt x="1364589" y="408910"/>
                  </a:lnTo>
                  <a:lnTo>
                    <a:pt x="1311593" y="382028"/>
                  </a:lnTo>
                  <a:lnTo>
                    <a:pt x="1258596" y="353142"/>
                  </a:lnTo>
                  <a:lnTo>
                    <a:pt x="1179102" y="307087"/>
                  </a:lnTo>
                  <a:lnTo>
                    <a:pt x="993613" y="195158"/>
                  </a:lnTo>
                  <a:lnTo>
                    <a:pt x="940617" y="164151"/>
                  </a:lnTo>
                  <a:lnTo>
                    <a:pt x="887620" y="134440"/>
                  </a:lnTo>
                  <a:lnTo>
                    <a:pt x="834624" y="106497"/>
                  </a:lnTo>
                  <a:lnTo>
                    <a:pt x="781628" y="80794"/>
                  </a:lnTo>
                  <a:lnTo>
                    <a:pt x="728631" y="57801"/>
                  </a:lnTo>
                  <a:lnTo>
                    <a:pt x="675635" y="37990"/>
                  </a:lnTo>
                  <a:lnTo>
                    <a:pt x="622640" y="21833"/>
                  </a:lnTo>
                  <a:lnTo>
                    <a:pt x="569644" y="9802"/>
                  </a:lnTo>
                  <a:lnTo>
                    <a:pt x="516648" y="2367"/>
                  </a:lnTo>
                  <a:lnTo>
                    <a:pt x="490151" y="520"/>
                  </a:lnTo>
                  <a:lnTo>
                    <a:pt x="463653" y="0"/>
                  </a:lnTo>
                  <a:close/>
                </a:path>
              </a:pathLst>
            </a:custGeom>
            <a:solidFill>
              <a:srgbClr val="D6E3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84853" y="2907747"/>
              <a:ext cx="2159635" cy="2068195"/>
            </a:xfrm>
            <a:custGeom>
              <a:avLst/>
              <a:gdLst/>
              <a:ahLst/>
              <a:cxnLst/>
              <a:rect l="l" t="t" r="r" b="b"/>
              <a:pathLst>
                <a:path w="2159635" h="2068195">
                  <a:moveTo>
                    <a:pt x="13208" y="251123"/>
                  </a:moveTo>
                  <a:lnTo>
                    <a:pt x="39704" y="220086"/>
                  </a:lnTo>
                  <a:lnTo>
                    <a:pt x="66200" y="191377"/>
                  </a:lnTo>
                  <a:lnTo>
                    <a:pt x="119192" y="140706"/>
                  </a:lnTo>
                  <a:lnTo>
                    <a:pt x="172185" y="98640"/>
                  </a:lnTo>
                  <a:lnTo>
                    <a:pt x="225179" y="64705"/>
                  </a:lnTo>
                  <a:lnTo>
                    <a:pt x="278172" y="38432"/>
                  </a:lnTo>
                  <a:lnTo>
                    <a:pt x="331167" y="19348"/>
                  </a:lnTo>
                  <a:lnTo>
                    <a:pt x="384161" y="6983"/>
                  </a:lnTo>
                  <a:lnTo>
                    <a:pt x="437156" y="864"/>
                  </a:lnTo>
                  <a:lnTo>
                    <a:pt x="463653" y="0"/>
                  </a:lnTo>
                  <a:lnTo>
                    <a:pt x="490151" y="520"/>
                  </a:lnTo>
                  <a:lnTo>
                    <a:pt x="543146" y="5480"/>
                  </a:lnTo>
                  <a:lnTo>
                    <a:pt x="596142" y="15272"/>
                  </a:lnTo>
                  <a:lnTo>
                    <a:pt x="649137" y="29426"/>
                  </a:lnTo>
                  <a:lnTo>
                    <a:pt x="702133" y="47468"/>
                  </a:lnTo>
                  <a:lnTo>
                    <a:pt x="755129" y="68929"/>
                  </a:lnTo>
                  <a:lnTo>
                    <a:pt x="808126" y="93336"/>
                  </a:lnTo>
                  <a:lnTo>
                    <a:pt x="861122" y="120218"/>
                  </a:lnTo>
                  <a:lnTo>
                    <a:pt x="914119" y="149104"/>
                  </a:lnTo>
                  <a:lnTo>
                    <a:pt x="967115" y="179522"/>
                  </a:lnTo>
                  <a:lnTo>
                    <a:pt x="1020112" y="211001"/>
                  </a:lnTo>
                  <a:lnTo>
                    <a:pt x="1073108" y="243069"/>
                  </a:lnTo>
                  <a:lnTo>
                    <a:pt x="1099607" y="259177"/>
                  </a:lnTo>
                  <a:lnTo>
                    <a:pt x="1126105" y="275255"/>
                  </a:lnTo>
                  <a:lnTo>
                    <a:pt x="1179102" y="307087"/>
                  </a:lnTo>
                  <a:lnTo>
                    <a:pt x="1232098" y="338095"/>
                  </a:lnTo>
                  <a:lnTo>
                    <a:pt x="1285095" y="367806"/>
                  </a:lnTo>
                  <a:lnTo>
                    <a:pt x="1338091" y="395749"/>
                  </a:lnTo>
                  <a:lnTo>
                    <a:pt x="1391087" y="421452"/>
                  </a:lnTo>
                  <a:lnTo>
                    <a:pt x="1444084" y="444445"/>
                  </a:lnTo>
                  <a:lnTo>
                    <a:pt x="1497080" y="464256"/>
                  </a:lnTo>
                  <a:lnTo>
                    <a:pt x="1550075" y="480413"/>
                  </a:lnTo>
                  <a:lnTo>
                    <a:pt x="1603071" y="492444"/>
                  </a:lnTo>
                  <a:lnTo>
                    <a:pt x="1656067" y="499879"/>
                  </a:lnTo>
                  <a:lnTo>
                    <a:pt x="1709062" y="502246"/>
                  </a:lnTo>
                  <a:lnTo>
                    <a:pt x="1735559" y="501382"/>
                  </a:lnTo>
                  <a:lnTo>
                    <a:pt x="1788554" y="495263"/>
                  </a:lnTo>
                  <a:lnTo>
                    <a:pt x="1841548" y="482897"/>
                  </a:lnTo>
                  <a:lnTo>
                    <a:pt x="1894543" y="463814"/>
                  </a:lnTo>
                  <a:lnTo>
                    <a:pt x="1947536" y="437540"/>
                  </a:lnTo>
                  <a:lnTo>
                    <a:pt x="2000530" y="403606"/>
                  </a:lnTo>
                  <a:lnTo>
                    <a:pt x="2053523" y="361539"/>
                  </a:lnTo>
                  <a:lnTo>
                    <a:pt x="2106515" y="310869"/>
                  </a:lnTo>
                  <a:lnTo>
                    <a:pt x="2133011" y="282160"/>
                  </a:lnTo>
                  <a:lnTo>
                    <a:pt x="2159508" y="251123"/>
                  </a:lnTo>
                  <a:lnTo>
                    <a:pt x="2146300" y="1817033"/>
                  </a:lnTo>
                  <a:lnTo>
                    <a:pt x="2119803" y="1848070"/>
                  </a:lnTo>
                  <a:lnTo>
                    <a:pt x="2093307" y="1876779"/>
                  </a:lnTo>
                  <a:lnTo>
                    <a:pt x="2040315" y="1927449"/>
                  </a:lnTo>
                  <a:lnTo>
                    <a:pt x="1987322" y="1969516"/>
                  </a:lnTo>
                  <a:lnTo>
                    <a:pt x="1934328" y="2003450"/>
                  </a:lnTo>
                  <a:lnTo>
                    <a:pt x="1881335" y="2029724"/>
                  </a:lnTo>
                  <a:lnTo>
                    <a:pt x="1828340" y="2048807"/>
                  </a:lnTo>
                  <a:lnTo>
                    <a:pt x="1775346" y="2061173"/>
                  </a:lnTo>
                  <a:lnTo>
                    <a:pt x="1722351" y="2067292"/>
                  </a:lnTo>
                  <a:lnTo>
                    <a:pt x="1695854" y="2068156"/>
                  </a:lnTo>
                  <a:lnTo>
                    <a:pt x="1669356" y="2067636"/>
                  </a:lnTo>
                  <a:lnTo>
                    <a:pt x="1616361" y="2062676"/>
                  </a:lnTo>
                  <a:lnTo>
                    <a:pt x="1563365" y="2052883"/>
                  </a:lnTo>
                  <a:lnTo>
                    <a:pt x="1510370" y="2038730"/>
                  </a:lnTo>
                  <a:lnTo>
                    <a:pt x="1457374" y="2020688"/>
                  </a:lnTo>
                  <a:lnTo>
                    <a:pt x="1404378" y="1999227"/>
                  </a:lnTo>
                  <a:lnTo>
                    <a:pt x="1351381" y="1974820"/>
                  </a:lnTo>
                  <a:lnTo>
                    <a:pt x="1298385" y="1947938"/>
                  </a:lnTo>
                  <a:lnTo>
                    <a:pt x="1245388" y="1919052"/>
                  </a:lnTo>
                  <a:lnTo>
                    <a:pt x="1192392" y="1888634"/>
                  </a:lnTo>
                  <a:lnTo>
                    <a:pt x="1139395" y="1857155"/>
                  </a:lnTo>
                  <a:lnTo>
                    <a:pt x="1086399" y="1825087"/>
                  </a:lnTo>
                  <a:lnTo>
                    <a:pt x="1059900" y="1808979"/>
                  </a:lnTo>
                  <a:lnTo>
                    <a:pt x="1033402" y="1792901"/>
                  </a:lnTo>
                  <a:lnTo>
                    <a:pt x="980405" y="1761068"/>
                  </a:lnTo>
                  <a:lnTo>
                    <a:pt x="927409" y="1730061"/>
                  </a:lnTo>
                  <a:lnTo>
                    <a:pt x="874412" y="1700350"/>
                  </a:lnTo>
                  <a:lnTo>
                    <a:pt x="821416" y="1672407"/>
                  </a:lnTo>
                  <a:lnTo>
                    <a:pt x="768420" y="1646704"/>
                  </a:lnTo>
                  <a:lnTo>
                    <a:pt x="715423" y="1623711"/>
                  </a:lnTo>
                  <a:lnTo>
                    <a:pt x="662427" y="1603900"/>
                  </a:lnTo>
                  <a:lnTo>
                    <a:pt x="609432" y="1587743"/>
                  </a:lnTo>
                  <a:lnTo>
                    <a:pt x="556436" y="1575712"/>
                  </a:lnTo>
                  <a:lnTo>
                    <a:pt x="503440" y="1568277"/>
                  </a:lnTo>
                  <a:lnTo>
                    <a:pt x="450445" y="1565910"/>
                  </a:lnTo>
                  <a:lnTo>
                    <a:pt x="423948" y="1566774"/>
                  </a:lnTo>
                  <a:lnTo>
                    <a:pt x="370953" y="1572893"/>
                  </a:lnTo>
                  <a:lnTo>
                    <a:pt x="317959" y="1585258"/>
                  </a:lnTo>
                  <a:lnTo>
                    <a:pt x="264964" y="1604342"/>
                  </a:lnTo>
                  <a:lnTo>
                    <a:pt x="211971" y="1630615"/>
                  </a:lnTo>
                  <a:lnTo>
                    <a:pt x="158977" y="1664550"/>
                  </a:lnTo>
                  <a:lnTo>
                    <a:pt x="105984" y="1706616"/>
                  </a:lnTo>
                  <a:lnTo>
                    <a:pt x="52992" y="1757287"/>
                  </a:lnTo>
                  <a:lnTo>
                    <a:pt x="26496" y="1785996"/>
                  </a:lnTo>
                  <a:lnTo>
                    <a:pt x="0" y="1817033"/>
                  </a:lnTo>
                  <a:lnTo>
                    <a:pt x="13208" y="251123"/>
                  </a:lnTo>
                  <a:close/>
                </a:path>
              </a:pathLst>
            </a:custGeom>
            <a:ln w="25908">
              <a:solidFill>
                <a:srgbClr val="D6E3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875913" y="3554425"/>
            <a:ext cx="142176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/>
                <a:cs typeface="Calibri"/>
              </a:rPr>
              <a:t>Jasmin</a:t>
            </a:r>
            <a:r>
              <a:rPr sz="1200" spc="-25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Infotech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GmbH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-5">
                <a:latin typeface="Calibri"/>
                <a:cs typeface="Calibri"/>
              </a:rPr>
              <a:t>C</a:t>
            </a:r>
            <a:r>
              <a:rPr sz="1200" spc="5">
                <a:latin typeface="Calibri"/>
                <a:cs typeface="Calibri"/>
              </a:rPr>
              <a:t>h</a:t>
            </a:r>
            <a:r>
              <a:rPr sz="1200">
                <a:latin typeface="Calibri"/>
                <a:cs typeface="Calibri"/>
              </a:rPr>
              <a:t>ri</a:t>
            </a:r>
            <a:r>
              <a:rPr sz="1200" spc="-15">
                <a:latin typeface="Calibri"/>
                <a:cs typeface="Calibri"/>
              </a:rPr>
              <a:t>s</a:t>
            </a:r>
            <a:r>
              <a:rPr sz="1200">
                <a:latin typeface="Calibri"/>
                <a:cs typeface="Calibri"/>
              </a:rPr>
              <a:t>tia</a:t>
            </a:r>
            <a:r>
              <a:rPr sz="1200" spc="5">
                <a:latin typeface="Calibri"/>
                <a:cs typeface="Calibri"/>
              </a:rPr>
              <a:t>n</a:t>
            </a:r>
            <a:r>
              <a:rPr sz="1200" spc="-15">
                <a:latin typeface="Calibri"/>
                <a:cs typeface="Calibri"/>
              </a:rPr>
              <a:t>s</a:t>
            </a:r>
            <a:r>
              <a:rPr sz="1200">
                <a:latin typeface="Calibri"/>
                <a:cs typeface="Calibri"/>
              </a:rPr>
              <a:t>t</a:t>
            </a:r>
            <a:r>
              <a:rPr sz="1200" spc="-135">
                <a:latin typeface="Calibri"/>
                <a:cs typeface="Calibri"/>
              </a:rPr>
              <a:t>r</a:t>
            </a:r>
            <a:r>
              <a:rPr sz="1200">
                <a:latin typeface="Calibri"/>
                <a:cs typeface="Calibri"/>
              </a:rPr>
              <a:t>.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 spc="5">
                <a:latin typeface="Calibri"/>
                <a:cs typeface="Calibri"/>
              </a:rPr>
              <a:t>6</a:t>
            </a:r>
            <a:r>
              <a:rPr sz="1200">
                <a:latin typeface="Calibri"/>
                <a:cs typeface="Calibri"/>
              </a:rPr>
              <a:t>,</a:t>
            </a:r>
          </a:p>
          <a:p>
            <a:pPr marL="12700" marR="15240">
              <a:lnSpc>
                <a:spcPct val="100000"/>
              </a:lnSpc>
            </a:pPr>
            <a:r>
              <a:rPr sz="1200" spc="5">
                <a:latin typeface="Calibri"/>
                <a:cs typeface="Calibri"/>
              </a:rPr>
              <a:t>24534</a:t>
            </a:r>
            <a:r>
              <a:rPr sz="1200">
                <a:latin typeface="Calibri"/>
                <a:cs typeface="Calibri"/>
              </a:rPr>
              <a:t>, </a:t>
            </a:r>
            <a:r>
              <a:rPr sz="1200" spc="5">
                <a:latin typeface="Calibri"/>
                <a:cs typeface="Calibri"/>
              </a:rPr>
              <a:t>N</a:t>
            </a:r>
            <a:r>
              <a:rPr sz="1200">
                <a:latin typeface="Calibri"/>
                <a:cs typeface="Calibri"/>
              </a:rPr>
              <a:t>e</a:t>
            </a:r>
            <a:r>
              <a:rPr sz="1200" spc="5">
                <a:latin typeface="Calibri"/>
                <a:cs typeface="Calibri"/>
              </a:rPr>
              <a:t>u</a:t>
            </a:r>
            <a:r>
              <a:rPr sz="1200">
                <a:latin typeface="Calibri"/>
                <a:cs typeface="Calibri"/>
              </a:rPr>
              <a:t>m</a:t>
            </a:r>
            <a:r>
              <a:rPr sz="1200" spc="10">
                <a:latin typeface="Calibri"/>
                <a:cs typeface="Calibri"/>
              </a:rPr>
              <a:t>u</a:t>
            </a:r>
            <a:r>
              <a:rPr sz="1200" spc="5">
                <a:latin typeface="Calibri"/>
                <a:cs typeface="Calibri"/>
              </a:rPr>
              <a:t>n</a:t>
            </a:r>
            <a:r>
              <a:rPr sz="1200" spc="-15">
                <a:latin typeface="Calibri"/>
                <a:cs typeface="Calibri"/>
              </a:rPr>
              <a:t>s</a:t>
            </a:r>
            <a:r>
              <a:rPr sz="1200" spc="-10">
                <a:latin typeface="Calibri"/>
                <a:cs typeface="Calibri"/>
              </a:rPr>
              <a:t>t</a:t>
            </a:r>
            <a:r>
              <a:rPr sz="1200">
                <a:latin typeface="Calibri"/>
                <a:cs typeface="Calibri"/>
              </a:rPr>
              <a:t>er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 spc="5">
                <a:latin typeface="Calibri"/>
                <a:cs typeface="Calibri"/>
              </a:rPr>
              <a:t>6</a:t>
            </a:r>
            <a:r>
              <a:rPr sz="1200">
                <a:latin typeface="Calibri"/>
                <a:cs typeface="Calibri"/>
              </a:rPr>
              <a:t>,  GERMANY</a:t>
            </a:r>
          </a:p>
        </p:txBody>
      </p:sp>
      <p:grpSp>
        <p:nvGrpSpPr>
          <p:cNvPr id="26" name="object 26"/>
          <p:cNvGrpSpPr/>
          <p:nvPr/>
        </p:nvGrpSpPr>
        <p:grpSpPr>
          <a:xfrm>
            <a:off x="6286500" y="2888697"/>
            <a:ext cx="2185670" cy="2094230"/>
            <a:chOff x="6286500" y="2888697"/>
            <a:chExt cx="2185670" cy="2094230"/>
          </a:xfrm>
        </p:grpSpPr>
        <p:sp>
          <p:nvSpPr>
            <p:cNvPr id="27" name="object 27"/>
            <p:cNvSpPr/>
            <p:nvPr/>
          </p:nvSpPr>
          <p:spPr>
            <a:xfrm>
              <a:off x="6299453" y="2901651"/>
              <a:ext cx="2159635" cy="2068195"/>
            </a:xfrm>
            <a:custGeom>
              <a:avLst/>
              <a:gdLst/>
              <a:ahLst/>
              <a:cxnLst/>
              <a:rect l="l" t="t" r="r" b="b"/>
              <a:pathLst>
                <a:path w="2159634" h="2068195">
                  <a:moveTo>
                    <a:pt x="463653" y="0"/>
                  </a:moveTo>
                  <a:lnTo>
                    <a:pt x="410658" y="3172"/>
                  </a:lnTo>
                  <a:lnTo>
                    <a:pt x="357664" y="12355"/>
                  </a:lnTo>
                  <a:lnTo>
                    <a:pt x="304669" y="28021"/>
                  </a:lnTo>
                  <a:lnTo>
                    <a:pt x="251676" y="50641"/>
                  </a:lnTo>
                  <a:lnTo>
                    <a:pt x="198682" y="80685"/>
                  </a:lnTo>
                  <a:lnTo>
                    <a:pt x="145689" y="118627"/>
                  </a:lnTo>
                  <a:lnTo>
                    <a:pt x="92696" y="164937"/>
                  </a:lnTo>
                  <a:lnTo>
                    <a:pt x="39704" y="220086"/>
                  </a:lnTo>
                  <a:lnTo>
                    <a:pt x="13208" y="251123"/>
                  </a:lnTo>
                  <a:lnTo>
                    <a:pt x="0" y="1817033"/>
                  </a:lnTo>
                  <a:lnTo>
                    <a:pt x="26496" y="1785996"/>
                  </a:lnTo>
                  <a:lnTo>
                    <a:pt x="52992" y="1757287"/>
                  </a:lnTo>
                  <a:lnTo>
                    <a:pt x="105984" y="1706616"/>
                  </a:lnTo>
                  <a:lnTo>
                    <a:pt x="158977" y="1664550"/>
                  </a:lnTo>
                  <a:lnTo>
                    <a:pt x="211971" y="1630615"/>
                  </a:lnTo>
                  <a:lnTo>
                    <a:pt x="264964" y="1604342"/>
                  </a:lnTo>
                  <a:lnTo>
                    <a:pt x="317959" y="1585258"/>
                  </a:lnTo>
                  <a:lnTo>
                    <a:pt x="370953" y="1572893"/>
                  </a:lnTo>
                  <a:lnTo>
                    <a:pt x="423948" y="1566774"/>
                  </a:lnTo>
                  <a:lnTo>
                    <a:pt x="450445" y="1565910"/>
                  </a:lnTo>
                  <a:lnTo>
                    <a:pt x="476943" y="1566430"/>
                  </a:lnTo>
                  <a:lnTo>
                    <a:pt x="529938" y="1571390"/>
                  </a:lnTo>
                  <a:lnTo>
                    <a:pt x="582934" y="1581182"/>
                  </a:lnTo>
                  <a:lnTo>
                    <a:pt x="635929" y="1595336"/>
                  </a:lnTo>
                  <a:lnTo>
                    <a:pt x="688925" y="1613378"/>
                  </a:lnTo>
                  <a:lnTo>
                    <a:pt x="741921" y="1634839"/>
                  </a:lnTo>
                  <a:lnTo>
                    <a:pt x="794918" y="1659246"/>
                  </a:lnTo>
                  <a:lnTo>
                    <a:pt x="847914" y="1686128"/>
                  </a:lnTo>
                  <a:lnTo>
                    <a:pt x="900911" y="1715014"/>
                  </a:lnTo>
                  <a:lnTo>
                    <a:pt x="980405" y="1761068"/>
                  </a:lnTo>
                  <a:lnTo>
                    <a:pt x="1165894" y="1872997"/>
                  </a:lnTo>
                  <a:lnTo>
                    <a:pt x="1218890" y="1904005"/>
                  </a:lnTo>
                  <a:lnTo>
                    <a:pt x="1271887" y="1933716"/>
                  </a:lnTo>
                  <a:lnTo>
                    <a:pt x="1324883" y="1961659"/>
                  </a:lnTo>
                  <a:lnTo>
                    <a:pt x="1377879" y="1987362"/>
                  </a:lnTo>
                  <a:lnTo>
                    <a:pt x="1430876" y="2010355"/>
                  </a:lnTo>
                  <a:lnTo>
                    <a:pt x="1483872" y="2030166"/>
                  </a:lnTo>
                  <a:lnTo>
                    <a:pt x="1536867" y="2046323"/>
                  </a:lnTo>
                  <a:lnTo>
                    <a:pt x="1589863" y="2058354"/>
                  </a:lnTo>
                  <a:lnTo>
                    <a:pt x="1642859" y="2065789"/>
                  </a:lnTo>
                  <a:lnTo>
                    <a:pt x="1695854" y="2068156"/>
                  </a:lnTo>
                  <a:lnTo>
                    <a:pt x="1722351" y="2067292"/>
                  </a:lnTo>
                  <a:lnTo>
                    <a:pt x="1775346" y="2061173"/>
                  </a:lnTo>
                  <a:lnTo>
                    <a:pt x="1828340" y="2048807"/>
                  </a:lnTo>
                  <a:lnTo>
                    <a:pt x="1881335" y="2029724"/>
                  </a:lnTo>
                  <a:lnTo>
                    <a:pt x="1934328" y="2003450"/>
                  </a:lnTo>
                  <a:lnTo>
                    <a:pt x="1987322" y="1969516"/>
                  </a:lnTo>
                  <a:lnTo>
                    <a:pt x="2040315" y="1927449"/>
                  </a:lnTo>
                  <a:lnTo>
                    <a:pt x="2093307" y="1876779"/>
                  </a:lnTo>
                  <a:lnTo>
                    <a:pt x="2119803" y="1848070"/>
                  </a:lnTo>
                  <a:lnTo>
                    <a:pt x="2146300" y="1817033"/>
                  </a:lnTo>
                  <a:lnTo>
                    <a:pt x="2159507" y="251123"/>
                  </a:lnTo>
                  <a:lnTo>
                    <a:pt x="2133011" y="282160"/>
                  </a:lnTo>
                  <a:lnTo>
                    <a:pt x="2106515" y="310869"/>
                  </a:lnTo>
                  <a:lnTo>
                    <a:pt x="2053523" y="361539"/>
                  </a:lnTo>
                  <a:lnTo>
                    <a:pt x="2000530" y="403606"/>
                  </a:lnTo>
                  <a:lnTo>
                    <a:pt x="1947536" y="437540"/>
                  </a:lnTo>
                  <a:lnTo>
                    <a:pt x="1894543" y="463814"/>
                  </a:lnTo>
                  <a:lnTo>
                    <a:pt x="1841548" y="482897"/>
                  </a:lnTo>
                  <a:lnTo>
                    <a:pt x="1788554" y="495263"/>
                  </a:lnTo>
                  <a:lnTo>
                    <a:pt x="1735559" y="501382"/>
                  </a:lnTo>
                  <a:lnTo>
                    <a:pt x="1709062" y="502246"/>
                  </a:lnTo>
                  <a:lnTo>
                    <a:pt x="1682564" y="501726"/>
                  </a:lnTo>
                  <a:lnTo>
                    <a:pt x="1629569" y="496766"/>
                  </a:lnTo>
                  <a:lnTo>
                    <a:pt x="1576573" y="486973"/>
                  </a:lnTo>
                  <a:lnTo>
                    <a:pt x="1523578" y="472820"/>
                  </a:lnTo>
                  <a:lnTo>
                    <a:pt x="1470582" y="454778"/>
                  </a:lnTo>
                  <a:lnTo>
                    <a:pt x="1417586" y="433317"/>
                  </a:lnTo>
                  <a:lnTo>
                    <a:pt x="1364589" y="408910"/>
                  </a:lnTo>
                  <a:lnTo>
                    <a:pt x="1311593" y="382028"/>
                  </a:lnTo>
                  <a:lnTo>
                    <a:pt x="1258596" y="353142"/>
                  </a:lnTo>
                  <a:lnTo>
                    <a:pt x="1179102" y="307087"/>
                  </a:lnTo>
                  <a:lnTo>
                    <a:pt x="993613" y="195158"/>
                  </a:lnTo>
                  <a:lnTo>
                    <a:pt x="940617" y="164151"/>
                  </a:lnTo>
                  <a:lnTo>
                    <a:pt x="887620" y="134440"/>
                  </a:lnTo>
                  <a:lnTo>
                    <a:pt x="834624" y="106497"/>
                  </a:lnTo>
                  <a:lnTo>
                    <a:pt x="781628" y="80794"/>
                  </a:lnTo>
                  <a:lnTo>
                    <a:pt x="728631" y="57801"/>
                  </a:lnTo>
                  <a:lnTo>
                    <a:pt x="675635" y="37990"/>
                  </a:lnTo>
                  <a:lnTo>
                    <a:pt x="622640" y="21833"/>
                  </a:lnTo>
                  <a:lnTo>
                    <a:pt x="569644" y="9802"/>
                  </a:lnTo>
                  <a:lnTo>
                    <a:pt x="516648" y="2367"/>
                  </a:lnTo>
                  <a:lnTo>
                    <a:pt x="490151" y="520"/>
                  </a:lnTo>
                  <a:lnTo>
                    <a:pt x="463653" y="0"/>
                  </a:lnTo>
                  <a:close/>
                </a:path>
              </a:pathLst>
            </a:custGeom>
            <a:solidFill>
              <a:srgbClr val="B3A1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99453" y="2901651"/>
              <a:ext cx="2159635" cy="2068195"/>
            </a:xfrm>
            <a:custGeom>
              <a:avLst/>
              <a:gdLst/>
              <a:ahLst/>
              <a:cxnLst/>
              <a:rect l="l" t="t" r="r" b="b"/>
              <a:pathLst>
                <a:path w="2159634" h="2068195">
                  <a:moveTo>
                    <a:pt x="13208" y="251123"/>
                  </a:moveTo>
                  <a:lnTo>
                    <a:pt x="39704" y="220086"/>
                  </a:lnTo>
                  <a:lnTo>
                    <a:pt x="66200" y="191377"/>
                  </a:lnTo>
                  <a:lnTo>
                    <a:pt x="119192" y="140706"/>
                  </a:lnTo>
                  <a:lnTo>
                    <a:pt x="172185" y="98640"/>
                  </a:lnTo>
                  <a:lnTo>
                    <a:pt x="225179" y="64705"/>
                  </a:lnTo>
                  <a:lnTo>
                    <a:pt x="278172" y="38432"/>
                  </a:lnTo>
                  <a:lnTo>
                    <a:pt x="331167" y="19348"/>
                  </a:lnTo>
                  <a:lnTo>
                    <a:pt x="384161" y="6983"/>
                  </a:lnTo>
                  <a:lnTo>
                    <a:pt x="437156" y="864"/>
                  </a:lnTo>
                  <a:lnTo>
                    <a:pt x="463653" y="0"/>
                  </a:lnTo>
                  <a:lnTo>
                    <a:pt x="490151" y="520"/>
                  </a:lnTo>
                  <a:lnTo>
                    <a:pt x="543146" y="5480"/>
                  </a:lnTo>
                  <a:lnTo>
                    <a:pt x="596142" y="15272"/>
                  </a:lnTo>
                  <a:lnTo>
                    <a:pt x="649137" y="29426"/>
                  </a:lnTo>
                  <a:lnTo>
                    <a:pt x="702133" y="47468"/>
                  </a:lnTo>
                  <a:lnTo>
                    <a:pt x="755129" y="68929"/>
                  </a:lnTo>
                  <a:lnTo>
                    <a:pt x="808126" y="93336"/>
                  </a:lnTo>
                  <a:lnTo>
                    <a:pt x="861122" y="120218"/>
                  </a:lnTo>
                  <a:lnTo>
                    <a:pt x="914119" y="149104"/>
                  </a:lnTo>
                  <a:lnTo>
                    <a:pt x="967115" y="179522"/>
                  </a:lnTo>
                  <a:lnTo>
                    <a:pt x="1020112" y="211001"/>
                  </a:lnTo>
                  <a:lnTo>
                    <a:pt x="1073108" y="243069"/>
                  </a:lnTo>
                  <a:lnTo>
                    <a:pt x="1099607" y="259177"/>
                  </a:lnTo>
                  <a:lnTo>
                    <a:pt x="1126105" y="275255"/>
                  </a:lnTo>
                  <a:lnTo>
                    <a:pt x="1179102" y="307087"/>
                  </a:lnTo>
                  <a:lnTo>
                    <a:pt x="1232098" y="338095"/>
                  </a:lnTo>
                  <a:lnTo>
                    <a:pt x="1285095" y="367806"/>
                  </a:lnTo>
                  <a:lnTo>
                    <a:pt x="1338091" y="395749"/>
                  </a:lnTo>
                  <a:lnTo>
                    <a:pt x="1391087" y="421452"/>
                  </a:lnTo>
                  <a:lnTo>
                    <a:pt x="1444084" y="444445"/>
                  </a:lnTo>
                  <a:lnTo>
                    <a:pt x="1497080" y="464256"/>
                  </a:lnTo>
                  <a:lnTo>
                    <a:pt x="1550075" y="480413"/>
                  </a:lnTo>
                  <a:lnTo>
                    <a:pt x="1603071" y="492444"/>
                  </a:lnTo>
                  <a:lnTo>
                    <a:pt x="1656067" y="499879"/>
                  </a:lnTo>
                  <a:lnTo>
                    <a:pt x="1709062" y="502246"/>
                  </a:lnTo>
                  <a:lnTo>
                    <a:pt x="1735559" y="501382"/>
                  </a:lnTo>
                  <a:lnTo>
                    <a:pt x="1788554" y="495263"/>
                  </a:lnTo>
                  <a:lnTo>
                    <a:pt x="1841548" y="482897"/>
                  </a:lnTo>
                  <a:lnTo>
                    <a:pt x="1894543" y="463814"/>
                  </a:lnTo>
                  <a:lnTo>
                    <a:pt x="1947536" y="437540"/>
                  </a:lnTo>
                  <a:lnTo>
                    <a:pt x="2000530" y="403606"/>
                  </a:lnTo>
                  <a:lnTo>
                    <a:pt x="2053523" y="361539"/>
                  </a:lnTo>
                  <a:lnTo>
                    <a:pt x="2106515" y="310869"/>
                  </a:lnTo>
                  <a:lnTo>
                    <a:pt x="2133011" y="282160"/>
                  </a:lnTo>
                  <a:lnTo>
                    <a:pt x="2159507" y="251123"/>
                  </a:lnTo>
                  <a:lnTo>
                    <a:pt x="2146300" y="1817033"/>
                  </a:lnTo>
                  <a:lnTo>
                    <a:pt x="2119803" y="1848070"/>
                  </a:lnTo>
                  <a:lnTo>
                    <a:pt x="2093307" y="1876779"/>
                  </a:lnTo>
                  <a:lnTo>
                    <a:pt x="2040315" y="1927449"/>
                  </a:lnTo>
                  <a:lnTo>
                    <a:pt x="1987322" y="1969516"/>
                  </a:lnTo>
                  <a:lnTo>
                    <a:pt x="1934328" y="2003450"/>
                  </a:lnTo>
                  <a:lnTo>
                    <a:pt x="1881335" y="2029724"/>
                  </a:lnTo>
                  <a:lnTo>
                    <a:pt x="1828340" y="2048807"/>
                  </a:lnTo>
                  <a:lnTo>
                    <a:pt x="1775346" y="2061173"/>
                  </a:lnTo>
                  <a:lnTo>
                    <a:pt x="1722351" y="2067292"/>
                  </a:lnTo>
                  <a:lnTo>
                    <a:pt x="1695854" y="2068156"/>
                  </a:lnTo>
                  <a:lnTo>
                    <a:pt x="1669356" y="2067636"/>
                  </a:lnTo>
                  <a:lnTo>
                    <a:pt x="1616361" y="2062676"/>
                  </a:lnTo>
                  <a:lnTo>
                    <a:pt x="1563365" y="2052883"/>
                  </a:lnTo>
                  <a:lnTo>
                    <a:pt x="1510370" y="2038730"/>
                  </a:lnTo>
                  <a:lnTo>
                    <a:pt x="1457374" y="2020688"/>
                  </a:lnTo>
                  <a:lnTo>
                    <a:pt x="1404378" y="1999227"/>
                  </a:lnTo>
                  <a:lnTo>
                    <a:pt x="1351381" y="1974820"/>
                  </a:lnTo>
                  <a:lnTo>
                    <a:pt x="1298385" y="1947938"/>
                  </a:lnTo>
                  <a:lnTo>
                    <a:pt x="1245388" y="1919052"/>
                  </a:lnTo>
                  <a:lnTo>
                    <a:pt x="1192392" y="1888634"/>
                  </a:lnTo>
                  <a:lnTo>
                    <a:pt x="1139395" y="1857155"/>
                  </a:lnTo>
                  <a:lnTo>
                    <a:pt x="1086399" y="1825087"/>
                  </a:lnTo>
                  <a:lnTo>
                    <a:pt x="1059900" y="1808979"/>
                  </a:lnTo>
                  <a:lnTo>
                    <a:pt x="1033402" y="1792901"/>
                  </a:lnTo>
                  <a:lnTo>
                    <a:pt x="980405" y="1761068"/>
                  </a:lnTo>
                  <a:lnTo>
                    <a:pt x="927409" y="1730061"/>
                  </a:lnTo>
                  <a:lnTo>
                    <a:pt x="874412" y="1700350"/>
                  </a:lnTo>
                  <a:lnTo>
                    <a:pt x="821416" y="1672407"/>
                  </a:lnTo>
                  <a:lnTo>
                    <a:pt x="768420" y="1646704"/>
                  </a:lnTo>
                  <a:lnTo>
                    <a:pt x="715423" y="1623711"/>
                  </a:lnTo>
                  <a:lnTo>
                    <a:pt x="662427" y="1603900"/>
                  </a:lnTo>
                  <a:lnTo>
                    <a:pt x="609432" y="1587743"/>
                  </a:lnTo>
                  <a:lnTo>
                    <a:pt x="556436" y="1575712"/>
                  </a:lnTo>
                  <a:lnTo>
                    <a:pt x="503440" y="1568277"/>
                  </a:lnTo>
                  <a:lnTo>
                    <a:pt x="450445" y="1565910"/>
                  </a:lnTo>
                  <a:lnTo>
                    <a:pt x="423948" y="1566774"/>
                  </a:lnTo>
                  <a:lnTo>
                    <a:pt x="370953" y="1572893"/>
                  </a:lnTo>
                  <a:lnTo>
                    <a:pt x="317959" y="1585258"/>
                  </a:lnTo>
                  <a:lnTo>
                    <a:pt x="264964" y="1604342"/>
                  </a:lnTo>
                  <a:lnTo>
                    <a:pt x="211971" y="1630615"/>
                  </a:lnTo>
                  <a:lnTo>
                    <a:pt x="158977" y="1664550"/>
                  </a:lnTo>
                  <a:lnTo>
                    <a:pt x="105984" y="1706616"/>
                  </a:lnTo>
                  <a:lnTo>
                    <a:pt x="52992" y="1757287"/>
                  </a:lnTo>
                  <a:lnTo>
                    <a:pt x="26496" y="1785996"/>
                  </a:lnTo>
                  <a:lnTo>
                    <a:pt x="0" y="1817033"/>
                  </a:lnTo>
                  <a:lnTo>
                    <a:pt x="13208" y="251123"/>
                  </a:lnTo>
                  <a:close/>
                </a:path>
              </a:pathLst>
            </a:custGeom>
            <a:ln w="25908">
              <a:solidFill>
                <a:srgbClr val="B3A1C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391147" y="3548329"/>
            <a:ext cx="154241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/>
                <a:cs typeface="Calibri"/>
              </a:rPr>
              <a:t>Jasmin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Infotech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Inc.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>
                <a:latin typeface="Calibri"/>
                <a:cs typeface="Calibri"/>
              </a:rPr>
              <a:t>4040,</a:t>
            </a:r>
            <a:r>
              <a:rPr sz="1200" spc="-3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Moorpark</a:t>
            </a:r>
            <a:r>
              <a:rPr sz="1200" spc="-45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Ave,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200" spc="-5">
                <a:latin typeface="Calibri"/>
                <a:cs typeface="Calibri"/>
              </a:rPr>
              <a:t>Suite</a:t>
            </a:r>
            <a:r>
              <a:rPr sz="1200" spc="-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104,</a:t>
            </a:r>
          </a:p>
          <a:p>
            <a:pPr marL="12700">
              <a:lnSpc>
                <a:spcPct val="100000"/>
              </a:lnSpc>
            </a:pPr>
            <a:r>
              <a:rPr sz="1200" spc="-5">
                <a:latin typeface="Calibri"/>
                <a:cs typeface="Calibri"/>
              </a:rPr>
              <a:t>San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Jose,</a:t>
            </a:r>
            <a:r>
              <a:rPr sz="1200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CA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95117,</a:t>
            </a:r>
            <a:r>
              <a:rPr sz="1200" spc="-10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USA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801036" y="1140606"/>
            <a:ext cx="2185670" cy="2094230"/>
            <a:chOff x="8801036" y="1140606"/>
            <a:chExt cx="2185670" cy="2094230"/>
          </a:xfrm>
        </p:grpSpPr>
        <p:sp>
          <p:nvSpPr>
            <p:cNvPr id="31" name="object 31"/>
            <p:cNvSpPr/>
            <p:nvPr/>
          </p:nvSpPr>
          <p:spPr>
            <a:xfrm>
              <a:off x="8814053" y="1153623"/>
              <a:ext cx="2159635" cy="2068195"/>
            </a:xfrm>
            <a:custGeom>
              <a:avLst/>
              <a:gdLst/>
              <a:ahLst/>
              <a:cxnLst/>
              <a:rect l="l" t="t" r="r" b="b"/>
              <a:pathLst>
                <a:path w="2159634" h="2068195">
                  <a:moveTo>
                    <a:pt x="463653" y="0"/>
                  </a:moveTo>
                  <a:lnTo>
                    <a:pt x="410658" y="3172"/>
                  </a:lnTo>
                  <a:lnTo>
                    <a:pt x="357664" y="12355"/>
                  </a:lnTo>
                  <a:lnTo>
                    <a:pt x="304669" y="28021"/>
                  </a:lnTo>
                  <a:lnTo>
                    <a:pt x="251676" y="50641"/>
                  </a:lnTo>
                  <a:lnTo>
                    <a:pt x="198682" y="80685"/>
                  </a:lnTo>
                  <a:lnTo>
                    <a:pt x="145689" y="118627"/>
                  </a:lnTo>
                  <a:lnTo>
                    <a:pt x="92696" y="164937"/>
                  </a:lnTo>
                  <a:lnTo>
                    <a:pt x="39704" y="220086"/>
                  </a:lnTo>
                  <a:lnTo>
                    <a:pt x="13207" y="251123"/>
                  </a:lnTo>
                  <a:lnTo>
                    <a:pt x="0" y="1817033"/>
                  </a:lnTo>
                  <a:lnTo>
                    <a:pt x="26496" y="1785996"/>
                  </a:lnTo>
                  <a:lnTo>
                    <a:pt x="52992" y="1757287"/>
                  </a:lnTo>
                  <a:lnTo>
                    <a:pt x="105984" y="1706616"/>
                  </a:lnTo>
                  <a:lnTo>
                    <a:pt x="158977" y="1664550"/>
                  </a:lnTo>
                  <a:lnTo>
                    <a:pt x="211971" y="1630615"/>
                  </a:lnTo>
                  <a:lnTo>
                    <a:pt x="264964" y="1604342"/>
                  </a:lnTo>
                  <a:lnTo>
                    <a:pt x="317959" y="1585258"/>
                  </a:lnTo>
                  <a:lnTo>
                    <a:pt x="370953" y="1572893"/>
                  </a:lnTo>
                  <a:lnTo>
                    <a:pt x="423948" y="1566774"/>
                  </a:lnTo>
                  <a:lnTo>
                    <a:pt x="450445" y="1565910"/>
                  </a:lnTo>
                  <a:lnTo>
                    <a:pt x="476943" y="1566430"/>
                  </a:lnTo>
                  <a:lnTo>
                    <a:pt x="529938" y="1571390"/>
                  </a:lnTo>
                  <a:lnTo>
                    <a:pt x="582934" y="1581182"/>
                  </a:lnTo>
                  <a:lnTo>
                    <a:pt x="635929" y="1595336"/>
                  </a:lnTo>
                  <a:lnTo>
                    <a:pt x="688925" y="1613378"/>
                  </a:lnTo>
                  <a:lnTo>
                    <a:pt x="741921" y="1634839"/>
                  </a:lnTo>
                  <a:lnTo>
                    <a:pt x="794918" y="1659246"/>
                  </a:lnTo>
                  <a:lnTo>
                    <a:pt x="847914" y="1686128"/>
                  </a:lnTo>
                  <a:lnTo>
                    <a:pt x="900911" y="1715014"/>
                  </a:lnTo>
                  <a:lnTo>
                    <a:pt x="980405" y="1761068"/>
                  </a:lnTo>
                  <a:lnTo>
                    <a:pt x="1165894" y="1872997"/>
                  </a:lnTo>
                  <a:lnTo>
                    <a:pt x="1218890" y="1904005"/>
                  </a:lnTo>
                  <a:lnTo>
                    <a:pt x="1271887" y="1933716"/>
                  </a:lnTo>
                  <a:lnTo>
                    <a:pt x="1324883" y="1961659"/>
                  </a:lnTo>
                  <a:lnTo>
                    <a:pt x="1377879" y="1987362"/>
                  </a:lnTo>
                  <a:lnTo>
                    <a:pt x="1430876" y="2010355"/>
                  </a:lnTo>
                  <a:lnTo>
                    <a:pt x="1483872" y="2030166"/>
                  </a:lnTo>
                  <a:lnTo>
                    <a:pt x="1536867" y="2046323"/>
                  </a:lnTo>
                  <a:lnTo>
                    <a:pt x="1589863" y="2058354"/>
                  </a:lnTo>
                  <a:lnTo>
                    <a:pt x="1642859" y="2065789"/>
                  </a:lnTo>
                  <a:lnTo>
                    <a:pt x="1695854" y="2068156"/>
                  </a:lnTo>
                  <a:lnTo>
                    <a:pt x="1722351" y="2067292"/>
                  </a:lnTo>
                  <a:lnTo>
                    <a:pt x="1775346" y="2061173"/>
                  </a:lnTo>
                  <a:lnTo>
                    <a:pt x="1828340" y="2048807"/>
                  </a:lnTo>
                  <a:lnTo>
                    <a:pt x="1881335" y="2029724"/>
                  </a:lnTo>
                  <a:lnTo>
                    <a:pt x="1934328" y="2003450"/>
                  </a:lnTo>
                  <a:lnTo>
                    <a:pt x="1987322" y="1969516"/>
                  </a:lnTo>
                  <a:lnTo>
                    <a:pt x="2040315" y="1927449"/>
                  </a:lnTo>
                  <a:lnTo>
                    <a:pt x="2093307" y="1876779"/>
                  </a:lnTo>
                  <a:lnTo>
                    <a:pt x="2119803" y="1848070"/>
                  </a:lnTo>
                  <a:lnTo>
                    <a:pt x="2146300" y="1817033"/>
                  </a:lnTo>
                  <a:lnTo>
                    <a:pt x="2159507" y="251123"/>
                  </a:lnTo>
                  <a:lnTo>
                    <a:pt x="2133011" y="282160"/>
                  </a:lnTo>
                  <a:lnTo>
                    <a:pt x="2106515" y="310869"/>
                  </a:lnTo>
                  <a:lnTo>
                    <a:pt x="2053523" y="361539"/>
                  </a:lnTo>
                  <a:lnTo>
                    <a:pt x="2000530" y="403606"/>
                  </a:lnTo>
                  <a:lnTo>
                    <a:pt x="1947536" y="437540"/>
                  </a:lnTo>
                  <a:lnTo>
                    <a:pt x="1894543" y="463814"/>
                  </a:lnTo>
                  <a:lnTo>
                    <a:pt x="1841548" y="482897"/>
                  </a:lnTo>
                  <a:lnTo>
                    <a:pt x="1788554" y="495263"/>
                  </a:lnTo>
                  <a:lnTo>
                    <a:pt x="1735559" y="501382"/>
                  </a:lnTo>
                  <a:lnTo>
                    <a:pt x="1709062" y="502246"/>
                  </a:lnTo>
                  <a:lnTo>
                    <a:pt x="1682564" y="501726"/>
                  </a:lnTo>
                  <a:lnTo>
                    <a:pt x="1629569" y="496766"/>
                  </a:lnTo>
                  <a:lnTo>
                    <a:pt x="1576573" y="486973"/>
                  </a:lnTo>
                  <a:lnTo>
                    <a:pt x="1523578" y="472820"/>
                  </a:lnTo>
                  <a:lnTo>
                    <a:pt x="1470582" y="454778"/>
                  </a:lnTo>
                  <a:lnTo>
                    <a:pt x="1417586" y="433317"/>
                  </a:lnTo>
                  <a:lnTo>
                    <a:pt x="1364589" y="408910"/>
                  </a:lnTo>
                  <a:lnTo>
                    <a:pt x="1311593" y="382028"/>
                  </a:lnTo>
                  <a:lnTo>
                    <a:pt x="1258596" y="353142"/>
                  </a:lnTo>
                  <a:lnTo>
                    <a:pt x="1179102" y="307087"/>
                  </a:lnTo>
                  <a:lnTo>
                    <a:pt x="993613" y="195158"/>
                  </a:lnTo>
                  <a:lnTo>
                    <a:pt x="940617" y="164151"/>
                  </a:lnTo>
                  <a:lnTo>
                    <a:pt x="887620" y="134440"/>
                  </a:lnTo>
                  <a:lnTo>
                    <a:pt x="834624" y="106497"/>
                  </a:lnTo>
                  <a:lnTo>
                    <a:pt x="781628" y="80794"/>
                  </a:lnTo>
                  <a:lnTo>
                    <a:pt x="728631" y="57801"/>
                  </a:lnTo>
                  <a:lnTo>
                    <a:pt x="675635" y="37990"/>
                  </a:lnTo>
                  <a:lnTo>
                    <a:pt x="622640" y="21833"/>
                  </a:lnTo>
                  <a:lnTo>
                    <a:pt x="569644" y="9802"/>
                  </a:lnTo>
                  <a:lnTo>
                    <a:pt x="516648" y="2367"/>
                  </a:lnTo>
                  <a:lnTo>
                    <a:pt x="490151" y="520"/>
                  </a:lnTo>
                  <a:lnTo>
                    <a:pt x="463653" y="0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814053" y="1153623"/>
              <a:ext cx="2159635" cy="2068195"/>
            </a:xfrm>
            <a:custGeom>
              <a:avLst/>
              <a:gdLst/>
              <a:ahLst/>
              <a:cxnLst/>
              <a:rect l="l" t="t" r="r" b="b"/>
              <a:pathLst>
                <a:path w="2159634" h="2068195">
                  <a:moveTo>
                    <a:pt x="13207" y="251123"/>
                  </a:moveTo>
                  <a:lnTo>
                    <a:pt x="39704" y="220086"/>
                  </a:lnTo>
                  <a:lnTo>
                    <a:pt x="66200" y="191377"/>
                  </a:lnTo>
                  <a:lnTo>
                    <a:pt x="119192" y="140706"/>
                  </a:lnTo>
                  <a:lnTo>
                    <a:pt x="172185" y="98640"/>
                  </a:lnTo>
                  <a:lnTo>
                    <a:pt x="225179" y="64705"/>
                  </a:lnTo>
                  <a:lnTo>
                    <a:pt x="278172" y="38432"/>
                  </a:lnTo>
                  <a:lnTo>
                    <a:pt x="331167" y="19348"/>
                  </a:lnTo>
                  <a:lnTo>
                    <a:pt x="384161" y="6983"/>
                  </a:lnTo>
                  <a:lnTo>
                    <a:pt x="437156" y="864"/>
                  </a:lnTo>
                  <a:lnTo>
                    <a:pt x="463653" y="0"/>
                  </a:lnTo>
                  <a:lnTo>
                    <a:pt x="490151" y="520"/>
                  </a:lnTo>
                  <a:lnTo>
                    <a:pt x="543146" y="5480"/>
                  </a:lnTo>
                  <a:lnTo>
                    <a:pt x="596142" y="15272"/>
                  </a:lnTo>
                  <a:lnTo>
                    <a:pt x="649137" y="29426"/>
                  </a:lnTo>
                  <a:lnTo>
                    <a:pt x="702133" y="47468"/>
                  </a:lnTo>
                  <a:lnTo>
                    <a:pt x="755129" y="68929"/>
                  </a:lnTo>
                  <a:lnTo>
                    <a:pt x="808126" y="93336"/>
                  </a:lnTo>
                  <a:lnTo>
                    <a:pt x="861122" y="120218"/>
                  </a:lnTo>
                  <a:lnTo>
                    <a:pt x="914119" y="149104"/>
                  </a:lnTo>
                  <a:lnTo>
                    <a:pt x="967115" y="179522"/>
                  </a:lnTo>
                  <a:lnTo>
                    <a:pt x="1020112" y="211001"/>
                  </a:lnTo>
                  <a:lnTo>
                    <a:pt x="1073108" y="243069"/>
                  </a:lnTo>
                  <a:lnTo>
                    <a:pt x="1099607" y="259177"/>
                  </a:lnTo>
                  <a:lnTo>
                    <a:pt x="1126105" y="275255"/>
                  </a:lnTo>
                  <a:lnTo>
                    <a:pt x="1179102" y="307087"/>
                  </a:lnTo>
                  <a:lnTo>
                    <a:pt x="1232098" y="338095"/>
                  </a:lnTo>
                  <a:lnTo>
                    <a:pt x="1285095" y="367806"/>
                  </a:lnTo>
                  <a:lnTo>
                    <a:pt x="1338091" y="395749"/>
                  </a:lnTo>
                  <a:lnTo>
                    <a:pt x="1391087" y="421452"/>
                  </a:lnTo>
                  <a:lnTo>
                    <a:pt x="1444084" y="444445"/>
                  </a:lnTo>
                  <a:lnTo>
                    <a:pt x="1497080" y="464256"/>
                  </a:lnTo>
                  <a:lnTo>
                    <a:pt x="1550075" y="480413"/>
                  </a:lnTo>
                  <a:lnTo>
                    <a:pt x="1603071" y="492444"/>
                  </a:lnTo>
                  <a:lnTo>
                    <a:pt x="1656067" y="499879"/>
                  </a:lnTo>
                  <a:lnTo>
                    <a:pt x="1709062" y="502246"/>
                  </a:lnTo>
                  <a:lnTo>
                    <a:pt x="1735559" y="501382"/>
                  </a:lnTo>
                  <a:lnTo>
                    <a:pt x="1788554" y="495263"/>
                  </a:lnTo>
                  <a:lnTo>
                    <a:pt x="1841548" y="482897"/>
                  </a:lnTo>
                  <a:lnTo>
                    <a:pt x="1894543" y="463814"/>
                  </a:lnTo>
                  <a:lnTo>
                    <a:pt x="1947536" y="437540"/>
                  </a:lnTo>
                  <a:lnTo>
                    <a:pt x="2000530" y="403606"/>
                  </a:lnTo>
                  <a:lnTo>
                    <a:pt x="2053523" y="361539"/>
                  </a:lnTo>
                  <a:lnTo>
                    <a:pt x="2106515" y="310869"/>
                  </a:lnTo>
                  <a:lnTo>
                    <a:pt x="2133011" y="282160"/>
                  </a:lnTo>
                  <a:lnTo>
                    <a:pt x="2159507" y="251123"/>
                  </a:lnTo>
                  <a:lnTo>
                    <a:pt x="2146300" y="1817033"/>
                  </a:lnTo>
                  <a:lnTo>
                    <a:pt x="2119803" y="1848070"/>
                  </a:lnTo>
                  <a:lnTo>
                    <a:pt x="2093307" y="1876779"/>
                  </a:lnTo>
                  <a:lnTo>
                    <a:pt x="2040315" y="1927449"/>
                  </a:lnTo>
                  <a:lnTo>
                    <a:pt x="1987322" y="1969516"/>
                  </a:lnTo>
                  <a:lnTo>
                    <a:pt x="1934328" y="2003450"/>
                  </a:lnTo>
                  <a:lnTo>
                    <a:pt x="1881335" y="2029724"/>
                  </a:lnTo>
                  <a:lnTo>
                    <a:pt x="1828340" y="2048807"/>
                  </a:lnTo>
                  <a:lnTo>
                    <a:pt x="1775346" y="2061173"/>
                  </a:lnTo>
                  <a:lnTo>
                    <a:pt x="1722351" y="2067292"/>
                  </a:lnTo>
                  <a:lnTo>
                    <a:pt x="1695854" y="2068156"/>
                  </a:lnTo>
                  <a:lnTo>
                    <a:pt x="1669356" y="2067636"/>
                  </a:lnTo>
                  <a:lnTo>
                    <a:pt x="1616361" y="2062676"/>
                  </a:lnTo>
                  <a:lnTo>
                    <a:pt x="1563365" y="2052883"/>
                  </a:lnTo>
                  <a:lnTo>
                    <a:pt x="1510370" y="2038730"/>
                  </a:lnTo>
                  <a:lnTo>
                    <a:pt x="1457374" y="2020688"/>
                  </a:lnTo>
                  <a:lnTo>
                    <a:pt x="1404378" y="1999227"/>
                  </a:lnTo>
                  <a:lnTo>
                    <a:pt x="1351381" y="1974820"/>
                  </a:lnTo>
                  <a:lnTo>
                    <a:pt x="1298385" y="1947938"/>
                  </a:lnTo>
                  <a:lnTo>
                    <a:pt x="1245388" y="1919052"/>
                  </a:lnTo>
                  <a:lnTo>
                    <a:pt x="1192392" y="1888634"/>
                  </a:lnTo>
                  <a:lnTo>
                    <a:pt x="1139395" y="1857155"/>
                  </a:lnTo>
                  <a:lnTo>
                    <a:pt x="1086399" y="1825087"/>
                  </a:lnTo>
                  <a:lnTo>
                    <a:pt x="1059900" y="1808979"/>
                  </a:lnTo>
                  <a:lnTo>
                    <a:pt x="1033402" y="1792901"/>
                  </a:lnTo>
                  <a:lnTo>
                    <a:pt x="980405" y="1761068"/>
                  </a:lnTo>
                  <a:lnTo>
                    <a:pt x="927409" y="1730061"/>
                  </a:lnTo>
                  <a:lnTo>
                    <a:pt x="874412" y="1700350"/>
                  </a:lnTo>
                  <a:lnTo>
                    <a:pt x="821416" y="1672407"/>
                  </a:lnTo>
                  <a:lnTo>
                    <a:pt x="768420" y="1646704"/>
                  </a:lnTo>
                  <a:lnTo>
                    <a:pt x="715423" y="1623711"/>
                  </a:lnTo>
                  <a:lnTo>
                    <a:pt x="662427" y="1603900"/>
                  </a:lnTo>
                  <a:lnTo>
                    <a:pt x="609432" y="1587743"/>
                  </a:lnTo>
                  <a:lnTo>
                    <a:pt x="556436" y="1575712"/>
                  </a:lnTo>
                  <a:lnTo>
                    <a:pt x="503440" y="1568277"/>
                  </a:lnTo>
                  <a:lnTo>
                    <a:pt x="450445" y="1565910"/>
                  </a:lnTo>
                  <a:lnTo>
                    <a:pt x="423948" y="1566774"/>
                  </a:lnTo>
                  <a:lnTo>
                    <a:pt x="370953" y="1572893"/>
                  </a:lnTo>
                  <a:lnTo>
                    <a:pt x="317959" y="1585258"/>
                  </a:lnTo>
                  <a:lnTo>
                    <a:pt x="264964" y="1604342"/>
                  </a:lnTo>
                  <a:lnTo>
                    <a:pt x="211971" y="1630615"/>
                  </a:lnTo>
                  <a:lnTo>
                    <a:pt x="158977" y="1664550"/>
                  </a:lnTo>
                  <a:lnTo>
                    <a:pt x="105984" y="1706616"/>
                  </a:lnTo>
                  <a:lnTo>
                    <a:pt x="52992" y="1757287"/>
                  </a:lnTo>
                  <a:lnTo>
                    <a:pt x="26496" y="1785996"/>
                  </a:lnTo>
                  <a:lnTo>
                    <a:pt x="0" y="1817033"/>
                  </a:lnTo>
                  <a:lnTo>
                    <a:pt x="13207" y="251123"/>
                  </a:lnTo>
                  <a:close/>
                </a:path>
              </a:pathLst>
            </a:custGeom>
            <a:ln w="25908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8906002" y="1708530"/>
            <a:ext cx="16236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7272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/>
                <a:cs typeface="Calibri"/>
              </a:rPr>
              <a:t>Jasmin </a:t>
            </a:r>
            <a:r>
              <a:rPr sz="1200" spc="-10">
                <a:latin typeface="Calibri"/>
                <a:cs typeface="Calibri"/>
              </a:rPr>
              <a:t>Infotech </a:t>
            </a:r>
            <a:r>
              <a:rPr sz="1200" spc="-5">
                <a:latin typeface="Calibri"/>
                <a:cs typeface="Calibri"/>
              </a:rPr>
              <a:t>Co </a:t>
            </a:r>
            <a:r>
              <a:rPr sz="1200" spc="-15">
                <a:latin typeface="Calibri"/>
                <a:cs typeface="Calibri"/>
              </a:rPr>
              <a:t>Ltd </a:t>
            </a:r>
            <a:r>
              <a:rPr sz="1200" spc="-10">
                <a:latin typeface="Calibri"/>
                <a:cs typeface="Calibri"/>
              </a:rPr>
              <a:t> Room</a:t>
            </a:r>
            <a:r>
              <a:rPr sz="1200" spc="-20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5092,</a:t>
            </a:r>
            <a:r>
              <a:rPr sz="1200" spc="-1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Building</a:t>
            </a:r>
            <a:r>
              <a:rPr sz="1200" spc="-5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1,</a:t>
            </a:r>
          </a:p>
          <a:p>
            <a:pPr marL="12700" marR="5080">
              <a:lnSpc>
                <a:spcPct val="100000"/>
              </a:lnSpc>
            </a:pPr>
            <a:r>
              <a:rPr sz="1200">
                <a:latin typeface="Calibri"/>
                <a:cs typeface="Calibri"/>
              </a:rPr>
              <a:t>853, Minjing </a:t>
            </a:r>
            <a:r>
              <a:rPr sz="1200" spc="-10">
                <a:latin typeface="Calibri"/>
                <a:cs typeface="Calibri"/>
              </a:rPr>
              <a:t>Road, </a:t>
            </a:r>
            <a:r>
              <a:rPr sz="1200" spc="-5">
                <a:latin typeface="Calibri"/>
                <a:cs typeface="Calibri"/>
              </a:rPr>
              <a:t> </a:t>
            </a:r>
            <a:r>
              <a:rPr sz="1200" spc="-15">
                <a:latin typeface="Calibri"/>
                <a:cs typeface="Calibri"/>
              </a:rPr>
              <a:t>Yangpu </a:t>
            </a:r>
            <a:r>
              <a:rPr sz="1200" spc="-5">
                <a:latin typeface="Calibri"/>
                <a:cs typeface="Calibri"/>
              </a:rPr>
              <a:t>District, Shanghai, </a:t>
            </a:r>
            <a:r>
              <a:rPr sz="1200" spc="-260">
                <a:latin typeface="Calibri"/>
                <a:cs typeface="Calibri"/>
              </a:rPr>
              <a:t> </a:t>
            </a:r>
            <a:r>
              <a:rPr sz="1200" spc="-5">
                <a:latin typeface="Calibri"/>
                <a:cs typeface="Calibri"/>
              </a:rPr>
              <a:t>CHINA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795004" y="2896317"/>
            <a:ext cx="2186940" cy="2094230"/>
            <a:chOff x="8795004" y="2896317"/>
            <a:chExt cx="2186940" cy="2094230"/>
          </a:xfrm>
        </p:grpSpPr>
        <p:sp>
          <p:nvSpPr>
            <p:cNvPr id="35" name="object 35"/>
            <p:cNvSpPr/>
            <p:nvPr/>
          </p:nvSpPr>
          <p:spPr>
            <a:xfrm>
              <a:off x="8807958" y="2909271"/>
              <a:ext cx="2161540" cy="2068195"/>
            </a:xfrm>
            <a:custGeom>
              <a:avLst/>
              <a:gdLst/>
              <a:ahLst/>
              <a:cxnLst/>
              <a:rect l="l" t="t" r="r" b="b"/>
              <a:pathLst>
                <a:path w="2161540" h="2068195">
                  <a:moveTo>
                    <a:pt x="463973" y="0"/>
                  </a:moveTo>
                  <a:lnTo>
                    <a:pt x="410941" y="3172"/>
                  </a:lnTo>
                  <a:lnTo>
                    <a:pt x="357908" y="12355"/>
                  </a:lnTo>
                  <a:lnTo>
                    <a:pt x="304876" y="28021"/>
                  </a:lnTo>
                  <a:lnTo>
                    <a:pt x="251845" y="50641"/>
                  </a:lnTo>
                  <a:lnTo>
                    <a:pt x="198814" y="80685"/>
                  </a:lnTo>
                  <a:lnTo>
                    <a:pt x="145783" y="118627"/>
                  </a:lnTo>
                  <a:lnTo>
                    <a:pt x="92752" y="164937"/>
                  </a:lnTo>
                  <a:lnTo>
                    <a:pt x="39722" y="220086"/>
                  </a:lnTo>
                  <a:lnTo>
                    <a:pt x="13208" y="251123"/>
                  </a:lnTo>
                  <a:lnTo>
                    <a:pt x="0" y="1817033"/>
                  </a:lnTo>
                  <a:lnTo>
                    <a:pt x="26514" y="1785996"/>
                  </a:lnTo>
                  <a:lnTo>
                    <a:pt x="53029" y="1757287"/>
                  </a:lnTo>
                  <a:lnTo>
                    <a:pt x="106060" y="1706616"/>
                  </a:lnTo>
                  <a:lnTo>
                    <a:pt x="159090" y="1664550"/>
                  </a:lnTo>
                  <a:lnTo>
                    <a:pt x="212121" y="1630615"/>
                  </a:lnTo>
                  <a:lnTo>
                    <a:pt x="265153" y="1604342"/>
                  </a:lnTo>
                  <a:lnTo>
                    <a:pt x="318184" y="1585258"/>
                  </a:lnTo>
                  <a:lnTo>
                    <a:pt x="371216" y="1572893"/>
                  </a:lnTo>
                  <a:lnTo>
                    <a:pt x="424249" y="1566774"/>
                  </a:lnTo>
                  <a:lnTo>
                    <a:pt x="450765" y="1565910"/>
                  </a:lnTo>
                  <a:lnTo>
                    <a:pt x="477282" y="1566430"/>
                  </a:lnTo>
                  <a:lnTo>
                    <a:pt x="530314" y="1571390"/>
                  </a:lnTo>
                  <a:lnTo>
                    <a:pt x="583348" y="1581182"/>
                  </a:lnTo>
                  <a:lnTo>
                    <a:pt x="636381" y="1595336"/>
                  </a:lnTo>
                  <a:lnTo>
                    <a:pt x="689415" y="1613378"/>
                  </a:lnTo>
                  <a:lnTo>
                    <a:pt x="742448" y="1634839"/>
                  </a:lnTo>
                  <a:lnTo>
                    <a:pt x="795482" y="1659246"/>
                  </a:lnTo>
                  <a:lnTo>
                    <a:pt x="848516" y="1686128"/>
                  </a:lnTo>
                  <a:lnTo>
                    <a:pt x="901550" y="1715014"/>
                  </a:lnTo>
                  <a:lnTo>
                    <a:pt x="981102" y="1761068"/>
                  </a:lnTo>
                  <a:lnTo>
                    <a:pt x="1166721" y="1872997"/>
                  </a:lnTo>
                  <a:lnTo>
                    <a:pt x="1219756" y="1904005"/>
                  </a:lnTo>
                  <a:lnTo>
                    <a:pt x="1272790" y="1933716"/>
                  </a:lnTo>
                  <a:lnTo>
                    <a:pt x="1325824" y="1961659"/>
                  </a:lnTo>
                  <a:lnTo>
                    <a:pt x="1378858" y="1987362"/>
                  </a:lnTo>
                  <a:lnTo>
                    <a:pt x="1431892" y="2010355"/>
                  </a:lnTo>
                  <a:lnTo>
                    <a:pt x="1484925" y="2030166"/>
                  </a:lnTo>
                  <a:lnTo>
                    <a:pt x="1537959" y="2046323"/>
                  </a:lnTo>
                  <a:lnTo>
                    <a:pt x="1590992" y="2058354"/>
                  </a:lnTo>
                  <a:lnTo>
                    <a:pt x="1644025" y="2065789"/>
                  </a:lnTo>
                  <a:lnTo>
                    <a:pt x="1697058" y="2068156"/>
                  </a:lnTo>
                  <a:lnTo>
                    <a:pt x="1723574" y="2067292"/>
                  </a:lnTo>
                  <a:lnTo>
                    <a:pt x="1776607" y="2061173"/>
                  </a:lnTo>
                  <a:lnTo>
                    <a:pt x="1829639" y="2048807"/>
                  </a:lnTo>
                  <a:lnTo>
                    <a:pt x="1882670" y="2029724"/>
                  </a:lnTo>
                  <a:lnTo>
                    <a:pt x="1935702" y="2003450"/>
                  </a:lnTo>
                  <a:lnTo>
                    <a:pt x="1988733" y="1969516"/>
                  </a:lnTo>
                  <a:lnTo>
                    <a:pt x="2041763" y="1927449"/>
                  </a:lnTo>
                  <a:lnTo>
                    <a:pt x="2094794" y="1876779"/>
                  </a:lnTo>
                  <a:lnTo>
                    <a:pt x="2121309" y="1848070"/>
                  </a:lnTo>
                  <a:lnTo>
                    <a:pt x="2147824" y="1817033"/>
                  </a:lnTo>
                  <a:lnTo>
                    <a:pt x="2161032" y="251123"/>
                  </a:lnTo>
                  <a:lnTo>
                    <a:pt x="2134517" y="282160"/>
                  </a:lnTo>
                  <a:lnTo>
                    <a:pt x="2108002" y="310869"/>
                  </a:lnTo>
                  <a:lnTo>
                    <a:pt x="2054971" y="361539"/>
                  </a:lnTo>
                  <a:lnTo>
                    <a:pt x="2001941" y="403606"/>
                  </a:lnTo>
                  <a:lnTo>
                    <a:pt x="1948910" y="437540"/>
                  </a:lnTo>
                  <a:lnTo>
                    <a:pt x="1895878" y="463814"/>
                  </a:lnTo>
                  <a:lnTo>
                    <a:pt x="1842847" y="482897"/>
                  </a:lnTo>
                  <a:lnTo>
                    <a:pt x="1789815" y="495263"/>
                  </a:lnTo>
                  <a:lnTo>
                    <a:pt x="1736782" y="501382"/>
                  </a:lnTo>
                  <a:lnTo>
                    <a:pt x="1710266" y="502246"/>
                  </a:lnTo>
                  <a:lnTo>
                    <a:pt x="1683749" y="501726"/>
                  </a:lnTo>
                  <a:lnTo>
                    <a:pt x="1630717" y="496766"/>
                  </a:lnTo>
                  <a:lnTo>
                    <a:pt x="1577683" y="486973"/>
                  </a:lnTo>
                  <a:lnTo>
                    <a:pt x="1524650" y="472820"/>
                  </a:lnTo>
                  <a:lnTo>
                    <a:pt x="1471616" y="454778"/>
                  </a:lnTo>
                  <a:lnTo>
                    <a:pt x="1418583" y="433317"/>
                  </a:lnTo>
                  <a:lnTo>
                    <a:pt x="1365549" y="408910"/>
                  </a:lnTo>
                  <a:lnTo>
                    <a:pt x="1312515" y="382028"/>
                  </a:lnTo>
                  <a:lnTo>
                    <a:pt x="1259481" y="353142"/>
                  </a:lnTo>
                  <a:lnTo>
                    <a:pt x="1179929" y="307087"/>
                  </a:lnTo>
                  <a:lnTo>
                    <a:pt x="994310" y="195158"/>
                  </a:lnTo>
                  <a:lnTo>
                    <a:pt x="941275" y="164151"/>
                  </a:lnTo>
                  <a:lnTo>
                    <a:pt x="888241" y="134440"/>
                  </a:lnTo>
                  <a:lnTo>
                    <a:pt x="835207" y="106497"/>
                  </a:lnTo>
                  <a:lnTo>
                    <a:pt x="782173" y="80794"/>
                  </a:lnTo>
                  <a:lnTo>
                    <a:pt x="729139" y="57801"/>
                  </a:lnTo>
                  <a:lnTo>
                    <a:pt x="676106" y="37990"/>
                  </a:lnTo>
                  <a:lnTo>
                    <a:pt x="623072" y="21833"/>
                  </a:lnTo>
                  <a:lnTo>
                    <a:pt x="570039" y="9802"/>
                  </a:lnTo>
                  <a:lnTo>
                    <a:pt x="517006" y="2367"/>
                  </a:lnTo>
                  <a:lnTo>
                    <a:pt x="490490" y="520"/>
                  </a:lnTo>
                  <a:lnTo>
                    <a:pt x="463973" y="0"/>
                  </a:lnTo>
                  <a:close/>
                </a:path>
              </a:pathLst>
            </a:custGeom>
            <a:solidFill>
              <a:srgbClr val="B7DE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807958" y="2909271"/>
              <a:ext cx="2161540" cy="2068195"/>
            </a:xfrm>
            <a:custGeom>
              <a:avLst/>
              <a:gdLst/>
              <a:ahLst/>
              <a:cxnLst/>
              <a:rect l="l" t="t" r="r" b="b"/>
              <a:pathLst>
                <a:path w="2161540" h="2068195">
                  <a:moveTo>
                    <a:pt x="13208" y="251123"/>
                  </a:moveTo>
                  <a:lnTo>
                    <a:pt x="39722" y="220086"/>
                  </a:lnTo>
                  <a:lnTo>
                    <a:pt x="66237" y="191377"/>
                  </a:lnTo>
                  <a:lnTo>
                    <a:pt x="119268" y="140706"/>
                  </a:lnTo>
                  <a:lnTo>
                    <a:pt x="172298" y="98640"/>
                  </a:lnTo>
                  <a:lnTo>
                    <a:pt x="225329" y="64705"/>
                  </a:lnTo>
                  <a:lnTo>
                    <a:pt x="278361" y="38432"/>
                  </a:lnTo>
                  <a:lnTo>
                    <a:pt x="331392" y="19348"/>
                  </a:lnTo>
                  <a:lnTo>
                    <a:pt x="384424" y="6983"/>
                  </a:lnTo>
                  <a:lnTo>
                    <a:pt x="437457" y="864"/>
                  </a:lnTo>
                  <a:lnTo>
                    <a:pt x="463973" y="0"/>
                  </a:lnTo>
                  <a:lnTo>
                    <a:pt x="490490" y="520"/>
                  </a:lnTo>
                  <a:lnTo>
                    <a:pt x="543522" y="5480"/>
                  </a:lnTo>
                  <a:lnTo>
                    <a:pt x="596556" y="15272"/>
                  </a:lnTo>
                  <a:lnTo>
                    <a:pt x="649589" y="29426"/>
                  </a:lnTo>
                  <a:lnTo>
                    <a:pt x="702623" y="47468"/>
                  </a:lnTo>
                  <a:lnTo>
                    <a:pt x="755656" y="68929"/>
                  </a:lnTo>
                  <a:lnTo>
                    <a:pt x="808690" y="93336"/>
                  </a:lnTo>
                  <a:lnTo>
                    <a:pt x="861724" y="120218"/>
                  </a:lnTo>
                  <a:lnTo>
                    <a:pt x="914758" y="149104"/>
                  </a:lnTo>
                  <a:lnTo>
                    <a:pt x="967792" y="179522"/>
                  </a:lnTo>
                  <a:lnTo>
                    <a:pt x="1020827" y="211001"/>
                  </a:lnTo>
                  <a:lnTo>
                    <a:pt x="1073861" y="243069"/>
                  </a:lnTo>
                  <a:lnTo>
                    <a:pt x="1100378" y="259177"/>
                  </a:lnTo>
                  <a:lnTo>
                    <a:pt x="1126895" y="275255"/>
                  </a:lnTo>
                  <a:lnTo>
                    <a:pt x="1179929" y="307087"/>
                  </a:lnTo>
                  <a:lnTo>
                    <a:pt x="1232964" y="338095"/>
                  </a:lnTo>
                  <a:lnTo>
                    <a:pt x="1285998" y="367806"/>
                  </a:lnTo>
                  <a:lnTo>
                    <a:pt x="1339032" y="395749"/>
                  </a:lnTo>
                  <a:lnTo>
                    <a:pt x="1392066" y="421452"/>
                  </a:lnTo>
                  <a:lnTo>
                    <a:pt x="1445100" y="444445"/>
                  </a:lnTo>
                  <a:lnTo>
                    <a:pt x="1498133" y="464256"/>
                  </a:lnTo>
                  <a:lnTo>
                    <a:pt x="1551167" y="480413"/>
                  </a:lnTo>
                  <a:lnTo>
                    <a:pt x="1604200" y="492444"/>
                  </a:lnTo>
                  <a:lnTo>
                    <a:pt x="1657233" y="499879"/>
                  </a:lnTo>
                  <a:lnTo>
                    <a:pt x="1710266" y="502246"/>
                  </a:lnTo>
                  <a:lnTo>
                    <a:pt x="1736782" y="501382"/>
                  </a:lnTo>
                  <a:lnTo>
                    <a:pt x="1789815" y="495263"/>
                  </a:lnTo>
                  <a:lnTo>
                    <a:pt x="1842847" y="482897"/>
                  </a:lnTo>
                  <a:lnTo>
                    <a:pt x="1895878" y="463814"/>
                  </a:lnTo>
                  <a:lnTo>
                    <a:pt x="1948910" y="437540"/>
                  </a:lnTo>
                  <a:lnTo>
                    <a:pt x="2001941" y="403606"/>
                  </a:lnTo>
                  <a:lnTo>
                    <a:pt x="2054971" y="361539"/>
                  </a:lnTo>
                  <a:lnTo>
                    <a:pt x="2108002" y="310869"/>
                  </a:lnTo>
                  <a:lnTo>
                    <a:pt x="2134517" y="282160"/>
                  </a:lnTo>
                  <a:lnTo>
                    <a:pt x="2161032" y="251123"/>
                  </a:lnTo>
                  <a:lnTo>
                    <a:pt x="2147824" y="1817033"/>
                  </a:lnTo>
                  <a:lnTo>
                    <a:pt x="2121309" y="1848070"/>
                  </a:lnTo>
                  <a:lnTo>
                    <a:pt x="2094794" y="1876779"/>
                  </a:lnTo>
                  <a:lnTo>
                    <a:pt x="2041763" y="1927449"/>
                  </a:lnTo>
                  <a:lnTo>
                    <a:pt x="1988733" y="1969516"/>
                  </a:lnTo>
                  <a:lnTo>
                    <a:pt x="1935702" y="2003450"/>
                  </a:lnTo>
                  <a:lnTo>
                    <a:pt x="1882670" y="2029724"/>
                  </a:lnTo>
                  <a:lnTo>
                    <a:pt x="1829639" y="2048807"/>
                  </a:lnTo>
                  <a:lnTo>
                    <a:pt x="1776607" y="2061173"/>
                  </a:lnTo>
                  <a:lnTo>
                    <a:pt x="1723574" y="2067292"/>
                  </a:lnTo>
                  <a:lnTo>
                    <a:pt x="1697058" y="2068156"/>
                  </a:lnTo>
                  <a:lnTo>
                    <a:pt x="1670541" y="2067636"/>
                  </a:lnTo>
                  <a:lnTo>
                    <a:pt x="1617509" y="2062676"/>
                  </a:lnTo>
                  <a:lnTo>
                    <a:pt x="1564475" y="2052883"/>
                  </a:lnTo>
                  <a:lnTo>
                    <a:pt x="1511442" y="2038730"/>
                  </a:lnTo>
                  <a:lnTo>
                    <a:pt x="1458408" y="2020688"/>
                  </a:lnTo>
                  <a:lnTo>
                    <a:pt x="1405375" y="1999227"/>
                  </a:lnTo>
                  <a:lnTo>
                    <a:pt x="1352341" y="1974820"/>
                  </a:lnTo>
                  <a:lnTo>
                    <a:pt x="1299307" y="1947938"/>
                  </a:lnTo>
                  <a:lnTo>
                    <a:pt x="1246273" y="1919052"/>
                  </a:lnTo>
                  <a:lnTo>
                    <a:pt x="1193239" y="1888634"/>
                  </a:lnTo>
                  <a:lnTo>
                    <a:pt x="1140204" y="1857155"/>
                  </a:lnTo>
                  <a:lnTo>
                    <a:pt x="1087170" y="1825087"/>
                  </a:lnTo>
                  <a:lnTo>
                    <a:pt x="1060653" y="1808979"/>
                  </a:lnTo>
                  <a:lnTo>
                    <a:pt x="1034136" y="1792901"/>
                  </a:lnTo>
                  <a:lnTo>
                    <a:pt x="981102" y="1761068"/>
                  </a:lnTo>
                  <a:lnTo>
                    <a:pt x="928067" y="1730061"/>
                  </a:lnTo>
                  <a:lnTo>
                    <a:pt x="875033" y="1700350"/>
                  </a:lnTo>
                  <a:lnTo>
                    <a:pt x="821999" y="1672407"/>
                  </a:lnTo>
                  <a:lnTo>
                    <a:pt x="768965" y="1646704"/>
                  </a:lnTo>
                  <a:lnTo>
                    <a:pt x="715931" y="1623711"/>
                  </a:lnTo>
                  <a:lnTo>
                    <a:pt x="662898" y="1603900"/>
                  </a:lnTo>
                  <a:lnTo>
                    <a:pt x="609864" y="1587743"/>
                  </a:lnTo>
                  <a:lnTo>
                    <a:pt x="556831" y="1575712"/>
                  </a:lnTo>
                  <a:lnTo>
                    <a:pt x="503798" y="1568277"/>
                  </a:lnTo>
                  <a:lnTo>
                    <a:pt x="450765" y="1565910"/>
                  </a:lnTo>
                  <a:lnTo>
                    <a:pt x="424249" y="1566774"/>
                  </a:lnTo>
                  <a:lnTo>
                    <a:pt x="371216" y="1572893"/>
                  </a:lnTo>
                  <a:lnTo>
                    <a:pt x="318184" y="1585258"/>
                  </a:lnTo>
                  <a:lnTo>
                    <a:pt x="265153" y="1604342"/>
                  </a:lnTo>
                  <a:lnTo>
                    <a:pt x="212121" y="1630615"/>
                  </a:lnTo>
                  <a:lnTo>
                    <a:pt x="159090" y="1664550"/>
                  </a:lnTo>
                  <a:lnTo>
                    <a:pt x="106060" y="1706616"/>
                  </a:lnTo>
                  <a:lnTo>
                    <a:pt x="53029" y="1757287"/>
                  </a:lnTo>
                  <a:lnTo>
                    <a:pt x="26514" y="1785996"/>
                  </a:lnTo>
                  <a:lnTo>
                    <a:pt x="0" y="1817033"/>
                  </a:lnTo>
                  <a:lnTo>
                    <a:pt x="13208" y="251123"/>
                  </a:lnTo>
                  <a:close/>
                </a:path>
              </a:pathLst>
            </a:custGeom>
            <a:ln w="25908">
              <a:solidFill>
                <a:srgbClr val="B7DE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8900921" y="3555619"/>
            <a:ext cx="169227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>
                <a:latin typeface="Calibri"/>
                <a:cs typeface="Calibri"/>
              </a:rPr>
              <a:t>Jasmin</a:t>
            </a:r>
            <a:r>
              <a:rPr sz="1200" spc="-10">
                <a:latin typeface="Calibri"/>
                <a:cs typeface="Calibri"/>
              </a:rPr>
              <a:t> Infotech</a:t>
            </a:r>
            <a:r>
              <a:rPr sz="1200" spc="-35">
                <a:latin typeface="Calibri"/>
                <a:cs typeface="Calibri"/>
              </a:rPr>
              <a:t> </a:t>
            </a:r>
            <a:r>
              <a:rPr sz="1200">
                <a:latin typeface="Calibri"/>
                <a:cs typeface="Calibri"/>
              </a:rPr>
              <a:t>Japan</a:t>
            </a:r>
          </a:p>
          <a:p>
            <a:pPr marL="12700" marR="5080">
              <a:lnSpc>
                <a:spcPct val="100000"/>
              </a:lnSpc>
            </a:pPr>
            <a:r>
              <a:rPr sz="1200">
                <a:latin typeface="Calibri"/>
                <a:cs typeface="Calibri"/>
              </a:rPr>
              <a:t>5-27,17, </a:t>
            </a:r>
            <a:r>
              <a:rPr sz="1200" spc="-5">
                <a:latin typeface="Calibri"/>
                <a:cs typeface="Calibri"/>
              </a:rPr>
              <a:t>Hiyoshi-Honcho, </a:t>
            </a:r>
            <a:r>
              <a:rPr sz="1200">
                <a:latin typeface="Calibri"/>
                <a:cs typeface="Calibri"/>
              </a:rPr>
              <a:t> </a:t>
            </a:r>
            <a:r>
              <a:rPr sz="1200" spc="-10">
                <a:latin typeface="Calibri"/>
                <a:cs typeface="Calibri"/>
              </a:rPr>
              <a:t>Kohoku-ku, </a:t>
            </a:r>
            <a:r>
              <a:rPr sz="1200" spc="-20">
                <a:latin typeface="Calibri"/>
                <a:cs typeface="Calibri"/>
              </a:rPr>
              <a:t>Yokohama City, </a:t>
            </a:r>
            <a:r>
              <a:rPr sz="1200" spc="-260">
                <a:latin typeface="Calibri"/>
                <a:cs typeface="Calibri"/>
              </a:rPr>
              <a:t> </a:t>
            </a:r>
            <a:r>
              <a:rPr sz="1200" spc="-25">
                <a:latin typeface="Calibri"/>
                <a:cs typeface="Calibri"/>
              </a:rPr>
              <a:t>JAPAN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0251" y="6612128"/>
            <a:ext cx="213360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>
                <a:solidFill>
                  <a:srgbClr val="FFFFFF"/>
                </a:solidFill>
                <a:latin typeface="Calibri"/>
                <a:cs typeface="Calibri"/>
              </a:rPr>
              <a:t>©2018</a:t>
            </a:r>
            <a:r>
              <a:rPr sz="10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>
                <a:solidFill>
                  <a:srgbClr val="FFFFFF"/>
                </a:solidFill>
                <a:latin typeface="Calibri"/>
                <a:cs typeface="Calibri"/>
              </a:rPr>
              <a:t>Jasmin</a:t>
            </a:r>
            <a:r>
              <a:rPr sz="10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>
                <a:solidFill>
                  <a:srgbClr val="FFFFFF"/>
                </a:solidFill>
                <a:latin typeface="Calibri"/>
                <a:cs typeface="Calibri"/>
              </a:rPr>
              <a:t>Infotech</a:t>
            </a:r>
            <a:r>
              <a:rPr sz="10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>
                <a:solidFill>
                  <a:srgbClr val="FFFFFF"/>
                </a:solidFill>
                <a:latin typeface="Calibri"/>
                <a:cs typeface="Calibri"/>
              </a:rPr>
              <a:t>Private</a:t>
            </a:r>
            <a:r>
              <a:rPr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050" spc="-5">
                <a:solidFill>
                  <a:srgbClr val="FFFFFF"/>
                </a:solidFill>
                <a:latin typeface="Calibri"/>
                <a:cs typeface="Calibri"/>
              </a:rPr>
              <a:t>Limited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629783" y="6585610"/>
            <a:ext cx="145542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JASMIN</a:t>
            </a:r>
            <a:r>
              <a:rPr sz="1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5">
                <a:solidFill>
                  <a:srgbClr val="FFFFFF"/>
                </a:solidFill>
                <a:latin typeface="Calibri"/>
                <a:cs typeface="Calibri"/>
              </a:rPr>
              <a:t>CONFIDENTIAL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973306" y="6588049"/>
            <a:ext cx="14160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Agenda</vt:lpstr>
      <vt:lpstr>Test Plan</vt:lpstr>
      <vt:lpstr>Test Plan Continued…</vt:lpstr>
      <vt:lpstr>Test Plan Continued…</vt:lpstr>
      <vt:lpstr>Test Case</vt:lpstr>
      <vt:lpstr>Model Test Case</vt:lpstr>
      <vt:lpstr>Command Document</vt:lpstr>
      <vt:lpstr>Test Report</vt:lpstr>
      <vt:lpstr>Bug Reporting</vt:lpstr>
      <vt:lpstr>Bug Template</vt:lpstr>
      <vt:lpstr>Assessment for Afternoon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ADI_HPMATeam</dc:creator>
  <cp:revision>1</cp:revision>
  <dcterms:created xsi:type="dcterms:W3CDTF">2024-10-23T05:37:38Z</dcterms:created>
  <dcterms:modified xsi:type="dcterms:W3CDTF">2024-10-29T06:20:45Z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2020-01-09T00:00:00Z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2024-10-23T00:00:00Z</vt:filetime>
  </property>
</Properties>
</file>