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1"/>
  </p:notesMasterIdLst>
  <p:sldIdLst>
    <p:sldId id="256" r:id="rId3"/>
    <p:sldId id="588" r:id="rId4"/>
    <p:sldId id="329" r:id="rId5"/>
    <p:sldId id="576" r:id="rId6"/>
    <p:sldId id="590" r:id="rId7"/>
    <p:sldId id="591" r:id="rId8"/>
    <p:sldId id="580" r:id="rId9"/>
    <p:sldId id="584" r:id="rId10"/>
    <p:sldId id="579" r:id="rId11"/>
    <p:sldId id="582" r:id="rId12"/>
    <p:sldId id="592" r:id="rId13"/>
    <p:sldId id="596" r:id="rId14"/>
    <p:sldId id="581" r:id="rId15"/>
    <p:sldId id="593" r:id="rId16"/>
    <p:sldId id="594" r:id="rId17"/>
    <p:sldId id="597" r:id="rId18"/>
    <p:sldId id="595" r:id="rId19"/>
    <p:sldId id="5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8121E4-8CDF-4BCB-9998-50EDACCB1667}" v="1" dt="2024-10-22T08:31:01.9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geeth Subramanian" userId="S::sangeeth.subramanian@jasmin-infotech.com::94ccdda3-549b-43d9-8507-4c645611ba3f" providerId="AD" clId="Web-{B47384A0-5E80-F17E-90F5-952B3A744F1C}"/>
    <pc:docChg chg="addSld modSld sldOrd">
      <pc:chgData name="Sangeeth Subramanian" userId="S::sangeeth.subramanian@jasmin-infotech.com::94ccdda3-549b-43d9-8507-4c645611ba3f" providerId="AD" clId="Web-{B47384A0-5E80-F17E-90F5-952B3A744F1C}" dt="2024-10-15T10:15:11.158" v="153" actId="1076"/>
      <pc:docMkLst>
        <pc:docMk/>
      </pc:docMkLst>
      <pc:sldChg chg="addSp modSp">
        <pc:chgData name="Sangeeth Subramanian" userId="S::sangeeth.subramanian@jasmin-infotech.com::94ccdda3-549b-43d9-8507-4c645611ba3f" providerId="AD" clId="Web-{B47384A0-5E80-F17E-90F5-952B3A744F1C}" dt="2024-10-15T09:34:07.829" v="8" actId="1076"/>
        <pc:sldMkLst>
          <pc:docMk/>
          <pc:sldMk cId="2562212329" sldId="592"/>
        </pc:sldMkLst>
        <pc:picChg chg="add mod">
          <ac:chgData name="Sangeeth Subramanian" userId="S::sangeeth.subramanian@jasmin-infotech.com::94ccdda3-549b-43d9-8507-4c645611ba3f" providerId="AD" clId="Web-{B47384A0-5E80-F17E-90F5-952B3A744F1C}" dt="2024-10-15T09:34:00.641" v="6" actId="14100"/>
          <ac:picMkLst>
            <pc:docMk/>
            <pc:sldMk cId="2562212329" sldId="592"/>
            <ac:picMk id="2" creationId="{E62C9015-7DB9-647C-F23B-1172C3936682}"/>
          </ac:picMkLst>
        </pc:picChg>
        <pc:picChg chg="mod">
          <ac:chgData name="Sangeeth Subramanian" userId="S::sangeeth.subramanian@jasmin-infotech.com::94ccdda3-549b-43d9-8507-4c645611ba3f" providerId="AD" clId="Web-{B47384A0-5E80-F17E-90F5-952B3A744F1C}" dt="2024-10-15T09:33:46.922" v="1" actId="1076"/>
          <ac:picMkLst>
            <pc:docMk/>
            <pc:sldMk cId="2562212329" sldId="592"/>
            <ac:picMk id="8" creationId="{9C3D27D3-0ABC-4F1B-9A54-29B5849AF238}"/>
          </ac:picMkLst>
        </pc:picChg>
        <pc:picChg chg="mod">
          <ac:chgData name="Sangeeth Subramanian" userId="S::sangeeth.subramanian@jasmin-infotech.com::94ccdda3-549b-43d9-8507-4c645611ba3f" providerId="AD" clId="Web-{B47384A0-5E80-F17E-90F5-952B3A744F1C}" dt="2024-10-15T09:34:07.829" v="8" actId="1076"/>
          <ac:picMkLst>
            <pc:docMk/>
            <pc:sldMk cId="2562212329" sldId="592"/>
            <ac:picMk id="9" creationId="{01858D5A-B720-30ED-701F-E1C3AB8B1686}"/>
          </ac:picMkLst>
        </pc:picChg>
      </pc:sldChg>
      <pc:sldChg chg="ord">
        <pc:chgData name="Sangeeth Subramanian" userId="S::sangeeth.subramanian@jasmin-infotech.com::94ccdda3-549b-43d9-8507-4c645611ba3f" providerId="AD" clId="Web-{B47384A0-5E80-F17E-90F5-952B3A744F1C}" dt="2024-10-15T09:45:40.807" v="82"/>
        <pc:sldMkLst>
          <pc:docMk/>
          <pc:sldMk cId="1329298841" sldId="593"/>
        </pc:sldMkLst>
      </pc:sldChg>
      <pc:sldChg chg="addSp modSp new ord">
        <pc:chgData name="Sangeeth Subramanian" userId="S::sangeeth.subramanian@jasmin-infotech.com::94ccdda3-549b-43d9-8507-4c645611ba3f" providerId="AD" clId="Web-{B47384A0-5E80-F17E-90F5-952B3A744F1C}" dt="2024-10-15T09:45:50.775" v="83"/>
        <pc:sldMkLst>
          <pc:docMk/>
          <pc:sldMk cId="2999663378" sldId="594"/>
        </pc:sldMkLst>
        <pc:spChg chg="mod">
          <ac:chgData name="Sangeeth Subramanian" userId="S::sangeeth.subramanian@jasmin-infotech.com::94ccdda3-549b-43d9-8507-4c645611ba3f" providerId="AD" clId="Web-{B47384A0-5E80-F17E-90F5-952B3A744F1C}" dt="2024-10-15T09:45:21.478" v="81" actId="20577"/>
          <ac:spMkLst>
            <pc:docMk/>
            <pc:sldMk cId="2999663378" sldId="594"/>
            <ac:spMk id="2" creationId="{75F5B091-5066-AD57-2EE1-8D346F70455B}"/>
          </ac:spMkLst>
        </pc:spChg>
        <pc:spChg chg="add mod">
          <ac:chgData name="Sangeeth Subramanian" userId="S::sangeeth.subramanian@jasmin-infotech.com::94ccdda3-549b-43d9-8507-4c645611ba3f" providerId="AD" clId="Web-{B47384A0-5E80-F17E-90F5-952B3A744F1C}" dt="2024-10-15T09:45:04.869" v="75" actId="20577"/>
          <ac:spMkLst>
            <pc:docMk/>
            <pc:sldMk cId="2999663378" sldId="594"/>
            <ac:spMk id="3" creationId="{AF0D7C69-85A2-ADAC-7368-09AF90A8DAE8}"/>
          </ac:spMkLst>
        </pc:spChg>
      </pc:sldChg>
      <pc:sldChg chg="addSp modSp new">
        <pc:chgData name="Sangeeth Subramanian" userId="S::sangeeth.subramanian@jasmin-infotech.com::94ccdda3-549b-43d9-8507-4c645611ba3f" providerId="AD" clId="Web-{B47384A0-5E80-F17E-90F5-952B3A744F1C}" dt="2024-10-15T09:44:18.040" v="69" actId="20577"/>
        <pc:sldMkLst>
          <pc:docMk/>
          <pc:sldMk cId="2805972940" sldId="595"/>
        </pc:sldMkLst>
        <pc:spChg chg="mod">
          <ac:chgData name="Sangeeth Subramanian" userId="S::sangeeth.subramanian@jasmin-infotech.com::94ccdda3-549b-43d9-8507-4c645611ba3f" providerId="AD" clId="Web-{B47384A0-5E80-F17E-90F5-952B3A744F1C}" dt="2024-10-15T09:44:12.274" v="67" actId="20577"/>
          <ac:spMkLst>
            <pc:docMk/>
            <pc:sldMk cId="2805972940" sldId="595"/>
            <ac:spMk id="2" creationId="{1381DD9D-13D1-DA1F-045B-1C402FF2620C}"/>
          </ac:spMkLst>
        </pc:spChg>
        <pc:spChg chg="add mod">
          <ac:chgData name="Sangeeth Subramanian" userId="S::sangeeth.subramanian@jasmin-infotech.com::94ccdda3-549b-43d9-8507-4c645611ba3f" providerId="AD" clId="Web-{B47384A0-5E80-F17E-90F5-952B3A744F1C}" dt="2024-10-15T09:44:18.040" v="69" actId="20577"/>
          <ac:spMkLst>
            <pc:docMk/>
            <pc:sldMk cId="2805972940" sldId="595"/>
            <ac:spMk id="3" creationId="{5B335DB5-E523-4D1B-EAC9-E5AFA3965302}"/>
          </ac:spMkLst>
        </pc:spChg>
      </pc:sldChg>
      <pc:sldChg chg="addSp delSp modSp new">
        <pc:chgData name="Sangeeth Subramanian" userId="S::sangeeth.subramanian@jasmin-infotech.com::94ccdda3-549b-43d9-8507-4c645611ba3f" providerId="AD" clId="Web-{B47384A0-5E80-F17E-90F5-952B3A744F1C}" dt="2024-10-15T09:53:24.235" v="106" actId="1076"/>
        <pc:sldMkLst>
          <pc:docMk/>
          <pc:sldMk cId="1424092474" sldId="596"/>
        </pc:sldMkLst>
        <pc:spChg chg="add mod">
          <ac:chgData name="Sangeeth Subramanian" userId="S::sangeeth.subramanian@jasmin-infotech.com::94ccdda3-549b-43d9-8507-4c645611ba3f" providerId="AD" clId="Web-{B47384A0-5E80-F17E-90F5-952B3A744F1C}" dt="2024-10-15T09:48:48.637" v="98" actId="1076"/>
          <ac:spMkLst>
            <pc:docMk/>
            <pc:sldMk cId="1424092474" sldId="596"/>
            <ac:spMk id="4" creationId="{EECB87B3-6F66-BE99-3625-DA8C29FCF97B}"/>
          </ac:spMkLst>
        </pc:spChg>
        <pc:picChg chg="add mod">
          <ac:chgData name="Sangeeth Subramanian" userId="S::sangeeth.subramanian@jasmin-infotech.com::94ccdda3-549b-43d9-8507-4c645611ba3f" providerId="AD" clId="Web-{B47384A0-5E80-F17E-90F5-952B3A744F1C}" dt="2024-10-15T09:53:24.235" v="106" actId="1076"/>
          <ac:picMkLst>
            <pc:docMk/>
            <pc:sldMk cId="1424092474" sldId="596"/>
            <ac:picMk id="5" creationId="{9C2D9BE5-EF55-2CC2-91DB-5B7B3C9E729B}"/>
          </ac:picMkLst>
        </pc:picChg>
      </pc:sldChg>
      <pc:sldChg chg="addSp delSp modSp new">
        <pc:chgData name="Sangeeth Subramanian" userId="S::sangeeth.subramanian@jasmin-infotech.com::94ccdda3-549b-43d9-8507-4c645611ba3f" providerId="AD" clId="Web-{B47384A0-5E80-F17E-90F5-952B3A744F1C}" dt="2024-10-15T10:15:11.158" v="153" actId="1076"/>
        <pc:sldMkLst>
          <pc:docMk/>
          <pc:sldMk cId="2042520417" sldId="597"/>
        </pc:sldMkLst>
        <pc:spChg chg="add mod">
          <ac:chgData name="Sangeeth Subramanian" userId="S::sangeeth.subramanian@jasmin-infotech.com::94ccdda3-549b-43d9-8507-4c645611ba3f" providerId="AD" clId="Web-{B47384A0-5E80-F17E-90F5-952B3A744F1C}" dt="2024-10-15T10:10:52.311" v="114" actId="1076"/>
          <ac:spMkLst>
            <pc:docMk/>
            <pc:sldMk cId="2042520417" sldId="597"/>
            <ac:spMk id="3" creationId="{1AB5F799-0628-6E43-AF27-9712016E601E}"/>
          </ac:spMkLst>
        </pc:spChg>
        <pc:spChg chg="add mod">
          <ac:chgData name="Sangeeth Subramanian" userId="S::sangeeth.subramanian@jasmin-infotech.com::94ccdda3-549b-43d9-8507-4c645611ba3f" providerId="AD" clId="Web-{B47384A0-5E80-F17E-90F5-952B3A744F1C}" dt="2024-10-15T10:14:33.423" v="142" actId="20577"/>
          <ac:spMkLst>
            <pc:docMk/>
            <pc:sldMk cId="2042520417" sldId="597"/>
            <ac:spMk id="5" creationId="{8E1B12A2-68FB-945D-9F7D-D601BCD00C2C}"/>
          </ac:spMkLst>
        </pc:spChg>
        <pc:spChg chg="add mod">
          <ac:chgData name="Sangeeth Subramanian" userId="S::sangeeth.subramanian@jasmin-infotech.com::94ccdda3-549b-43d9-8507-4c645611ba3f" providerId="AD" clId="Web-{B47384A0-5E80-F17E-90F5-952B3A744F1C}" dt="2024-10-15T10:15:11.158" v="153" actId="1076"/>
          <ac:spMkLst>
            <pc:docMk/>
            <pc:sldMk cId="2042520417" sldId="597"/>
            <ac:spMk id="8" creationId="{C7EEBCF6-9076-8B02-3493-C09B9551C8D2}"/>
          </ac:spMkLst>
        </pc:spChg>
        <pc:picChg chg="add mod ord">
          <ac:chgData name="Sangeeth Subramanian" userId="S::sangeeth.subramanian@jasmin-infotech.com::94ccdda3-549b-43d9-8507-4c645611ba3f" providerId="AD" clId="Web-{B47384A0-5E80-F17E-90F5-952B3A744F1C}" dt="2024-10-15T10:13:51.501" v="128" actId="1076"/>
          <ac:picMkLst>
            <pc:docMk/>
            <pc:sldMk cId="2042520417" sldId="597"/>
            <ac:picMk id="4" creationId="{3718B6C2-5ADC-0449-F892-21163D00959A}"/>
          </ac:picMkLst>
        </pc:picChg>
        <pc:picChg chg="add mod">
          <ac:chgData name="Sangeeth Subramanian" userId="S::sangeeth.subramanian@jasmin-infotech.com::94ccdda3-549b-43d9-8507-4c645611ba3f" providerId="AD" clId="Web-{B47384A0-5E80-F17E-90F5-952B3A744F1C}" dt="2024-10-15T10:12:14.499" v="127" actId="1076"/>
          <ac:picMkLst>
            <pc:docMk/>
            <pc:sldMk cId="2042520417" sldId="597"/>
            <ac:picMk id="6" creationId="{0FD7DBCE-4A9E-B2D5-A7FB-A4A53B915F60}"/>
          </ac:picMkLst>
        </pc:picChg>
      </pc:sldChg>
    </pc:docChg>
  </pc:docChgLst>
  <pc:docChgLst>
    <pc:chgData name="Vaithegi Gunasekaran" userId="S::vaithegi.gunasekaran@jasmin-infotech.com::0da7228b-82b3-4db7-ab82-7bf72a26e17a" providerId="AD" clId="Web-{330AEE71-4EA2-17C3-8417-4282F1390AB9}"/>
    <pc:docChg chg="addSld modSld sldOrd">
      <pc:chgData name="Vaithegi Gunasekaran" userId="S::vaithegi.gunasekaran@jasmin-infotech.com::0da7228b-82b3-4db7-ab82-7bf72a26e17a" providerId="AD" clId="Web-{330AEE71-4EA2-17C3-8417-4282F1390AB9}" dt="2024-10-14T12:45:49.940" v="138" actId="1076"/>
      <pc:docMkLst>
        <pc:docMk/>
      </pc:docMkLst>
      <pc:sldChg chg="ord">
        <pc:chgData name="Vaithegi Gunasekaran" userId="S::vaithegi.gunasekaran@jasmin-infotech.com::0da7228b-82b3-4db7-ab82-7bf72a26e17a" providerId="AD" clId="Web-{330AEE71-4EA2-17C3-8417-4282F1390AB9}" dt="2024-10-14T12:14:08.837" v="62"/>
        <pc:sldMkLst>
          <pc:docMk/>
          <pc:sldMk cId="978380051" sldId="581"/>
        </pc:sldMkLst>
      </pc:sldChg>
      <pc:sldChg chg="addSp delSp modSp add replId">
        <pc:chgData name="Vaithegi Gunasekaran" userId="S::vaithegi.gunasekaran@jasmin-infotech.com::0da7228b-82b3-4db7-ab82-7bf72a26e17a" providerId="AD" clId="Web-{330AEE71-4EA2-17C3-8417-4282F1390AB9}" dt="2024-10-14T12:45:49.940" v="138" actId="1076"/>
        <pc:sldMkLst>
          <pc:docMk/>
          <pc:sldMk cId="2562212329" sldId="592"/>
        </pc:sldMkLst>
        <pc:picChg chg="add del mod ord modCrop">
          <ac:chgData name="Vaithegi Gunasekaran" userId="S::vaithegi.gunasekaran@jasmin-infotech.com::0da7228b-82b3-4db7-ab82-7bf72a26e17a" providerId="AD" clId="Web-{330AEE71-4EA2-17C3-8417-4282F1390AB9}" dt="2024-10-14T12:45:34.831" v="134" actId="1076"/>
          <ac:picMkLst>
            <pc:docMk/>
            <pc:sldMk cId="2562212329" sldId="592"/>
            <ac:picMk id="8" creationId="{9C3D27D3-0ABC-4F1B-9A54-29B5849AF238}"/>
          </ac:picMkLst>
        </pc:picChg>
        <pc:picChg chg="add mod modCrop">
          <ac:chgData name="Vaithegi Gunasekaran" userId="S::vaithegi.gunasekaran@jasmin-infotech.com::0da7228b-82b3-4db7-ab82-7bf72a26e17a" providerId="AD" clId="Web-{330AEE71-4EA2-17C3-8417-4282F1390AB9}" dt="2024-10-14T12:45:49.940" v="138" actId="1076"/>
          <ac:picMkLst>
            <pc:docMk/>
            <pc:sldMk cId="2562212329" sldId="592"/>
            <ac:picMk id="9" creationId="{01858D5A-B720-30ED-701F-E1C3AB8B1686}"/>
          </ac:picMkLst>
        </pc:picChg>
      </pc:sldChg>
      <pc:sldChg chg="addSp modSp new">
        <pc:chgData name="Vaithegi Gunasekaran" userId="S::vaithegi.gunasekaran@jasmin-infotech.com::0da7228b-82b3-4db7-ab82-7bf72a26e17a" providerId="AD" clId="Web-{330AEE71-4EA2-17C3-8417-4282F1390AB9}" dt="2024-10-14T12:44:16.439" v="133" actId="20577"/>
        <pc:sldMkLst>
          <pc:docMk/>
          <pc:sldMk cId="1329298841" sldId="593"/>
        </pc:sldMkLst>
        <pc:spChg chg="mod">
          <ac:chgData name="Vaithegi Gunasekaran" userId="S::vaithegi.gunasekaran@jasmin-infotech.com::0da7228b-82b3-4db7-ab82-7bf72a26e17a" providerId="AD" clId="Web-{330AEE71-4EA2-17C3-8417-4282F1390AB9}" dt="2024-10-14T12:44:16.439" v="133" actId="20577"/>
          <ac:spMkLst>
            <pc:docMk/>
            <pc:sldMk cId="1329298841" sldId="593"/>
            <ac:spMk id="2" creationId="{46032901-06A4-1ED3-4890-DEFD4F94ADD8}"/>
          </ac:spMkLst>
        </pc:spChg>
        <pc:spChg chg="add mod">
          <ac:chgData name="Vaithegi Gunasekaran" userId="S::vaithegi.gunasekaran@jasmin-infotech.com::0da7228b-82b3-4db7-ab82-7bf72a26e17a" providerId="AD" clId="Web-{330AEE71-4EA2-17C3-8417-4282F1390AB9}" dt="2024-10-14T12:42:01.156" v="101" actId="20577"/>
          <ac:spMkLst>
            <pc:docMk/>
            <pc:sldMk cId="1329298841" sldId="593"/>
            <ac:spMk id="4" creationId="{837E67AD-4F09-EE6E-C401-5B32F0A52718}"/>
          </ac:spMkLst>
        </pc:spChg>
      </pc:sldChg>
    </pc:docChg>
  </pc:docChgLst>
  <pc:docChgLst>
    <pc:chgData name="Vaithegi Gunasekaran" userId="S::vaithegi.gunasekaran@jasmin-infotech.com::0da7228b-82b3-4db7-ab82-7bf72a26e17a" providerId="AD" clId="Web-{A7B48AD6-3099-823F-13C2-E5550CE8878D}"/>
    <pc:docChg chg="modSld">
      <pc:chgData name="Vaithegi Gunasekaran" userId="S::vaithegi.gunasekaran@jasmin-infotech.com::0da7228b-82b3-4db7-ab82-7bf72a26e17a" providerId="AD" clId="Web-{A7B48AD6-3099-823F-13C2-E5550CE8878D}" dt="2024-10-17T09:46:46.859" v="37" actId="20577"/>
      <pc:docMkLst>
        <pc:docMk/>
      </pc:docMkLst>
      <pc:sldChg chg="modSp">
        <pc:chgData name="Vaithegi Gunasekaran" userId="S::vaithegi.gunasekaran@jasmin-infotech.com::0da7228b-82b3-4db7-ab82-7bf72a26e17a" providerId="AD" clId="Web-{A7B48AD6-3099-823F-13C2-E5550CE8878D}" dt="2024-10-17T09:28:07.091" v="34" actId="20577"/>
        <pc:sldMkLst>
          <pc:docMk/>
          <pc:sldMk cId="2751555989" sldId="329"/>
        </pc:sldMkLst>
        <pc:spChg chg="mod">
          <ac:chgData name="Vaithegi Gunasekaran" userId="S::vaithegi.gunasekaran@jasmin-infotech.com::0da7228b-82b3-4db7-ab82-7bf72a26e17a" providerId="AD" clId="Web-{A7B48AD6-3099-823F-13C2-E5550CE8878D}" dt="2024-10-17T09:28:07.091" v="34" actId="20577"/>
          <ac:spMkLst>
            <pc:docMk/>
            <pc:sldMk cId="2751555989" sldId="329"/>
            <ac:spMk id="5" creationId="{4A2B373A-94C1-FFBB-7412-0A45A55B8310}"/>
          </ac:spMkLst>
        </pc:spChg>
      </pc:sldChg>
      <pc:sldChg chg="modSp">
        <pc:chgData name="Vaithegi Gunasekaran" userId="S::vaithegi.gunasekaran@jasmin-infotech.com::0da7228b-82b3-4db7-ab82-7bf72a26e17a" providerId="AD" clId="Web-{A7B48AD6-3099-823F-13C2-E5550CE8878D}" dt="2024-10-17T09:27:51.872" v="33" actId="20577"/>
        <pc:sldMkLst>
          <pc:docMk/>
          <pc:sldMk cId="1067243078" sldId="588"/>
        </pc:sldMkLst>
        <pc:spChg chg="mod">
          <ac:chgData name="Vaithegi Gunasekaran" userId="S::vaithegi.gunasekaran@jasmin-infotech.com::0da7228b-82b3-4db7-ab82-7bf72a26e17a" providerId="AD" clId="Web-{A7B48AD6-3099-823F-13C2-E5550CE8878D}" dt="2024-10-17T09:27:51.872" v="33" actId="20577"/>
          <ac:spMkLst>
            <pc:docMk/>
            <pc:sldMk cId="1067243078" sldId="588"/>
            <ac:spMk id="2" creationId="{7DEE9FD0-8A34-3606-EC0E-59EEC5EF4E96}"/>
          </ac:spMkLst>
        </pc:spChg>
        <pc:picChg chg="mod">
          <ac:chgData name="Vaithegi Gunasekaran" userId="S::vaithegi.gunasekaran@jasmin-infotech.com::0da7228b-82b3-4db7-ab82-7bf72a26e17a" providerId="AD" clId="Web-{A7B48AD6-3099-823F-13C2-E5550CE8878D}" dt="2024-10-17T09:25:54.839" v="24" actId="1076"/>
          <ac:picMkLst>
            <pc:docMk/>
            <pc:sldMk cId="1067243078" sldId="588"/>
            <ac:picMk id="4" creationId="{9C8AD8FF-4997-D0D1-EE3A-C0C7E07F3EF3}"/>
          </ac:picMkLst>
        </pc:picChg>
      </pc:sldChg>
      <pc:sldChg chg="modSp">
        <pc:chgData name="Vaithegi Gunasekaran" userId="S::vaithegi.gunasekaran@jasmin-infotech.com::0da7228b-82b3-4db7-ab82-7bf72a26e17a" providerId="AD" clId="Web-{A7B48AD6-3099-823F-13C2-E5550CE8878D}" dt="2024-10-17T09:46:46.859" v="37" actId="20577"/>
        <pc:sldMkLst>
          <pc:docMk/>
          <pc:sldMk cId="1380877298" sldId="591"/>
        </pc:sldMkLst>
        <pc:spChg chg="mod">
          <ac:chgData name="Vaithegi Gunasekaran" userId="S::vaithegi.gunasekaran@jasmin-infotech.com::0da7228b-82b3-4db7-ab82-7bf72a26e17a" providerId="AD" clId="Web-{A7B48AD6-3099-823F-13C2-E5550CE8878D}" dt="2024-10-17T09:46:46.859" v="37" actId="20577"/>
          <ac:spMkLst>
            <pc:docMk/>
            <pc:sldMk cId="1380877298" sldId="591"/>
            <ac:spMk id="2" creationId="{2ACFD54F-6E9B-8758-43C0-F89D789AEDCB}"/>
          </ac:spMkLst>
        </pc:spChg>
      </pc:sldChg>
      <pc:sldChg chg="modSp">
        <pc:chgData name="Vaithegi Gunasekaran" userId="S::vaithegi.gunasekaran@jasmin-infotech.com::0da7228b-82b3-4db7-ab82-7bf72a26e17a" providerId="AD" clId="Web-{A7B48AD6-3099-823F-13C2-E5550CE8878D}" dt="2024-10-17T08:54:40.603" v="0" actId="1076"/>
        <pc:sldMkLst>
          <pc:docMk/>
          <pc:sldMk cId="2042520417" sldId="597"/>
        </pc:sldMkLst>
        <pc:picChg chg="mod">
          <ac:chgData name="Vaithegi Gunasekaran" userId="S::vaithegi.gunasekaran@jasmin-infotech.com::0da7228b-82b3-4db7-ab82-7bf72a26e17a" providerId="AD" clId="Web-{A7B48AD6-3099-823F-13C2-E5550CE8878D}" dt="2024-10-17T08:54:40.603" v="0" actId="1076"/>
          <ac:picMkLst>
            <pc:docMk/>
            <pc:sldMk cId="2042520417" sldId="597"/>
            <ac:picMk id="6" creationId="{0FD7DBCE-4A9E-B2D5-A7FB-A4A53B915F60}"/>
          </ac:picMkLst>
        </pc:picChg>
      </pc:sldChg>
    </pc:docChg>
  </pc:docChgLst>
  <pc:docChgLst>
    <pc:chgData name="Jayasurya Kannan" userId="S::jayasurya.kannan@jasmin-infotech.com::f4543c4c-abf1-45ce-99f4-1958a2e9dff6" providerId="AD" clId="Web-{658121E4-8CDF-4BCB-9998-50EDACCB1667}"/>
    <pc:docChg chg="modSld">
      <pc:chgData name="Jayasurya Kannan" userId="S::jayasurya.kannan@jasmin-infotech.com::f4543c4c-abf1-45ce-99f4-1958a2e9dff6" providerId="AD" clId="Web-{658121E4-8CDF-4BCB-9998-50EDACCB1667}" dt="2024-10-22T08:31:01.969" v="0" actId="14100"/>
      <pc:docMkLst>
        <pc:docMk/>
      </pc:docMkLst>
      <pc:sldChg chg="modSp">
        <pc:chgData name="Jayasurya Kannan" userId="S::jayasurya.kannan@jasmin-infotech.com::f4543c4c-abf1-45ce-99f4-1958a2e9dff6" providerId="AD" clId="Web-{658121E4-8CDF-4BCB-9998-50EDACCB1667}" dt="2024-10-22T08:31:01.969" v="0" actId="14100"/>
        <pc:sldMkLst>
          <pc:docMk/>
          <pc:sldMk cId="1380877298" sldId="591"/>
        </pc:sldMkLst>
        <pc:spChg chg="mod">
          <ac:chgData name="Jayasurya Kannan" userId="S::jayasurya.kannan@jasmin-infotech.com::f4543c4c-abf1-45ce-99f4-1958a2e9dff6" providerId="AD" clId="Web-{658121E4-8CDF-4BCB-9998-50EDACCB1667}" dt="2024-10-22T08:31:01.969" v="0" actId="14100"/>
          <ac:spMkLst>
            <pc:docMk/>
            <pc:sldMk cId="1380877298" sldId="591"/>
            <ac:spMk id="2" creationId="{2ACFD54F-6E9B-8758-43C0-F89D789AEDCB}"/>
          </ac:spMkLst>
        </pc:spChg>
      </pc:sldChg>
    </pc:docChg>
  </pc:docChgLst>
  <pc:docChgLst>
    <pc:chgData name="Vaithegi Gunasekaran" userId="S::vaithegi.gunasekaran@jasmin-infotech.com::0da7228b-82b3-4db7-ab82-7bf72a26e17a" providerId="AD" clId="Web-{CDC0FFF3-331C-B6B7-AC05-35ADDA7C1F9D}"/>
    <pc:docChg chg="modSld">
      <pc:chgData name="Vaithegi Gunasekaran" userId="S::vaithegi.gunasekaran@jasmin-infotech.com::0da7228b-82b3-4db7-ab82-7bf72a26e17a" providerId="AD" clId="Web-{CDC0FFF3-331C-B6B7-AC05-35ADDA7C1F9D}" dt="2024-10-18T04:49:24.179" v="46" actId="1076"/>
      <pc:docMkLst>
        <pc:docMk/>
      </pc:docMkLst>
      <pc:sldChg chg="modSp">
        <pc:chgData name="Vaithegi Gunasekaran" userId="S::vaithegi.gunasekaran@jasmin-infotech.com::0da7228b-82b3-4db7-ab82-7bf72a26e17a" providerId="AD" clId="Web-{CDC0FFF3-331C-B6B7-AC05-35ADDA7C1F9D}" dt="2024-10-18T04:45:28.784" v="16"/>
        <pc:sldMkLst>
          <pc:docMk/>
          <pc:sldMk cId="946310978" sldId="579"/>
        </pc:sldMkLst>
        <pc:picChg chg="mod">
          <ac:chgData name="Vaithegi Gunasekaran" userId="S::vaithegi.gunasekaran@jasmin-infotech.com::0da7228b-82b3-4db7-ab82-7bf72a26e17a" providerId="AD" clId="Web-{CDC0FFF3-331C-B6B7-AC05-35ADDA7C1F9D}" dt="2024-10-18T04:45:28.784" v="16"/>
          <ac:picMkLst>
            <pc:docMk/>
            <pc:sldMk cId="946310978" sldId="579"/>
            <ac:picMk id="6" creationId="{B3CEE688-03E2-C737-FB7B-C15915546BC3}"/>
          </ac:picMkLst>
        </pc:picChg>
      </pc:sldChg>
      <pc:sldChg chg="modSp">
        <pc:chgData name="Vaithegi Gunasekaran" userId="S::vaithegi.gunasekaran@jasmin-infotech.com::0da7228b-82b3-4db7-ab82-7bf72a26e17a" providerId="AD" clId="Web-{CDC0FFF3-331C-B6B7-AC05-35ADDA7C1F9D}" dt="2024-10-18T04:45:44.972" v="18"/>
        <pc:sldMkLst>
          <pc:docMk/>
          <pc:sldMk cId="4211519396" sldId="580"/>
        </pc:sldMkLst>
        <pc:spChg chg="mod">
          <ac:chgData name="Vaithegi Gunasekaran" userId="S::vaithegi.gunasekaran@jasmin-infotech.com::0da7228b-82b3-4db7-ab82-7bf72a26e17a" providerId="AD" clId="Web-{CDC0FFF3-331C-B6B7-AC05-35ADDA7C1F9D}" dt="2024-10-18T04:44:28.799" v="11" actId="1076"/>
          <ac:spMkLst>
            <pc:docMk/>
            <pc:sldMk cId="4211519396" sldId="580"/>
            <ac:spMk id="5" creationId="{F17E0D8C-EB10-32AC-6524-08E29B1396F3}"/>
          </ac:spMkLst>
        </pc:spChg>
        <pc:picChg chg="mod">
          <ac:chgData name="Vaithegi Gunasekaran" userId="S::vaithegi.gunasekaran@jasmin-infotech.com::0da7228b-82b3-4db7-ab82-7bf72a26e17a" providerId="AD" clId="Web-{CDC0FFF3-331C-B6B7-AC05-35ADDA7C1F9D}" dt="2024-10-18T04:45:44.972" v="18"/>
          <ac:picMkLst>
            <pc:docMk/>
            <pc:sldMk cId="4211519396" sldId="580"/>
            <ac:picMk id="8" creationId="{47E09868-990F-D582-B250-A233052C4385}"/>
          </ac:picMkLst>
        </pc:picChg>
      </pc:sldChg>
      <pc:sldChg chg="modSp">
        <pc:chgData name="Vaithegi Gunasekaran" userId="S::vaithegi.gunasekaran@jasmin-infotech.com::0da7228b-82b3-4db7-ab82-7bf72a26e17a" providerId="AD" clId="Web-{CDC0FFF3-331C-B6B7-AC05-35ADDA7C1F9D}" dt="2024-10-18T04:49:24.179" v="46" actId="1076"/>
        <pc:sldMkLst>
          <pc:docMk/>
          <pc:sldMk cId="978380051" sldId="581"/>
        </pc:sldMkLst>
        <pc:picChg chg="mod">
          <ac:chgData name="Vaithegi Gunasekaran" userId="S::vaithegi.gunasekaran@jasmin-infotech.com::0da7228b-82b3-4db7-ab82-7bf72a26e17a" providerId="AD" clId="Web-{CDC0FFF3-331C-B6B7-AC05-35ADDA7C1F9D}" dt="2024-10-18T04:49:24.179" v="46" actId="1076"/>
          <ac:picMkLst>
            <pc:docMk/>
            <pc:sldMk cId="978380051" sldId="581"/>
            <ac:picMk id="4" creationId="{92B4D44D-6452-F2D8-AD1E-11D5C8869F33}"/>
          </ac:picMkLst>
        </pc:picChg>
        <pc:picChg chg="mod">
          <ac:chgData name="Vaithegi Gunasekaran" userId="S::vaithegi.gunasekaran@jasmin-infotech.com::0da7228b-82b3-4db7-ab82-7bf72a26e17a" providerId="AD" clId="Web-{CDC0FFF3-331C-B6B7-AC05-35ADDA7C1F9D}" dt="2024-10-18T04:49:20.569" v="45"/>
          <ac:picMkLst>
            <pc:docMk/>
            <pc:sldMk cId="978380051" sldId="581"/>
            <ac:picMk id="6" creationId="{1BB6B33D-71B9-F011-C131-DCD26752FE65}"/>
          </ac:picMkLst>
        </pc:picChg>
      </pc:sldChg>
      <pc:sldChg chg="modSp">
        <pc:chgData name="Vaithegi Gunasekaran" userId="S::vaithegi.gunasekaran@jasmin-infotech.com::0da7228b-82b3-4db7-ab82-7bf72a26e17a" providerId="AD" clId="Web-{CDC0FFF3-331C-B6B7-AC05-35ADDA7C1F9D}" dt="2024-10-18T04:46:54.770" v="28" actId="1076"/>
        <pc:sldMkLst>
          <pc:docMk/>
          <pc:sldMk cId="1086851323" sldId="582"/>
        </pc:sldMkLst>
        <pc:picChg chg="mod">
          <ac:chgData name="Vaithegi Gunasekaran" userId="S::vaithegi.gunasekaran@jasmin-infotech.com::0da7228b-82b3-4db7-ab82-7bf72a26e17a" providerId="AD" clId="Web-{CDC0FFF3-331C-B6B7-AC05-35ADDA7C1F9D}" dt="2024-10-18T04:46:54.770" v="28" actId="1076"/>
          <ac:picMkLst>
            <pc:docMk/>
            <pc:sldMk cId="1086851323" sldId="582"/>
            <ac:picMk id="4" creationId="{99F9BEAE-D08B-C001-8A90-D9B4019963E0}"/>
          </ac:picMkLst>
        </pc:picChg>
        <pc:picChg chg="mod">
          <ac:chgData name="Vaithegi Gunasekaran" userId="S::vaithegi.gunasekaran@jasmin-infotech.com::0da7228b-82b3-4db7-ab82-7bf72a26e17a" providerId="AD" clId="Web-{CDC0FFF3-331C-B6B7-AC05-35ADDA7C1F9D}" dt="2024-10-18T04:46:25.488" v="23"/>
          <ac:picMkLst>
            <pc:docMk/>
            <pc:sldMk cId="1086851323" sldId="582"/>
            <ac:picMk id="6" creationId="{509FFE48-A227-6934-A24C-41CFE719BAB9}"/>
          </ac:picMkLst>
        </pc:picChg>
      </pc:sldChg>
      <pc:sldChg chg="modSp">
        <pc:chgData name="Vaithegi Gunasekaran" userId="S::vaithegi.gunasekaran@jasmin-infotech.com::0da7228b-82b3-4db7-ab82-7bf72a26e17a" providerId="AD" clId="Web-{CDC0FFF3-331C-B6B7-AC05-35ADDA7C1F9D}" dt="2024-10-18T04:45:38.518" v="17"/>
        <pc:sldMkLst>
          <pc:docMk/>
          <pc:sldMk cId="3835920863" sldId="584"/>
        </pc:sldMkLst>
        <pc:picChg chg="mod">
          <ac:chgData name="Vaithegi Gunasekaran" userId="S::vaithegi.gunasekaran@jasmin-infotech.com::0da7228b-82b3-4db7-ab82-7bf72a26e17a" providerId="AD" clId="Web-{CDC0FFF3-331C-B6B7-AC05-35ADDA7C1F9D}" dt="2024-10-18T04:45:38.518" v="17"/>
          <ac:picMkLst>
            <pc:docMk/>
            <pc:sldMk cId="3835920863" sldId="584"/>
            <ac:picMk id="4" creationId="{7104EB44-9706-FB92-3C99-110CA5C02CD0}"/>
          </ac:picMkLst>
        </pc:picChg>
      </pc:sldChg>
      <pc:sldChg chg="modSp">
        <pc:chgData name="Vaithegi Gunasekaran" userId="S::vaithegi.gunasekaran@jasmin-infotech.com::0da7228b-82b3-4db7-ab82-7bf72a26e17a" providerId="AD" clId="Web-{CDC0FFF3-331C-B6B7-AC05-35ADDA7C1F9D}" dt="2024-10-18T04:43:48.923" v="8" actId="20577"/>
        <pc:sldMkLst>
          <pc:docMk/>
          <pc:sldMk cId="1380877298" sldId="591"/>
        </pc:sldMkLst>
        <pc:spChg chg="mod">
          <ac:chgData name="Vaithegi Gunasekaran" userId="S::vaithegi.gunasekaran@jasmin-infotech.com::0da7228b-82b3-4db7-ab82-7bf72a26e17a" providerId="AD" clId="Web-{CDC0FFF3-331C-B6B7-AC05-35ADDA7C1F9D}" dt="2024-10-18T04:43:48.923" v="8" actId="20577"/>
          <ac:spMkLst>
            <pc:docMk/>
            <pc:sldMk cId="1380877298" sldId="591"/>
            <ac:spMk id="2" creationId="{2ACFD54F-6E9B-8758-43C0-F89D789AEDCB}"/>
          </ac:spMkLst>
        </pc:spChg>
      </pc:sldChg>
      <pc:sldChg chg="modSp">
        <pc:chgData name="Vaithegi Gunasekaran" userId="S::vaithegi.gunasekaran@jasmin-infotech.com::0da7228b-82b3-4db7-ab82-7bf72a26e17a" providerId="AD" clId="Web-{CDC0FFF3-331C-B6B7-AC05-35ADDA7C1F9D}" dt="2024-10-18T04:48:18.006" v="40" actId="1076"/>
        <pc:sldMkLst>
          <pc:docMk/>
          <pc:sldMk cId="2562212329" sldId="592"/>
        </pc:sldMkLst>
        <pc:picChg chg="mod">
          <ac:chgData name="Vaithegi Gunasekaran" userId="S::vaithegi.gunasekaran@jasmin-infotech.com::0da7228b-82b3-4db7-ab82-7bf72a26e17a" providerId="AD" clId="Web-{CDC0FFF3-331C-B6B7-AC05-35ADDA7C1F9D}" dt="2024-10-18T04:47:38.036" v="32" actId="1076"/>
          <ac:picMkLst>
            <pc:docMk/>
            <pc:sldMk cId="2562212329" sldId="592"/>
            <ac:picMk id="2" creationId="{E62C9015-7DB9-647C-F23B-1172C3936682}"/>
          </ac:picMkLst>
        </pc:picChg>
        <pc:picChg chg="mod">
          <ac:chgData name="Vaithegi Gunasekaran" userId="S::vaithegi.gunasekaran@jasmin-infotech.com::0da7228b-82b3-4db7-ab82-7bf72a26e17a" providerId="AD" clId="Web-{CDC0FFF3-331C-B6B7-AC05-35ADDA7C1F9D}" dt="2024-10-18T04:48:14.709" v="39" actId="1076"/>
          <ac:picMkLst>
            <pc:docMk/>
            <pc:sldMk cId="2562212329" sldId="592"/>
            <ac:picMk id="8" creationId="{9C3D27D3-0ABC-4F1B-9A54-29B5849AF238}"/>
          </ac:picMkLst>
        </pc:picChg>
        <pc:picChg chg="mod modCrop">
          <ac:chgData name="Vaithegi Gunasekaran" userId="S::vaithegi.gunasekaran@jasmin-infotech.com::0da7228b-82b3-4db7-ab82-7bf72a26e17a" providerId="AD" clId="Web-{CDC0FFF3-331C-B6B7-AC05-35ADDA7C1F9D}" dt="2024-10-18T04:48:18.006" v="40" actId="1076"/>
          <ac:picMkLst>
            <pc:docMk/>
            <pc:sldMk cId="2562212329" sldId="592"/>
            <ac:picMk id="9" creationId="{01858D5A-B720-30ED-701F-E1C3AB8B1686}"/>
          </ac:picMkLst>
        </pc:picChg>
      </pc:sldChg>
      <pc:sldChg chg="modSp">
        <pc:chgData name="Vaithegi Gunasekaran" userId="S::vaithegi.gunasekaran@jasmin-infotech.com::0da7228b-82b3-4db7-ab82-7bf72a26e17a" providerId="AD" clId="Web-{CDC0FFF3-331C-B6B7-AC05-35ADDA7C1F9D}" dt="2024-10-18T04:48:54.475" v="42" actId="14100"/>
        <pc:sldMkLst>
          <pc:docMk/>
          <pc:sldMk cId="1424092474" sldId="596"/>
        </pc:sldMkLst>
        <pc:picChg chg="mod">
          <ac:chgData name="Vaithegi Gunasekaran" userId="S::vaithegi.gunasekaran@jasmin-infotech.com::0da7228b-82b3-4db7-ab82-7bf72a26e17a" providerId="AD" clId="Web-{CDC0FFF3-331C-B6B7-AC05-35ADDA7C1F9D}" dt="2024-10-18T04:48:54.475" v="42" actId="14100"/>
          <ac:picMkLst>
            <pc:docMk/>
            <pc:sldMk cId="1424092474" sldId="596"/>
            <ac:picMk id="5" creationId="{9C2D9BE5-EF55-2CC2-91DB-5B7B3C9E729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576FC5-DA42-4953-A07A-4770E048476F}" type="datetimeFigureOut">
              <a:t>10/22/2024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22187C-676E-4924-B18F-CD23D9BEDB8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767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E07B7-A532-4025-953D-57EC5826ED7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711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E07B7-A532-4025-953D-57EC5826ED7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950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16">
            <a:extLst>
              <a:ext uri="{FF2B5EF4-FFF2-40B4-BE49-F238E27FC236}">
                <a16:creationId xmlns:a16="http://schemas.microsoft.com/office/drawing/2014/main" id="{4124788B-26D4-40D5-ADB7-E3EFDD03A2B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337897" y="6411954"/>
            <a:ext cx="1676400" cy="2539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50" b="0" u="sng">
                <a:solidFill>
                  <a:srgbClr val="000099"/>
                </a:solidFill>
                <a:latin typeface="+mn-lt"/>
              </a:rPr>
              <a:t>www.jasmin-infotech.com</a:t>
            </a:r>
            <a:endParaRPr lang="en-US" sz="1400" b="0" i="1">
              <a:solidFill>
                <a:srgbClr val="C14916"/>
              </a:solidFill>
              <a:latin typeface="+mn-lt"/>
            </a:endParaRPr>
          </a:p>
        </p:txBody>
      </p:sp>
      <p:sp>
        <p:nvSpPr>
          <p:cNvPr id="11" name="Slide Number Placeholder 12">
            <a:extLst>
              <a:ext uri="{FF2B5EF4-FFF2-40B4-BE49-F238E27FC236}">
                <a16:creationId xmlns:a16="http://schemas.microsoft.com/office/drawing/2014/main" id="{31D66A2A-A548-48C9-922B-D62471CE8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138D3F-CC47-0FF9-D4CB-EC6B2E5ACB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25129" y="2298963"/>
            <a:ext cx="3741742" cy="12003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E40779-73A9-914E-2480-9A29EBF05473}"/>
              </a:ext>
            </a:extLst>
          </p:cNvPr>
          <p:cNvSpPr txBox="1"/>
          <p:nvPr userDrawn="1"/>
        </p:nvSpPr>
        <p:spPr>
          <a:xfrm>
            <a:off x="4963435" y="3499292"/>
            <a:ext cx="2425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1">
                <a:solidFill>
                  <a:srgbClr val="000000"/>
                </a:solidFill>
                <a:effectLst/>
              </a:rPr>
              <a:t>Helping you innovate</a:t>
            </a:r>
            <a:endParaRPr lang="en-IN" sz="2000" b="1" i="1"/>
          </a:p>
        </p:txBody>
      </p:sp>
      <p:pic>
        <p:nvPicPr>
          <p:cNvPr id="4" name="Picture 3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FE7E01E8-D30E-15CC-EEBD-2C36403598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7054" y="247217"/>
            <a:ext cx="2197891" cy="177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6954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6EA4D-61F7-48C2-AF6D-1188E40D2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76" y="1310522"/>
            <a:ext cx="5647424" cy="5045825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DA613D-B314-4766-868E-E2A78364DF0B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C49C9CF-5B99-4CA1-BA59-9B7CCDC6B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733A8E9-BBE7-4DE2-90F0-B2F1E9E74246}"/>
              </a:ext>
            </a:extLst>
          </p:cNvPr>
          <p:cNvCxnSpPr>
            <a:cxnSpLocks/>
          </p:cNvCxnSpPr>
          <p:nvPr userDrawn="1"/>
        </p:nvCxnSpPr>
        <p:spPr>
          <a:xfrm>
            <a:off x="448575" y="1064707"/>
            <a:ext cx="11335108" cy="0"/>
          </a:xfrm>
          <a:prstGeom prst="line">
            <a:avLst/>
          </a:prstGeom>
          <a:ln w="19050">
            <a:solidFill>
              <a:srgbClr val="0000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AA85F8C5-0F17-4B54-966D-E64505CB7F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51" y="209850"/>
            <a:ext cx="674848" cy="71981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671208-5BEA-40D8-A25A-CD1E84DC4EE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1310522"/>
            <a:ext cx="5647424" cy="5045825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249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6EA4D-61F7-48C2-AF6D-1188E40D2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75" y="1218996"/>
            <a:ext cx="11335108" cy="513735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DA613D-B314-4766-868E-E2A78364DF0B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86C6A39-B8E4-4532-96D5-5915685A7FB5}"/>
              </a:ext>
            </a:extLst>
          </p:cNvPr>
          <p:cNvCxnSpPr>
            <a:cxnSpLocks/>
          </p:cNvCxnSpPr>
          <p:nvPr userDrawn="1"/>
        </p:nvCxnSpPr>
        <p:spPr>
          <a:xfrm>
            <a:off x="448575" y="1064707"/>
            <a:ext cx="11335108" cy="0"/>
          </a:xfrm>
          <a:prstGeom prst="line">
            <a:avLst/>
          </a:prstGeom>
          <a:ln w="19050">
            <a:solidFill>
              <a:srgbClr val="0000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2">
            <a:extLst>
              <a:ext uri="{FF2B5EF4-FFF2-40B4-BE49-F238E27FC236}">
                <a16:creationId xmlns:a16="http://schemas.microsoft.com/office/drawing/2014/main" id="{3EE4CF6D-F48F-4791-83CA-3DB99D72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C2C37E-1BD9-4EA1-880A-134343D0CA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51" y="209850"/>
            <a:ext cx="674848" cy="71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9773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16">
            <a:extLst>
              <a:ext uri="{FF2B5EF4-FFF2-40B4-BE49-F238E27FC236}">
                <a16:creationId xmlns:a16="http://schemas.microsoft.com/office/drawing/2014/main" id="{4124788B-26D4-40D5-ADB7-E3EFDD03A2B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337897" y="6411954"/>
            <a:ext cx="1676400" cy="2539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50" b="0" u="sng">
                <a:solidFill>
                  <a:srgbClr val="000099"/>
                </a:solidFill>
                <a:latin typeface="+mn-lt"/>
              </a:rPr>
              <a:t>www.jasmin-infotech.com</a:t>
            </a:r>
            <a:endParaRPr lang="en-US" sz="1400" b="0" i="1">
              <a:solidFill>
                <a:srgbClr val="C14916"/>
              </a:solidFill>
              <a:latin typeface="+mn-lt"/>
            </a:endParaRPr>
          </a:p>
        </p:txBody>
      </p:sp>
      <p:sp>
        <p:nvSpPr>
          <p:cNvPr id="11" name="Slide Number Placeholder 12">
            <a:extLst>
              <a:ext uri="{FF2B5EF4-FFF2-40B4-BE49-F238E27FC236}">
                <a16:creationId xmlns:a16="http://schemas.microsoft.com/office/drawing/2014/main" id="{31D66A2A-A548-48C9-922B-D62471CE8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138D3F-CC47-0FF9-D4CB-EC6B2E5ACB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25129" y="2298963"/>
            <a:ext cx="3741742" cy="12003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E40779-73A9-914E-2480-9A29EBF05473}"/>
              </a:ext>
            </a:extLst>
          </p:cNvPr>
          <p:cNvSpPr txBox="1"/>
          <p:nvPr userDrawn="1"/>
        </p:nvSpPr>
        <p:spPr>
          <a:xfrm>
            <a:off x="4963435" y="3499292"/>
            <a:ext cx="2425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1">
                <a:solidFill>
                  <a:srgbClr val="000000"/>
                </a:solidFill>
                <a:effectLst/>
              </a:rPr>
              <a:t>Helping you innovate</a:t>
            </a:r>
            <a:endParaRPr lang="en-IN" sz="2000" b="1" i="1"/>
          </a:p>
        </p:txBody>
      </p:sp>
      <p:pic>
        <p:nvPicPr>
          <p:cNvPr id="4" name="Picture 3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FE7E01E8-D30E-15CC-EEBD-2C36403598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7054" y="247217"/>
            <a:ext cx="2197891" cy="177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286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6EA4D-61F7-48C2-AF6D-1188E40D2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75" y="1268088"/>
            <a:ext cx="11335108" cy="508826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DA613D-B314-4766-868E-E2A78364DF0B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2">
            <a:extLst>
              <a:ext uri="{FF2B5EF4-FFF2-40B4-BE49-F238E27FC236}">
                <a16:creationId xmlns:a16="http://schemas.microsoft.com/office/drawing/2014/main" id="{BB4F4F2C-6052-4C5E-8666-50B26C343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8026290-33FD-442D-B8F4-AA106F7AFECA}"/>
              </a:ext>
            </a:extLst>
          </p:cNvPr>
          <p:cNvCxnSpPr>
            <a:cxnSpLocks/>
          </p:cNvCxnSpPr>
          <p:nvPr userDrawn="1"/>
        </p:nvCxnSpPr>
        <p:spPr>
          <a:xfrm>
            <a:off x="448575" y="1064707"/>
            <a:ext cx="11335108" cy="0"/>
          </a:xfrm>
          <a:prstGeom prst="line">
            <a:avLst/>
          </a:prstGeom>
          <a:ln w="19050">
            <a:solidFill>
              <a:srgbClr val="0000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AD7D019D-615E-477C-9081-4003E46BBA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51" y="209850"/>
            <a:ext cx="674848" cy="71981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B8B8F03-C00E-48FD-AE30-ACE3CA0240CF}"/>
              </a:ext>
            </a:extLst>
          </p:cNvPr>
          <p:cNvSpPr txBox="1"/>
          <p:nvPr userDrawn="1"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Century Gothic" panose="020B0502020202020204" pitchFamily="34" charset="0"/>
              </a:rPr>
              <a:t>Document history</a:t>
            </a:r>
            <a:endParaRPr lang="en-IN" sz="280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5468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4D500-044D-4F8A-9311-1D19A1E0D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719262"/>
          </a:xfrm>
        </p:spPr>
        <p:txBody>
          <a:bodyPr anchor="b">
            <a:normAutofit/>
          </a:bodyPr>
          <a:lstStyle>
            <a:lvl1pPr>
              <a:defRPr sz="2800"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8A540-5472-4C45-9471-5968D6BC4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839370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470DE521-D3F7-4AC9-95DC-EFEFD3DE85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4B1DF27C-CA9A-40E8-A56A-2B7A4035C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CONFIDENTIAL I Shared under NDA</a:t>
            </a:r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B7E32C-6A60-4344-8FB2-6251996B6247}"/>
              </a:ext>
            </a:extLst>
          </p:cNvPr>
          <p:cNvCxnSpPr>
            <a:cxnSpLocks/>
          </p:cNvCxnSpPr>
          <p:nvPr userDrawn="1"/>
        </p:nvCxnSpPr>
        <p:spPr>
          <a:xfrm>
            <a:off x="838200" y="3455687"/>
            <a:ext cx="11353800" cy="0"/>
          </a:xfrm>
          <a:prstGeom prst="line">
            <a:avLst/>
          </a:prstGeom>
          <a:ln w="38100">
            <a:solidFill>
              <a:srgbClr val="0000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39106E4-29D0-496D-9A43-CB891643C286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2">
            <a:extLst>
              <a:ext uri="{FF2B5EF4-FFF2-40B4-BE49-F238E27FC236}">
                <a16:creationId xmlns:a16="http://schemas.microsoft.com/office/drawing/2014/main" id="{A42DA796-DA88-4A79-99C5-26352F673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906B2E-F395-462F-BCAA-5B24E2A416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51" y="209850"/>
            <a:ext cx="674848" cy="71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4040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6EA4D-61F7-48C2-AF6D-1188E40D2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75" y="1218996"/>
            <a:ext cx="11335108" cy="513735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DA613D-B314-4766-868E-E2A78364DF0B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86C6A39-B8E4-4532-96D5-5915685A7FB5}"/>
              </a:ext>
            </a:extLst>
          </p:cNvPr>
          <p:cNvCxnSpPr>
            <a:cxnSpLocks/>
          </p:cNvCxnSpPr>
          <p:nvPr userDrawn="1"/>
        </p:nvCxnSpPr>
        <p:spPr>
          <a:xfrm>
            <a:off x="448575" y="1064707"/>
            <a:ext cx="11335108" cy="0"/>
          </a:xfrm>
          <a:prstGeom prst="line">
            <a:avLst/>
          </a:prstGeom>
          <a:ln w="19050">
            <a:solidFill>
              <a:srgbClr val="0000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2">
            <a:extLst>
              <a:ext uri="{FF2B5EF4-FFF2-40B4-BE49-F238E27FC236}">
                <a16:creationId xmlns:a16="http://schemas.microsoft.com/office/drawing/2014/main" id="{3EE4CF6D-F48F-4791-83CA-3DB99D72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C2C37E-1BD9-4EA1-880A-134343D0CA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51" y="209850"/>
            <a:ext cx="674848" cy="71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3568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6EA4D-61F7-48C2-AF6D-1188E40D2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76" y="1310522"/>
            <a:ext cx="5647424" cy="5045825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DA613D-B314-4766-868E-E2A78364DF0B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C49C9CF-5B99-4CA1-BA59-9B7CCDC6B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733A8E9-BBE7-4DE2-90F0-B2F1E9E74246}"/>
              </a:ext>
            </a:extLst>
          </p:cNvPr>
          <p:cNvCxnSpPr>
            <a:cxnSpLocks/>
          </p:cNvCxnSpPr>
          <p:nvPr userDrawn="1"/>
        </p:nvCxnSpPr>
        <p:spPr>
          <a:xfrm>
            <a:off x="448575" y="1064707"/>
            <a:ext cx="11335108" cy="0"/>
          </a:xfrm>
          <a:prstGeom prst="line">
            <a:avLst/>
          </a:prstGeom>
          <a:ln w="19050">
            <a:solidFill>
              <a:srgbClr val="0000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AA85F8C5-0F17-4B54-966D-E64505CB7F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51" y="209850"/>
            <a:ext cx="674848" cy="71981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671208-5BEA-40D8-A25A-CD1E84DC4EE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1310522"/>
            <a:ext cx="5647424" cy="5045825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3791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35B1BB6A-62CB-411F-8E6F-CE29E323FDD6}"/>
              </a:ext>
            </a:extLst>
          </p:cNvPr>
          <p:cNvSpPr txBox="1">
            <a:spLocks/>
          </p:cNvSpPr>
          <p:nvPr userDrawn="1"/>
        </p:nvSpPr>
        <p:spPr>
          <a:xfrm>
            <a:off x="4917287" y="5337469"/>
            <a:ext cx="6094602" cy="8853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50">
                <a:solidFill>
                  <a:schemeClr val="accent2"/>
                </a:solidFill>
              </a:rPr>
              <a:t>THANK YOU!</a:t>
            </a:r>
            <a:endParaRPr lang="en-IN" sz="4050">
              <a:solidFill>
                <a:schemeClr val="accent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780C04-86F0-48AA-880D-9780441582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17128" y="2485236"/>
            <a:ext cx="3467080" cy="1112219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F3AA549-D622-4A21-9ECE-DB969E0703AF}"/>
              </a:ext>
            </a:extLst>
          </p:cNvPr>
          <p:cNvSpPr/>
          <p:nvPr userDrawn="1"/>
        </p:nvSpPr>
        <p:spPr>
          <a:xfrm>
            <a:off x="11144304" y="4221882"/>
            <a:ext cx="209496" cy="209496"/>
          </a:xfrm>
          <a:custGeom>
            <a:avLst/>
            <a:gdLst>
              <a:gd name="connsiteX0" fmla="*/ 101580 w 279328"/>
              <a:gd name="connsiteY0" fmla="*/ 209496 h 279328"/>
              <a:gd name="connsiteX1" fmla="*/ 107916 w 279328"/>
              <a:gd name="connsiteY1" fmla="*/ 215846 h 279328"/>
              <a:gd name="connsiteX2" fmla="*/ 106067 w 279328"/>
              <a:gd name="connsiteY2" fmla="*/ 220333 h 279328"/>
              <a:gd name="connsiteX3" fmla="*/ 87018 w 279328"/>
              <a:gd name="connsiteY3" fmla="*/ 239382 h 279328"/>
              <a:gd name="connsiteX4" fmla="*/ 82531 w 279328"/>
              <a:gd name="connsiteY4" fmla="*/ 241244 h 279328"/>
              <a:gd name="connsiteX5" fmla="*/ 76182 w 279328"/>
              <a:gd name="connsiteY5" fmla="*/ 234894 h 279328"/>
              <a:gd name="connsiteX6" fmla="*/ 78044 w 279328"/>
              <a:gd name="connsiteY6" fmla="*/ 230407 h 279328"/>
              <a:gd name="connsiteX7" fmla="*/ 97079 w 279328"/>
              <a:gd name="connsiteY7" fmla="*/ 211358 h 279328"/>
              <a:gd name="connsiteX8" fmla="*/ 101580 w 279328"/>
              <a:gd name="connsiteY8" fmla="*/ 209496 h 279328"/>
              <a:gd name="connsiteX9" fmla="*/ 95230 w 279328"/>
              <a:gd name="connsiteY9" fmla="*/ 177748 h 279328"/>
              <a:gd name="connsiteX10" fmla="*/ 101580 w 279328"/>
              <a:gd name="connsiteY10" fmla="*/ 184111 h 279328"/>
              <a:gd name="connsiteX11" fmla="*/ 99718 w 279328"/>
              <a:gd name="connsiteY11" fmla="*/ 188585 h 279328"/>
              <a:gd name="connsiteX12" fmla="*/ 36235 w 279328"/>
              <a:gd name="connsiteY12" fmla="*/ 252081 h 279328"/>
              <a:gd name="connsiteX13" fmla="*/ 31748 w 279328"/>
              <a:gd name="connsiteY13" fmla="*/ 253930 h 279328"/>
              <a:gd name="connsiteX14" fmla="*/ 25398 w 279328"/>
              <a:gd name="connsiteY14" fmla="*/ 247580 h 279328"/>
              <a:gd name="connsiteX15" fmla="*/ 27247 w 279328"/>
              <a:gd name="connsiteY15" fmla="*/ 243093 h 279328"/>
              <a:gd name="connsiteX16" fmla="*/ 90743 w 279328"/>
              <a:gd name="connsiteY16" fmla="*/ 179611 h 279328"/>
              <a:gd name="connsiteX17" fmla="*/ 95230 w 279328"/>
              <a:gd name="connsiteY17" fmla="*/ 177748 h 279328"/>
              <a:gd name="connsiteX18" fmla="*/ 63483 w 279328"/>
              <a:gd name="connsiteY18" fmla="*/ 171412 h 279328"/>
              <a:gd name="connsiteX19" fmla="*/ 69833 w 279328"/>
              <a:gd name="connsiteY19" fmla="*/ 177748 h 279328"/>
              <a:gd name="connsiteX20" fmla="*/ 67971 w 279328"/>
              <a:gd name="connsiteY20" fmla="*/ 182249 h 279328"/>
              <a:gd name="connsiteX21" fmla="*/ 61621 w 279328"/>
              <a:gd name="connsiteY21" fmla="*/ 188585 h 279328"/>
              <a:gd name="connsiteX22" fmla="*/ 57134 w 279328"/>
              <a:gd name="connsiteY22" fmla="*/ 190448 h 279328"/>
              <a:gd name="connsiteX23" fmla="*/ 50784 w 279328"/>
              <a:gd name="connsiteY23" fmla="*/ 184111 h 279328"/>
              <a:gd name="connsiteX24" fmla="*/ 52647 w 279328"/>
              <a:gd name="connsiteY24" fmla="*/ 179611 h 279328"/>
              <a:gd name="connsiteX25" fmla="*/ 58996 w 279328"/>
              <a:gd name="connsiteY25" fmla="*/ 173261 h 279328"/>
              <a:gd name="connsiteX26" fmla="*/ 63483 w 279328"/>
              <a:gd name="connsiteY26" fmla="*/ 171412 h 279328"/>
              <a:gd name="connsiteX27" fmla="*/ 254176 w 279328"/>
              <a:gd name="connsiteY27" fmla="*/ 34140 h 279328"/>
              <a:gd name="connsiteX28" fmla="*/ 121728 w 279328"/>
              <a:gd name="connsiteY28" fmla="*/ 166588 h 279328"/>
              <a:gd name="connsiteX29" fmla="*/ 158816 w 279328"/>
              <a:gd name="connsiteY29" fmla="*/ 256646 h 279328"/>
              <a:gd name="connsiteX30" fmla="*/ 254176 w 279328"/>
              <a:gd name="connsiteY30" fmla="*/ 34140 h 279328"/>
              <a:gd name="connsiteX31" fmla="*/ 245188 w 279328"/>
              <a:gd name="connsiteY31" fmla="*/ 25153 h 279328"/>
              <a:gd name="connsiteX32" fmla="*/ 22695 w 279328"/>
              <a:gd name="connsiteY32" fmla="*/ 120525 h 279328"/>
              <a:gd name="connsiteX33" fmla="*/ 112753 w 279328"/>
              <a:gd name="connsiteY33" fmla="*/ 157601 h 279328"/>
              <a:gd name="connsiteX34" fmla="*/ 272978 w 279328"/>
              <a:gd name="connsiteY34" fmla="*/ 0 h 279328"/>
              <a:gd name="connsiteX35" fmla="*/ 279328 w 279328"/>
              <a:gd name="connsiteY35" fmla="*/ 6350 h 279328"/>
              <a:gd name="connsiteX36" fmla="*/ 278643 w 279328"/>
              <a:gd name="connsiteY36" fmla="*/ 9039 h 279328"/>
              <a:gd name="connsiteX37" fmla="*/ 278720 w 279328"/>
              <a:gd name="connsiteY37" fmla="*/ 9078 h 279328"/>
              <a:gd name="connsiteX38" fmla="*/ 164558 w 279328"/>
              <a:gd name="connsiteY38" fmla="*/ 275423 h 279328"/>
              <a:gd name="connsiteX39" fmla="*/ 164532 w 279328"/>
              <a:gd name="connsiteY39" fmla="*/ 275487 h 279328"/>
              <a:gd name="connsiteX40" fmla="*/ 164441 w 279328"/>
              <a:gd name="connsiteY40" fmla="*/ 275707 h 279328"/>
              <a:gd name="connsiteX41" fmla="*/ 164403 w 279328"/>
              <a:gd name="connsiteY41" fmla="*/ 275694 h 279328"/>
              <a:gd name="connsiteX42" fmla="*/ 158713 w 279328"/>
              <a:gd name="connsiteY42" fmla="*/ 279328 h 279328"/>
              <a:gd name="connsiteX43" fmla="*/ 152712 w 279328"/>
              <a:gd name="connsiteY43" fmla="*/ 274737 h 279328"/>
              <a:gd name="connsiteX44" fmla="*/ 152609 w 279328"/>
              <a:gd name="connsiteY44" fmla="*/ 274776 h 279328"/>
              <a:gd name="connsiteX45" fmla="*/ 109429 w 279328"/>
              <a:gd name="connsiteY45" fmla="*/ 169899 h 279328"/>
              <a:gd name="connsiteX46" fmla="*/ 4565 w 279328"/>
              <a:gd name="connsiteY46" fmla="*/ 126719 h 279328"/>
              <a:gd name="connsiteX47" fmla="*/ 4591 w 279328"/>
              <a:gd name="connsiteY47" fmla="*/ 126616 h 279328"/>
              <a:gd name="connsiteX48" fmla="*/ 0 w 279328"/>
              <a:gd name="connsiteY48" fmla="*/ 120615 h 279328"/>
              <a:gd name="connsiteX49" fmla="*/ 3634 w 279328"/>
              <a:gd name="connsiteY49" fmla="*/ 114925 h 279328"/>
              <a:gd name="connsiteX50" fmla="*/ 3621 w 279328"/>
              <a:gd name="connsiteY50" fmla="*/ 114900 h 279328"/>
              <a:gd name="connsiteX51" fmla="*/ 3841 w 279328"/>
              <a:gd name="connsiteY51" fmla="*/ 114796 h 279328"/>
              <a:gd name="connsiteX52" fmla="*/ 3905 w 279328"/>
              <a:gd name="connsiteY52" fmla="*/ 114770 h 279328"/>
              <a:gd name="connsiteX53" fmla="*/ 270250 w 279328"/>
              <a:gd name="connsiteY53" fmla="*/ 621 h 279328"/>
              <a:gd name="connsiteX54" fmla="*/ 270276 w 279328"/>
              <a:gd name="connsiteY54" fmla="*/ 673 h 279328"/>
              <a:gd name="connsiteX55" fmla="*/ 272978 w 279328"/>
              <a:gd name="connsiteY55" fmla="*/ 0 h 279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79328" h="279328">
                <a:moveTo>
                  <a:pt x="101580" y="209496"/>
                </a:moveTo>
                <a:cubicBezTo>
                  <a:pt x="105084" y="209496"/>
                  <a:pt x="107916" y="212341"/>
                  <a:pt x="107916" y="215846"/>
                </a:cubicBezTo>
                <a:cubicBezTo>
                  <a:pt x="107916" y="217604"/>
                  <a:pt x="107218" y="219195"/>
                  <a:pt x="106067" y="220333"/>
                </a:cubicBezTo>
                <a:lnTo>
                  <a:pt x="87018" y="239382"/>
                </a:lnTo>
                <a:cubicBezTo>
                  <a:pt x="85867" y="240533"/>
                  <a:pt x="84277" y="241244"/>
                  <a:pt x="82531" y="241244"/>
                </a:cubicBezTo>
                <a:cubicBezTo>
                  <a:pt x="79027" y="241244"/>
                  <a:pt x="76182" y="238399"/>
                  <a:pt x="76182" y="234894"/>
                </a:cubicBezTo>
                <a:cubicBezTo>
                  <a:pt x="76182" y="233148"/>
                  <a:pt x="76893" y="231545"/>
                  <a:pt x="78044" y="230407"/>
                </a:cubicBezTo>
                <a:lnTo>
                  <a:pt x="97079" y="211358"/>
                </a:lnTo>
                <a:cubicBezTo>
                  <a:pt x="98230" y="210207"/>
                  <a:pt x="99821" y="209496"/>
                  <a:pt x="101580" y="209496"/>
                </a:cubicBezTo>
                <a:close/>
                <a:moveTo>
                  <a:pt x="95230" y="177748"/>
                </a:moveTo>
                <a:cubicBezTo>
                  <a:pt x="98735" y="177748"/>
                  <a:pt x="101580" y="180606"/>
                  <a:pt x="101580" y="184111"/>
                </a:cubicBezTo>
                <a:cubicBezTo>
                  <a:pt x="101580" y="185857"/>
                  <a:pt x="100868" y="187447"/>
                  <a:pt x="99718" y="188585"/>
                </a:cubicBezTo>
                <a:lnTo>
                  <a:pt x="36235" y="252081"/>
                </a:lnTo>
                <a:cubicBezTo>
                  <a:pt x="35084" y="253232"/>
                  <a:pt x="33493" y="253930"/>
                  <a:pt x="31748" y="253930"/>
                </a:cubicBezTo>
                <a:cubicBezTo>
                  <a:pt x="28243" y="253930"/>
                  <a:pt x="25398" y="251098"/>
                  <a:pt x="25398" y="247580"/>
                </a:cubicBezTo>
                <a:cubicBezTo>
                  <a:pt x="25398" y="245848"/>
                  <a:pt x="26109" y="244257"/>
                  <a:pt x="27247" y="243093"/>
                </a:cubicBezTo>
                <a:lnTo>
                  <a:pt x="90743" y="179611"/>
                </a:lnTo>
                <a:cubicBezTo>
                  <a:pt x="91881" y="178473"/>
                  <a:pt x="93471" y="177748"/>
                  <a:pt x="95230" y="177748"/>
                </a:cubicBezTo>
                <a:close/>
                <a:moveTo>
                  <a:pt x="63483" y="171412"/>
                </a:moveTo>
                <a:cubicBezTo>
                  <a:pt x="66988" y="171412"/>
                  <a:pt x="69833" y="174257"/>
                  <a:pt x="69833" y="177748"/>
                </a:cubicBezTo>
                <a:cubicBezTo>
                  <a:pt x="69833" y="179507"/>
                  <a:pt x="69122" y="181098"/>
                  <a:pt x="67971" y="182249"/>
                </a:cubicBezTo>
                <a:lnTo>
                  <a:pt x="61621" y="188585"/>
                </a:lnTo>
                <a:cubicBezTo>
                  <a:pt x="60470" y="189749"/>
                  <a:pt x="58893" y="190448"/>
                  <a:pt x="57134" y="190448"/>
                </a:cubicBezTo>
                <a:cubicBezTo>
                  <a:pt x="53629" y="190448"/>
                  <a:pt x="50784" y="187603"/>
                  <a:pt x="50784" y="184111"/>
                </a:cubicBezTo>
                <a:cubicBezTo>
                  <a:pt x="50784" y="182352"/>
                  <a:pt x="51496" y="180774"/>
                  <a:pt x="52647" y="179611"/>
                </a:cubicBezTo>
                <a:lnTo>
                  <a:pt x="58996" y="173261"/>
                </a:lnTo>
                <a:cubicBezTo>
                  <a:pt x="60147" y="172123"/>
                  <a:pt x="61738" y="171412"/>
                  <a:pt x="63483" y="171412"/>
                </a:cubicBezTo>
                <a:close/>
                <a:moveTo>
                  <a:pt x="254176" y="34140"/>
                </a:moveTo>
                <a:lnTo>
                  <a:pt x="121728" y="166588"/>
                </a:lnTo>
                <a:lnTo>
                  <a:pt x="158816" y="256646"/>
                </a:lnTo>
                <a:cubicBezTo>
                  <a:pt x="158816" y="256646"/>
                  <a:pt x="254176" y="34140"/>
                  <a:pt x="254176" y="34140"/>
                </a:cubicBezTo>
                <a:close/>
                <a:moveTo>
                  <a:pt x="245188" y="25153"/>
                </a:moveTo>
                <a:lnTo>
                  <a:pt x="22695" y="120525"/>
                </a:lnTo>
                <a:cubicBezTo>
                  <a:pt x="22695" y="120525"/>
                  <a:pt x="112753" y="157601"/>
                  <a:pt x="112753" y="157601"/>
                </a:cubicBezTo>
                <a:close/>
                <a:moveTo>
                  <a:pt x="272978" y="0"/>
                </a:moveTo>
                <a:cubicBezTo>
                  <a:pt x="276483" y="0"/>
                  <a:pt x="279328" y="2845"/>
                  <a:pt x="279328" y="6350"/>
                </a:cubicBezTo>
                <a:cubicBezTo>
                  <a:pt x="279328" y="7332"/>
                  <a:pt x="279043" y="8225"/>
                  <a:pt x="278643" y="9039"/>
                </a:cubicBezTo>
                <a:lnTo>
                  <a:pt x="278720" y="9078"/>
                </a:lnTo>
                <a:lnTo>
                  <a:pt x="164558" y="275423"/>
                </a:lnTo>
                <a:cubicBezTo>
                  <a:pt x="164558" y="275449"/>
                  <a:pt x="164545" y="275462"/>
                  <a:pt x="164532" y="275487"/>
                </a:cubicBezTo>
                <a:lnTo>
                  <a:pt x="164441" y="275707"/>
                </a:lnTo>
                <a:lnTo>
                  <a:pt x="164403" y="275694"/>
                </a:lnTo>
                <a:cubicBezTo>
                  <a:pt x="163381" y="277828"/>
                  <a:pt x="161234" y="279328"/>
                  <a:pt x="158713" y="279328"/>
                </a:cubicBezTo>
                <a:cubicBezTo>
                  <a:pt x="155829" y="279328"/>
                  <a:pt x="153488" y="277375"/>
                  <a:pt x="152712" y="274737"/>
                </a:cubicBezTo>
                <a:lnTo>
                  <a:pt x="152609" y="274776"/>
                </a:lnTo>
                <a:lnTo>
                  <a:pt x="109429" y="169899"/>
                </a:lnTo>
                <a:lnTo>
                  <a:pt x="4565" y="126719"/>
                </a:lnTo>
                <a:lnTo>
                  <a:pt x="4591" y="126616"/>
                </a:lnTo>
                <a:cubicBezTo>
                  <a:pt x="1953" y="125840"/>
                  <a:pt x="0" y="123499"/>
                  <a:pt x="0" y="120615"/>
                </a:cubicBezTo>
                <a:cubicBezTo>
                  <a:pt x="0" y="118094"/>
                  <a:pt x="1500" y="115960"/>
                  <a:pt x="3634" y="114925"/>
                </a:cubicBezTo>
                <a:lnTo>
                  <a:pt x="3621" y="114900"/>
                </a:lnTo>
                <a:lnTo>
                  <a:pt x="3841" y="114796"/>
                </a:lnTo>
                <a:cubicBezTo>
                  <a:pt x="3867" y="114783"/>
                  <a:pt x="3892" y="114770"/>
                  <a:pt x="3905" y="114770"/>
                </a:cubicBezTo>
                <a:lnTo>
                  <a:pt x="270250" y="621"/>
                </a:lnTo>
                <a:lnTo>
                  <a:pt x="270276" y="673"/>
                </a:lnTo>
                <a:cubicBezTo>
                  <a:pt x="271103" y="259"/>
                  <a:pt x="272009" y="0"/>
                  <a:pt x="272978" y="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US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92232A-8606-49DF-8121-568064219514}"/>
              </a:ext>
            </a:extLst>
          </p:cNvPr>
          <p:cNvSpPr/>
          <p:nvPr userDrawn="1"/>
        </p:nvSpPr>
        <p:spPr>
          <a:xfrm>
            <a:off x="11144304" y="4561631"/>
            <a:ext cx="209496" cy="190451"/>
          </a:xfrm>
          <a:custGeom>
            <a:avLst/>
            <a:gdLst>
              <a:gd name="connsiteX0" fmla="*/ 101580 w 279328"/>
              <a:gd name="connsiteY0" fmla="*/ 76181 h 253935"/>
              <a:gd name="connsiteX1" fmla="*/ 12699 w 279328"/>
              <a:gd name="connsiteY1" fmla="*/ 149187 h 253935"/>
              <a:gd name="connsiteX2" fmla="*/ 39300 w 279328"/>
              <a:gd name="connsiteY2" fmla="*/ 201126 h 253935"/>
              <a:gd name="connsiteX3" fmla="*/ 43516 w 279328"/>
              <a:gd name="connsiteY3" fmla="*/ 214469 h 253935"/>
              <a:gd name="connsiteX4" fmla="*/ 38239 w 279328"/>
              <a:gd name="connsiteY4" fmla="*/ 232950 h 253935"/>
              <a:gd name="connsiteX5" fmla="*/ 71423 w 279328"/>
              <a:gd name="connsiteY5" fmla="*/ 220183 h 253935"/>
              <a:gd name="connsiteX6" fmla="*/ 75988 w 279328"/>
              <a:gd name="connsiteY6" fmla="*/ 219348 h 253935"/>
              <a:gd name="connsiteX7" fmla="*/ 78703 w 279328"/>
              <a:gd name="connsiteY7" fmla="*/ 219642 h 253935"/>
              <a:gd name="connsiteX8" fmla="*/ 101580 w 279328"/>
              <a:gd name="connsiteY8" fmla="*/ 222193 h 253935"/>
              <a:gd name="connsiteX9" fmla="*/ 190447 w 279328"/>
              <a:gd name="connsiteY9" fmla="*/ 149187 h 253935"/>
              <a:gd name="connsiteX10" fmla="*/ 101580 w 279328"/>
              <a:gd name="connsiteY10" fmla="*/ 76181 h 253935"/>
              <a:gd name="connsiteX11" fmla="*/ 101580 w 279328"/>
              <a:gd name="connsiteY11" fmla="*/ 63484 h 253935"/>
              <a:gd name="connsiteX12" fmla="*/ 203146 w 279328"/>
              <a:gd name="connsiteY12" fmla="*/ 149187 h 253935"/>
              <a:gd name="connsiteX13" fmla="*/ 101580 w 279328"/>
              <a:gd name="connsiteY13" fmla="*/ 234890 h 253935"/>
              <a:gd name="connsiteX14" fmla="*/ 75988 w 279328"/>
              <a:gd name="connsiteY14" fmla="*/ 232045 h 253935"/>
              <a:gd name="connsiteX15" fmla="*/ 19049 w 279328"/>
              <a:gd name="connsiteY15" fmla="*/ 253935 h 253935"/>
              <a:gd name="connsiteX16" fmla="*/ 31321 w 279328"/>
              <a:gd name="connsiteY16" fmla="*/ 210990 h 253935"/>
              <a:gd name="connsiteX17" fmla="*/ 0 w 279328"/>
              <a:gd name="connsiteY17" fmla="*/ 149187 h 253935"/>
              <a:gd name="connsiteX18" fmla="*/ 101580 w 279328"/>
              <a:gd name="connsiteY18" fmla="*/ 63484 h 253935"/>
              <a:gd name="connsiteX19" fmla="*/ 177748 w 279328"/>
              <a:gd name="connsiteY19" fmla="*/ 0 h 253935"/>
              <a:gd name="connsiteX20" fmla="*/ 279328 w 279328"/>
              <a:gd name="connsiteY20" fmla="*/ 85703 h 253935"/>
              <a:gd name="connsiteX21" fmla="*/ 248007 w 279328"/>
              <a:gd name="connsiteY21" fmla="*/ 147506 h 253935"/>
              <a:gd name="connsiteX22" fmla="*/ 260279 w 279328"/>
              <a:gd name="connsiteY22" fmla="*/ 190451 h 253935"/>
              <a:gd name="connsiteX23" fmla="*/ 212225 w 279328"/>
              <a:gd name="connsiteY23" fmla="*/ 171971 h 253935"/>
              <a:gd name="connsiteX24" fmla="*/ 214837 w 279328"/>
              <a:gd name="connsiteY24" fmla="*/ 159368 h 253935"/>
              <a:gd name="connsiteX25" fmla="*/ 241089 w 279328"/>
              <a:gd name="connsiteY25" fmla="*/ 169466 h 253935"/>
              <a:gd name="connsiteX26" fmla="*/ 235799 w 279328"/>
              <a:gd name="connsiteY26" fmla="*/ 150986 h 253935"/>
              <a:gd name="connsiteX27" fmla="*/ 240028 w 279328"/>
              <a:gd name="connsiteY27" fmla="*/ 137631 h 253935"/>
              <a:gd name="connsiteX28" fmla="*/ 266629 w 279328"/>
              <a:gd name="connsiteY28" fmla="*/ 85703 h 253935"/>
              <a:gd name="connsiteX29" fmla="*/ 177748 w 279328"/>
              <a:gd name="connsiteY29" fmla="*/ 12697 h 253935"/>
              <a:gd name="connsiteX30" fmla="*/ 99679 w 279328"/>
              <a:gd name="connsiteY30" fmla="*/ 50858 h 253935"/>
              <a:gd name="connsiteX31" fmla="*/ 84380 w 279328"/>
              <a:gd name="connsiteY31" fmla="*/ 51986 h 253935"/>
              <a:gd name="connsiteX32" fmla="*/ 177748 w 279328"/>
              <a:gd name="connsiteY32" fmla="*/ 0 h 253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79328" h="253935">
                <a:moveTo>
                  <a:pt x="101580" y="76181"/>
                </a:moveTo>
                <a:cubicBezTo>
                  <a:pt x="52568" y="76181"/>
                  <a:pt x="12699" y="108934"/>
                  <a:pt x="12699" y="149187"/>
                </a:cubicBezTo>
                <a:cubicBezTo>
                  <a:pt x="12699" y="168796"/>
                  <a:pt x="22139" y="187230"/>
                  <a:pt x="39300" y="201126"/>
                </a:cubicBezTo>
                <a:cubicBezTo>
                  <a:pt x="43257" y="204324"/>
                  <a:pt x="44925" y="209579"/>
                  <a:pt x="43516" y="214469"/>
                </a:cubicBezTo>
                <a:lnTo>
                  <a:pt x="38239" y="232950"/>
                </a:lnTo>
                <a:lnTo>
                  <a:pt x="71423" y="220183"/>
                </a:lnTo>
                <a:cubicBezTo>
                  <a:pt x="72884" y="219630"/>
                  <a:pt x="74436" y="219348"/>
                  <a:pt x="75988" y="219348"/>
                </a:cubicBezTo>
                <a:cubicBezTo>
                  <a:pt x="76893" y="219348"/>
                  <a:pt x="77811" y="219442"/>
                  <a:pt x="78703" y="219642"/>
                </a:cubicBezTo>
                <a:cubicBezTo>
                  <a:pt x="86437" y="221335"/>
                  <a:pt x="94131" y="222193"/>
                  <a:pt x="101580" y="222193"/>
                </a:cubicBezTo>
                <a:cubicBezTo>
                  <a:pt x="150578" y="222193"/>
                  <a:pt x="190447" y="189440"/>
                  <a:pt x="190447" y="149187"/>
                </a:cubicBezTo>
                <a:cubicBezTo>
                  <a:pt x="190447" y="108934"/>
                  <a:pt x="150578" y="76181"/>
                  <a:pt x="101580" y="76181"/>
                </a:cubicBezTo>
                <a:close/>
                <a:moveTo>
                  <a:pt x="101580" y="63484"/>
                </a:moveTo>
                <a:cubicBezTo>
                  <a:pt x="157665" y="63484"/>
                  <a:pt x="203146" y="101856"/>
                  <a:pt x="203146" y="149187"/>
                </a:cubicBezTo>
                <a:cubicBezTo>
                  <a:pt x="203146" y="196518"/>
                  <a:pt x="157665" y="234890"/>
                  <a:pt x="101580" y="234890"/>
                </a:cubicBezTo>
                <a:cubicBezTo>
                  <a:pt x="92708" y="234890"/>
                  <a:pt x="84173" y="233844"/>
                  <a:pt x="75988" y="232045"/>
                </a:cubicBezTo>
                <a:lnTo>
                  <a:pt x="19049" y="253935"/>
                </a:lnTo>
                <a:lnTo>
                  <a:pt x="31321" y="210990"/>
                </a:lnTo>
                <a:cubicBezTo>
                  <a:pt x="12052" y="195389"/>
                  <a:pt x="0" y="173499"/>
                  <a:pt x="0" y="149187"/>
                </a:cubicBezTo>
                <a:cubicBezTo>
                  <a:pt x="0" y="101856"/>
                  <a:pt x="45481" y="63484"/>
                  <a:pt x="101580" y="63484"/>
                </a:cubicBezTo>
                <a:close/>
                <a:moveTo>
                  <a:pt x="177748" y="0"/>
                </a:moveTo>
                <a:cubicBezTo>
                  <a:pt x="233860" y="0"/>
                  <a:pt x="279328" y="38373"/>
                  <a:pt x="279328" y="85703"/>
                </a:cubicBezTo>
                <a:cubicBezTo>
                  <a:pt x="279328" y="110015"/>
                  <a:pt x="267288" y="131905"/>
                  <a:pt x="248007" y="147506"/>
                </a:cubicBezTo>
                <a:lnTo>
                  <a:pt x="260279" y="190451"/>
                </a:lnTo>
                <a:lnTo>
                  <a:pt x="212225" y="171971"/>
                </a:lnTo>
                <a:cubicBezTo>
                  <a:pt x="213376" y="167856"/>
                  <a:pt x="214320" y="163671"/>
                  <a:pt x="214837" y="159368"/>
                </a:cubicBezTo>
                <a:lnTo>
                  <a:pt x="241089" y="169466"/>
                </a:lnTo>
                <a:lnTo>
                  <a:pt x="235799" y="150986"/>
                </a:lnTo>
                <a:cubicBezTo>
                  <a:pt x="234403" y="146107"/>
                  <a:pt x="236071" y="140840"/>
                  <a:pt x="240028" y="137631"/>
                </a:cubicBezTo>
                <a:cubicBezTo>
                  <a:pt x="257189" y="123746"/>
                  <a:pt x="266629" y="105313"/>
                  <a:pt x="266629" y="85703"/>
                </a:cubicBezTo>
                <a:cubicBezTo>
                  <a:pt x="266629" y="45450"/>
                  <a:pt x="226760" y="12697"/>
                  <a:pt x="177748" y="12697"/>
                </a:cubicBezTo>
                <a:cubicBezTo>
                  <a:pt x="144100" y="12697"/>
                  <a:pt x="114770" y="28145"/>
                  <a:pt x="99679" y="50858"/>
                </a:cubicBezTo>
                <a:cubicBezTo>
                  <a:pt x="94480" y="50928"/>
                  <a:pt x="89385" y="51340"/>
                  <a:pt x="84380" y="51986"/>
                </a:cubicBezTo>
                <a:cubicBezTo>
                  <a:pt x="99899" y="21408"/>
                  <a:pt x="135862" y="0"/>
                  <a:pt x="177748" y="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US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3832688-8F75-4834-9C99-E323FBD456F8}"/>
              </a:ext>
            </a:extLst>
          </p:cNvPr>
          <p:cNvSpPr/>
          <p:nvPr userDrawn="1"/>
        </p:nvSpPr>
        <p:spPr>
          <a:xfrm>
            <a:off x="11172873" y="4897086"/>
            <a:ext cx="152360" cy="209475"/>
          </a:xfrm>
          <a:custGeom>
            <a:avLst/>
            <a:gdLst>
              <a:gd name="connsiteX0" fmla="*/ 199640 w 203146"/>
              <a:gd name="connsiteY0" fmla="*/ 631 h 279300"/>
              <a:gd name="connsiteX1" fmla="*/ 202474 w 203146"/>
              <a:gd name="connsiteY1" fmla="*/ 9154 h 279300"/>
              <a:gd name="connsiteX2" fmla="*/ 169535 w 203146"/>
              <a:gd name="connsiteY2" fmla="*/ 41601 h 279300"/>
              <a:gd name="connsiteX3" fmla="*/ 117778 w 203146"/>
              <a:gd name="connsiteY3" fmla="*/ 37398 h 279300"/>
              <a:gd name="connsiteX4" fmla="*/ 88305 w 203146"/>
              <a:gd name="connsiteY4" fmla="*/ 34972 h 279300"/>
              <a:gd name="connsiteX5" fmla="*/ 76950 w 203146"/>
              <a:gd name="connsiteY5" fmla="*/ 51123 h 279300"/>
              <a:gd name="connsiteX6" fmla="*/ 139665 w 203146"/>
              <a:gd name="connsiteY6" fmla="*/ 120583 h 279300"/>
              <a:gd name="connsiteX7" fmla="*/ 139665 w 203146"/>
              <a:gd name="connsiteY7" fmla="*/ 209464 h 279300"/>
              <a:gd name="connsiteX8" fmla="*/ 69837 w 203146"/>
              <a:gd name="connsiteY8" fmla="*/ 279300 h 279300"/>
              <a:gd name="connsiteX9" fmla="*/ 0 w 203146"/>
              <a:gd name="connsiteY9" fmla="*/ 209464 h 279300"/>
              <a:gd name="connsiteX10" fmla="*/ 0 w 203146"/>
              <a:gd name="connsiteY10" fmla="*/ 120583 h 279300"/>
              <a:gd name="connsiteX11" fmla="*/ 64028 w 203146"/>
              <a:gd name="connsiteY11" fmla="*/ 51059 h 279300"/>
              <a:gd name="connsiteX12" fmla="*/ 81636 w 203146"/>
              <a:gd name="connsiteY12" fmla="*/ 24165 h 279300"/>
              <a:gd name="connsiteX13" fmla="*/ 123455 w 203146"/>
              <a:gd name="connsiteY13" fmla="*/ 26033 h 279300"/>
              <a:gd name="connsiteX14" fmla="*/ 191120 w 203146"/>
              <a:gd name="connsiteY14" fmla="*/ 3485 h 279300"/>
              <a:gd name="connsiteX15" fmla="*/ 199640 w 203146"/>
              <a:gd name="connsiteY15" fmla="*/ 631 h 279300"/>
              <a:gd name="connsiteX16" fmla="*/ 63480 w 203146"/>
              <a:gd name="connsiteY16" fmla="*/ 63824 h 279300"/>
              <a:gd name="connsiteX17" fmla="*/ 12696 w 203146"/>
              <a:gd name="connsiteY17" fmla="*/ 120583 h 279300"/>
              <a:gd name="connsiteX18" fmla="*/ 12696 w 203146"/>
              <a:gd name="connsiteY18" fmla="*/ 126940 h 279300"/>
              <a:gd name="connsiteX19" fmla="*/ 63480 w 203146"/>
              <a:gd name="connsiteY19" fmla="*/ 126940 h 279300"/>
              <a:gd name="connsiteX20" fmla="*/ 63480 w 203146"/>
              <a:gd name="connsiteY20" fmla="*/ 63824 h 279300"/>
              <a:gd name="connsiteX21" fmla="*/ 76185 w 203146"/>
              <a:gd name="connsiteY21" fmla="*/ 63824 h 279300"/>
              <a:gd name="connsiteX22" fmla="*/ 76185 w 203146"/>
              <a:gd name="connsiteY22" fmla="*/ 126940 h 279300"/>
              <a:gd name="connsiteX23" fmla="*/ 126969 w 203146"/>
              <a:gd name="connsiteY23" fmla="*/ 126940 h 279300"/>
              <a:gd name="connsiteX24" fmla="*/ 126969 w 203146"/>
              <a:gd name="connsiteY24" fmla="*/ 120583 h 279300"/>
              <a:gd name="connsiteX25" fmla="*/ 76185 w 203146"/>
              <a:gd name="connsiteY25" fmla="*/ 63824 h 279300"/>
              <a:gd name="connsiteX26" fmla="*/ 12696 w 203146"/>
              <a:gd name="connsiteY26" fmla="*/ 139628 h 279300"/>
              <a:gd name="connsiteX27" fmla="*/ 12696 w 203146"/>
              <a:gd name="connsiteY27" fmla="*/ 209464 h 279300"/>
              <a:gd name="connsiteX28" fmla="*/ 69837 w 203146"/>
              <a:gd name="connsiteY28" fmla="*/ 266599 h 279300"/>
              <a:gd name="connsiteX29" fmla="*/ 126969 w 203146"/>
              <a:gd name="connsiteY29" fmla="*/ 209464 h 279300"/>
              <a:gd name="connsiteX30" fmla="*/ 126969 w 203146"/>
              <a:gd name="connsiteY30" fmla="*/ 139628 h 279300"/>
              <a:gd name="connsiteX31" fmla="*/ 12696 w 203146"/>
              <a:gd name="connsiteY31" fmla="*/ 139628 h 27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03146" h="279300">
                <a:moveTo>
                  <a:pt x="199640" y="631"/>
                </a:moveTo>
                <a:cubicBezTo>
                  <a:pt x="202777" y="2214"/>
                  <a:pt x="204042" y="6015"/>
                  <a:pt x="202474" y="9154"/>
                </a:cubicBezTo>
                <a:cubicBezTo>
                  <a:pt x="195068" y="23970"/>
                  <a:pt x="184451" y="35802"/>
                  <a:pt x="169535" y="41601"/>
                </a:cubicBezTo>
                <a:cubicBezTo>
                  <a:pt x="157349" y="46349"/>
                  <a:pt x="141904" y="49450"/>
                  <a:pt x="117778" y="37398"/>
                </a:cubicBezTo>
                <a:cubicBezTo>
                  <a:pt x="103400" y="30210"/>
                  <a:pt x="97374" y="29367"/>
                  <a:pt x="88305" y="34972"/>
                </a:cubicBezTo>
                <a:cubicBezTo>
                  <a:pt x="82089" y="38812"/>
                  <a:pt x="78415" y="45143"/>
                  <a:pt x="76950" y="51123"/>
                </a:cubicBezTo>
                <a:cubicBezTo>
                  <a:pt x="112176" y="54691"/>
                  <a:pt x="139665" y="84426"/>
                  <a:pt x="139665" y="120583"/>
                </a:cubicBezTo>
                <a:lnTo>
                  <a:pt x="139665" y="209464"/>
                </a:lnTo>
                <a:cubicBezTo>
                  <a:pt x="139665" y="248034"/>
                  <a:pt x="108398" y="279300"/>
                  <a:pt x="69837" y="279300"/>
                </a:cubicBezTo>
                <a:cubicBezTo>
                  <a:pt x="31268" y="279300"/>
                  <a:pt x="0" y="248034"/>
                  <a:pt x="0" y="209464"/>
                </a:cubicBezTo>
                <a:lnTo>
                  <a:pt x="0" y="120583"/>
                </a:lnTo>
                <a:cubicBezTo>
                  <a:pt x="0" y="83985"/>
                  <a:pt x="28188" y="54004"/>
                  <a:pt x="64028" y="51059"/>
                </a:cubicBezTo>
                <a:cubicBezTo>
                  <a:pt x="65832" y="40083"/>
                  <a:pt x="72312" y="29938"/>
                  <a:pt x="81636" y="24165"/>
                </a:cubicBezTo>
                <a:cubicBezTo>
                  <a:pt x="90714" y="18573"/>
                  <a:pt x="103844" y="14966"/>
                  <a:pt x="123455" y="26033"/>
                </a:cubicBezTo>
                <a:cubicBezTo>
                  <a:pt x="157906" y="45467"/>
                  <a:pt x="176865" y="25228"/>
                  <a:pt x="191120" y="3485"/>
                </a:cubicBezTo>
                <a:cubicBezTo>
                  <a:pt x="193047" y="540"/>
                  <a:pt x="196495" y="-926"/>
                  <a:pt x="199640" y="631"/>
                </a:cubicBezTo>
                <a:close/>
                <a:moveTo>
                  <a:pt x="63480" y="63824"/>
                </a:moveTo>
                <a:cubicBezTo>
                  <a:pt x="34914" y="66990"/>
                  <a:pt x="12696" y="91185"/>
                  <a:pt x="12696" y="120583"/>
                </a:cubicBezTo>
                <a:lnTo>
                  <a:pt x="12696" y="126940"/>
                </a:lnTo>
                <a:lnTo>
                  <a:pt x="63480" y="126940"/>
                </a:lnTo>
                <a:lnTo>
                  <a:pt x="63480" y="63824"/>
                </a:lnTo>
                <a:close/>
                <a:moveTo>
                  <a:pt x="76185" y="63824"/>
                </a:moveTo>
                <a:lnTo>
                  <a:pt x="76185" y="126940"/>
                </a:lnTo>
                <a:lnTo>
                  <a:pt x="126969" y="126940"/>
                </a:lnTo>
                <a:lnTo>
                  <a:pt x="126969" y="120583"/>
                </a:lnTo>
                <a:cubicBezTo>
                  <a:pt x="126969" y="91185"/>
                  <a:pt x="104751" y="66990"/>
                  <a:pt x="76185" y="63824"/>
                </a:cubicBezTo>
                <a:close/>
                <a:moveTo>
                  <a:pt x="12696" y="139628"/>
                </a:moveTo>
                <a:lnTo>
                  <a:pt x="12696" y="209464"/>
                </a:lnTo>
                <a:cubicBezTo>
                  <a:pt x="12696" y="241029"/>
                  <a:pt x="38277" y="266599"/>
                  <a:pt x="69837" y="266599"/>
                </a:cubicBezTo>
                <a:cubicBezTo>
                  <a:pt x="101388" y="266599"/>
                  <a:pt x="126969" y="241029"/>
                  <a:pt x="126969" y="209464"/>
                </a:cubicBezTo>
                <a:cubicBezTo>
                  <a:pt x="126969" y="209464"/>
                  <a:pt x="126969" y="139628"/>
                  <a:pt x="126969" y="139628"/>
                </a:cubicBezTo>
                <a:lnTo>
                  <a:pt x="12696" y="139628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US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B91B1E4-0B05-471B-8CB4-A52807CD6972}"/>
              </a:ext>
            </a:extLst>
          </p:cNvPr>
          <p:cNvSpPr txBox="1">
            <a:spLocks/>
          </p:cNvSpPr>
          <p:nvPr userDrawn="1"/>
        </p:nvSpPr>
        <p:spPr>
          <a:xfrm>
            <a:off x="8010472" y="4069033"/>
            <a:ext cx="3001417" cy="1037528"/>
          </a:xfrm>
          <a:prstGeom prst="rect">
            <a:avLst/>
          </a:prstGeom>
        </p:spPr>
        <p:txBody>
          <a:bodyPr vert="horz" lIns="68580" tIns="34290" rIns="68580" bIns="3429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68580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100" b="1">
                <a:solidFill>
                  <a:schemeClr val="tx1"/>
                </a:solidFill>
                <a:latin typeface="Calibri Light" panose="020F0302020204030204"/>
                <a:ea typeface="Roboto" panose="02000000000000000000" pitchFamily="2" charset="0"/>
              </a:rPr>
              <a:t>India, Germany, Japan, USA &amp; China</a:t>
            </a:r>
          </a:p>
          <a:p>
            <a:pPr marL="0" indent="0" algn="r" defTabSz="68580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100" b="1">
                <a:solidFill>
                  <a:schemeClr val="tx1"/>
                </a:solidFill>
                <a:latin typeface="Calibri Light" panose="020F0302020204030204"/>
                <a:ea typeface="Roboto" panose="02000000000000000000" pitchFamily="2" charset="0"/>
              </a:rPr>
              <a:t>+91 44 6666 9600</a:t>
            </a:r>
          </a:p>
          <a:p>
            <a:pPr marL="0" indent="0" algn="r" defTabSz="68580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100" b="1" u="sng">
                <a:solidFill>
                  <a:schemeClr val="tx1"/>
                </a:solidFill>
                <a:latin typeface="Calibri Light" panose="020F0302020204030204"/>
                <a:ea typeface="Roboto" panose="02000000000000000000" pitchFamily="2" charset="0"/>
              </a:rPr>
              <a:t>www.jasmin-infotech.com</a:t>
            </a: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A081058F-3133-4197-B807-FC6CB78CE2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5660041" cy="4561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3E6B2BDD-7865-4F6F-B5D7-A4B5A52B7464}"/>
              </a:ext>
            </a:extLst>
          </p:cNvPr>
          <p:cNvSpPr/>
          <p:nvPr userDrawn="1"/>
        </p:nvSpPr>
        <p:spPr>
          <a:xfrm rot="5400000">
            <a:off x="-467508" y="4483021"/>
            <a:ext cx="1972910" cy="1037896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F8BB3D50-38BC-132C-82A7-E5447A2A645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9253" y="195459"/>
            <a:ext cx="1855980" cy="149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9947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04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04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410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96" r:id="rId12"/>
    <p:sldLayoutId id="2147483697" r:id="rId13"/>
    <p:sldLayoutId id="2147483698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A1D1BC-3BF8-4FCC-BF21-07D616F2B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11023-BBB9-4E1B-95EF-F874370A7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AD75D-4AC3-4D94-8260-13C2633BD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22C2E77A-5381-4121-9A7B-139FB8F4E5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05000" y="6650257"/>
            <a:ext cx="236220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7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CONFIDENTIAL : JI Internal Use Only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E25A6030-3380-4898-819C-D2BD1C73746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650257"/>
            <a:ext cx="205740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7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©2023 Jasmin Infotech</a:t>
            </a:r>
            <a:r>
              <a:rPr lang="en-US" sz="7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Private Limited</a:t>
            </a:r>
            <a:endParaRPr lang="en-US" sz="700" b="1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95BBBE-8BDA-46C2-B17F-5F1D256C0269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046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91" r:id="rId2"/>
    <p:sldLayoutId id="2147483678" r:id="rId3"/>
    <p:sldLayoutId id="2147483692" r:id="rId4"/>
    <p:sldLayoutId id="2147483674" r:id="rId5"/>
    <p:sldLayoutId id="2147483690" r:id="rId6"/>
    <p:sldLayoutId id="2147483693" r:id="rId7"/>
    <p:sldLayoutId id="2147483694" r:id="rId8"/>
    <p:sldLayoutId id="2147483695" r:id="rId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jpe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A91F374-12C3-45EB-99A5-33CBA53EFC64}"/>
              </a:ext>
            </a:extLst>
          </p:cNvPr>
          <p:cNvSpPr/>
          <p:nvPr/>
        </p:nvSpPr>
        <p:spPr>
          <a:xfrm>
            <a:off x="481764" y="4050147"/>
            <a:ext cx="11194847" cy="230832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400" b="1" i="1" u="sng">
                <a:solidFill>
                  <a:srgbClr val="000076"/>
                </a:solidFill>
                <a:latin typeface="Aptos"/>
                <a:cs typeface="Calibri"/>
              </a:rPr>
              <a:t>Title : </a:t>
            </a:r>
            <a:r>
              <a:rPr lang="en-US" sz="2400" b="1" i="1" u="sng" err="1">
                <a:solidFill>
                  <a:srgbClr val="000076"/>
                </a:solidFill>
                <a:latin typeface="Aptos"/>
                <a:cs typeface="Calibri"/>
              </a:rPr>
              <a:t>EZKit</a:t>
            </a:r>
            <a:r>
              <a:rPr lang="en-US" sz="2400" b="1" i="1" u="sng">
                <a:solidFill>
                  <a:srgbClr val="000076"/>
                </a:solidFill>
                <a:latin typeface="Aptos"/>
                <a:cs typeface="Calibri"/>
              </a:rPr>
              <a:t> and EVAL Melody Platform Introduction</a:t>
            </a:r>
          </a:p>
          <a:p>
            <a:pPr algn="ctr"/>
            <a:r>
              <a:rPr lang="en-US" sz="2400" b="1" i="1">
                <a:solidFill>
                  <a:srgbClr val="000076"/>
                </a:solidFill>
                <a:ea typeface="Calibri"/>
                <a:cs typeface="Calibri"/>
              </a:rPr>
              <a:t>16 Oct 2024</a:t>
            </a:r>
            <a:endParaRPr lang="en-US" sz="2400">
              <a:solidFill>
                <a:srgbClr val="000000"/>
              </a:solidFill>
              <a:ea typeface="Calibri"/>
              <a:cs typeface="Calibri"/>
            </a:endParaRPr>
          </a:p>
          <a:p>
            <a:pPr algn="ctr"/>
            <a:endParaRPr lang="en-US" sz="2400" b="1" i="1">
              <a:solidFill>
                <a:srgbClr val="000076"/>
              </a:solidFill>
              <a:ea typeface="Calibri"/>
              <a:cs typeface="Calibri"/>
            </a:endParaRPr>
          </a:p>
          <a:p>
            <a:pPr algn="ctr"/>
            <a:r>
              <a:rPr lang="en-US" b="1" i="1">
                <a:solidFill>
                  <a:srgbClr val="000076"/>
                </a:solidFill>
                <a:ea typeface="Calibri"/>
                <a:cs typeface="Calibri"/>
              </a:rPr>
              <a:t>Presented by:</a:t>
            </a:r>
          </a:p>
          <a:p>
            <a:pPr algn="ctr"/>
            <a:r>
              <a:rPr lang="en-US" b="1" i="1">
                <a:solidFill>
                  <a:srgbClr val="000076"/>
                </a:solidFill>
                <a:cs typeface="Calibri"/>
              </a:rPr>
              <a:t>Vaithegi G</a:t>
            </a:r>
            <a:endParaRPr lang="en-US"/>
          </a:p>
          <a:p>
            <a:pPr algn="ctr"/>
            <a:r>
              <a:rPr lang="en-US" b="1" i="1">
                <a:solidFill>
                  <a:srgbClr val="000076"/>
                </a:solidFill>
                <a:ea typeface="Calibri"/>
                <a:cs typeface="Calibri"/>
              </a:rPr>
              <a:t>Sangeeth S</a:t>
            </a:r>
          </a:p>
          <a:p>
            <a:pPr algn="ctr"/>
            <a:endParaRPr lang="en-US" b="1" i="1">
              <a:solidFill>
                <a:srgbClr val="000076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BFE0D5-8454-6572-6152-0DFA1DED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2</a:t>
            </a:fld>
            <a:endParaRPr lang="en-IN"/>
          </a:p>
        </p:txBody>
      </p:sp>
      <p:pic>
        <p:nvPicPr>
          <p:cNvPr id="4" name="Picture 3" descr="A close up of a circuit board&#10;&#10;Description automatically generated">
            <a:extLst>
              <a:ext uri="{FF2B5EF4-FFF2-40B4-BE49-F238E27FC236}">
                <a16:creationId xmlns:a16="http://schemas.microsoft.com/office/drawing/2014/main" id="{9C8AD8FF-4997-D0D1-EE3A-C0C7E07F3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223709" y="-689655"/>
            <a:ext cx="5387698" cy="91439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EE9FD0-8A34-3606-EC0E-59EEC5EF4E96}"/>
              </a:ext>
            </a:extLst>
          </p:cNvPr>
          <p:cNvSpPr txBox="1"/>
          <p:nvPr/>
        </p:nvSpPr>
        <p:spPr>
          <a:xfrm>
            <a:off x="634362" y="436032"/>
            <a:ext cx="314326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Aptos"/>
              </a:rPr>
              <a:t>Can you recall?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243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BFE0D5-8454-6572-6152-0DFA1DED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3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2B373A-94C1-FFBB-7412-0A45A55B8310}"/>
              </a:ext>
            </a:extLst>
          </p:cNvPr>
          <p:cNvSpPr txBox="1"/>
          <p:nvPr/>
        </p:nvSpPr>
        <p:spPr>
          <a:xfrm>
            <a:off x="506113" y="406639"/>
            <a:ext cx="979476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Aptos"/>
              </a:rPr>
              <a:t>ADSP-21593(Eval Melody-9) Hardware </a:t>
            </a:r>
          </a:p>
        </p:txBody>
      </p:sp>
      <p:pic>
        <p:nvPicPr>
          <p:cNvPr id="9" name="Picture 8" descr="A close-up of a circuit board&#10;&#10;Description automatically generated">
            <a:extLst>
              <a:ext uri="{FF2B5EF4-FFF2-40B4-BE49-F238E27FC236}">
                <a16:creationId xmlns:a16="http://schemas.microsoft.com/office/drawing/2014/main" id="{3A44028B-B3AF-F5D4-7735-65D3B2F88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613" y="1116884"/>
            <a:ext cx="8602776" cy="518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555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41DA9F-A05D-C727-4F58-59763F659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7031" y="1937484"/>
            <a:ext cx="9438134" cy="358934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Wingdings" panose="020B0604020202020204" pitchFamily="34" charset="0"/>
              <a:buChar char="Ø"/>
            </a:pPr>
            <a:r>
              <a:rPr lang="en-US" sz="1800">
                <a:latin typeface="Calibri"/>
                <a:ea typeface="+mn-lt"/>
                <a:cs typeface="+mn-lt"/>
              </a:rPr>
              <a:t>Connect the micro-USB cable to "J44" port and Emulator to the "P1" port of ADSP-21593 Eval Melody-9 Rev 'B' board and power should be turned ON.</a:t>
            </a:r>
            <a:endParaRPr lang="en-US" sz="1800">
              <a:latin typeface="Calibri"/>
              <a:cs typeface="Calibri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 sz="1800">
                <a:latin typeface="Calibri"/>
                <a:ea typeface="+mn-lt"/>
                <a:cs typeface="+mn-lt"/>
              </a:rPr>
              <a:t>In DTSX_PRO_on_ADSP21593_35Ch_Offline -&gt; </a:t>
            </a:r>
            <a:r>
              <a:rPr lang="en-US" sz="1800" err="1">
                <a:latin typeface="Calibri"/>
                <a:ea typeface="+mn-lt"/>
                <a:cs typeface="+mn-lt"/>
              </a:rPr>
              <a:t>Build_CCES</a:t>
            </a:r>
            <a:r>
              <a:rPr lang="en-US" sz="1800">
                <a:latin typeface="Calibri"/>
                <a:ea typeface="+mn-lt"/>
                <a:cs typeface="+mn-lt"/>
              </a:rPr>
              <a:t> folder, go to kernel_Core1-&gt;Debug folder.</a:t>
            </a:r>
            <a:endParaRPr lang="en-US" sz="1800">
              <a:latin typeface="Calibri"/>
              <a:cs typeface="Calibri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 sz="1800">
                <a:latin typeface="Calibri"/>
                <a:ea typeface="+mn-lt"/>
                <a:cs typeface="+mn-lt"/>
              </a:rPr>
              <a:t>Copy and paste Input streams and "input_list.txt" file in the Debug folder.</a:t>
            </a:r>
            <a:endParaRPr lang="en-US" sz="1800">
              <a:latin typeface="Calibri"/>
              <a:cs typeface="Calibri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 sz="1800">
                <a:latin typeface="Calibri"/>
                <a:ea typeface="+mn-lt"/>
                <a:cs typeface="+mn-lt"/>
              </a:rPr>
              <a:t>Open CCES 2.11.1 and Create a Workspace</a:t>
            </a:r>
            <a:endParaRPr lang="en-US" sz="1800">
              <a:latin typeface="Calibri"/>
              <a:cs typeface="Calibri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 sz="1800">
                <a:latin typeface="Calibri"/>
                <a:ea typeface="+mn-lt"/>
                <a:cs typeface="+mn-lt"/>
              </a:rPr>
              <a:t>Go to Debug Configurations-&gt;Application with </a:t>
            </a:r>
            <a:r>
              <a:rPr lang="en-US" sz="1800" err="1">
                <a:latin typeface="Calibri"/>
                <a:ea typeface="+mn-lt"/>
                <a:cs typeface="+mn-lt"/>
              </a:rPr>
              <a:t>CrossCore</a:t>
            </a:r>
            <a:r>
              <a:rPr lang="en-US" sz="1800">
                <a:latin typeface="Calibri"/>
                <a:ea typeface="+mn-lt"/>
                <a:cs typeface="+mn-lt"/>
              </a:rPr>
              <a:t> Debugger.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 sz="1800">
                <a:latin typeface="Calibri"/>
                <a:ea typeface="+mn-lt"/>
                <a:cs typeface="+mn-lt"/>
              </a:rPr>
              <a:t>Select Processor family as "SHARC-&gt;ADSP-21593" and click Next, select the type of target as Emulator and click Next and Select the proper platform ( ICE-1000/ICE-2000 ) and click Finish.</a:t>
            </a:r>
            <a:endParaRPr lang="en-US" sz="1800">
              <a:latin typeface="Calibri"/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F53623-FFC4-A7B7-CC2A-AFC3898AE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4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28B59C-DA36-A59A-1F3D-E53F334DFD59}"/>
              </a:ext>
            </a:extLst>
          </p:cNvPr>
          <p:cNvSpPr txBox="1"/>
          <p:nvPr/>
        </p:nvSpPr>
        <p:spPr>
          <a:xfrm>
            <a:off x="451413" y="393539"/>
            <a:ext cx="32544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Aptos"/>
              </a:rPr>
              <a:t>Offline testing</a:t>
            </a:r>
            <a:endParaRPr lang="en-US" sz="2800">
              <a:solidFill>
                <a:srgbClr val="01008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2272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CFD54F-6E9B-8758-43C0-F89D789AE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1790" y="1826666"/>
            <a:ext cx="9020171" cy="355548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Wingdings,Sans-Serif"/>
              <a:buChar char="Ø"/>
            </a:pPr>
            <a:r>
              <a:rPr lang="en-US" sz="1800">
                <a:latin typeface="Calibri"/>
                <a:cs typeface="Calibri"/>
              </a:rPr>
              <a:t>In the Debug Configurations Window, kindly check whether Preloder is loaded automatically on the debug configuration window. If it is not there, choose </a:t>
            </a:r>
            <a:r>
              <a:rPr lang="en-US" sz="1800" err="1">
                <a:latin typeface="Calibri"/>
                <a:cs typeface="Calibri"/>
              </a:rPr>
              <a:t>preloader</a:t>
            </a:r>
            <a:r>
              <a:rPr lang="en-US" sz="1800">
                <a:latin typeface="Calibri"/>
                <a:cs typeface="Calibri"/>
              </a:rPr>
              <a:t> from the </a:t>
            </a:r>
            <a:r>
              <a:rPr lang="en-US" sz="1800" err="1">
                <a:latin typeface="Calibri"/>
                <a:cs typeface="Calibri"/>
              </a:rPr>
              <a:t>cces</a:t>
            </a:r>
            <a:r>
              <a:rPr lang="en-US" sz="1800">
                <a:latin typeface="Calibri"/>
                <a:cs typeface="Calibri"/>
              </a:rPr>
              <a:t> installation path. </a:t>
            </a:r>
            <a:r>
              <a:rPr lang="en-US" sz="1800">
                <a:solidFill>
                  <a:srgbClr val="C00000"/>
                </a:solidFill>
                <a:latin typeface="Calibri"/>
                <a:cs typeface="Calibri"/>
              </a:rPr>
              <a:t>Path:(C:\Analog Devices\</a:t>
            </a:r>
            <a:r>
              <a:rPr lang="en-US" sz="1800" err="1">
                <a:solidFill>
                  <a:srgbClr val="C00000"/>
                </a:solidFill>
                <a:latin typeface="Calibri"/>
                <a:cs typeface="Calibri"/>
              </a:rPr>
              <a:t>CrossCore</a:t>
            </a:r>
            <a:r>
              <a:rPr lang="en-US" sz="1800">
                <a:solidFill>
                  <a:srgbClr val="C00000"/>
                </a:solidFill>
                <a:latin typeface="Calibri"/>
                <a:cs typeface="Calibri"/>
              </a:rPr>
              <a:t> Embedded Studio 2.11.1\SHARC\</a:t>
            </a:r>
            <a:r>
              <a:rPr lang="en-US" sz="1800" err="1">
                <a:solidFill>
                  <a:srgbClr val="C00000"/>
                </a:solidFill>
                <a:latin typeface="Calibri"/>
                <a:cs typeface="Calibri"/>
              </a:rPr>
              <a:t>ldr</a:t>
            </a:r>
            <a:r>
              <a:rPr lang="en-US" sz="1800">
                <a:solidFill>
                  <a:srgbClr val="C00000"/>
                </a:solidFill>
                <a:latin typeface="Calibri"/>
                <a:cs typeface="Calibri"/>
              </a:rPr>
              <a:t>\ezkit21593_preload_core1.dxe).</a:t>
            </a:r>
          </a:p>
          <a:p>
            <a:pPr>
              <a:buFont typeface="Wingdings,Sans-Serif"/>
              <a:buChar char="Ø"/>
            </a:pPr>
            <a:r>
              <a:rPr lang="en-US" sz="1800">
                <a:latin typeface="Calibri"/>
                <a:cs typeface="Calibri"/>
              </a:rPr>
              <a:t>Browse and select proper (.</a:t>
            </a:r>
            <a:r>
              <a:rPr lang="en-US" sz="1800" err="1">
                <a:latin typeface="Calibri"/>
                <a:cs typeface="Calibri"/>
              </a:rPr>
              <a:t>dxe</a:t>
            </a:r>
            <a:r>
              <a:rPr lang="en-US" sz="1800">
                <a:latin typeface="Calibri"/>
                <a:cs typeface="Calibri"/>
              </a:rPr>
              <a:t>) files of kernel_Core1 &amp; kernel_Core2 project from DTSX_PRO_on_ADSP21593_35Ch_Offline folder.</a:t>
            </a:r>
          </a:p>
          <a:p>
            <a:pPr>
              <a:buFont typeface="Wingdings,Sans-Serif"/>
              <a:buChar char="Ø"/>
            </a:pPr>
            <a:r>
              <a:rPr lang="en-US" sz="1800">
                <a:latin typeface="Calibri"/>
                <a:cs typeface="Calibri"/>
              </a:rPr>
              <a:t>Now click Apply and Debug to launch the </a:t>
            </a:r>
            <a:r>
              <a:rPr lang="en-US" sz="1800" err="1">
                <a:latin typeface="Calibri"/>
                <a:cs typeface="Calibri"/>
              </a:rPr>
              <a:t>WorkSpace</a:t>
            </a:r>
            <a:r>
              <a:rPr lang="en-US" sz="1800">
                <a:latin typeface="Calibri"/>
                <a:cs typeface="Calibri"/>
              </a:rPr>
              <a:t>, Select Debug window. Run the Project.</a:t>
            </a:r>
          </a:p>
          <a:p>
            <a:pPr>
              <a:buFont typeface="Wingdings,Sans-Serif"/>
              <a:buChar char="Ø"/>
            </a:pPr>
            <a:r>
              <a:rPr lang="en-US" sz="1800">
                <a:latin typeface="Calibri"/>
                <a:cs typeface="Calibri"/>
              </a:rPr>
              <a:t>Go to Debug folder Run the cmd.bat file "Decoding stream 1 out of ..." will be printed on console window. After completed decoding of all the input streams, "Decoding Completed" will be printed in the console window.</a:t>
            </a:r>
          </a:p>
          <a:p>
            <a:pPr marL="0" indent="0">
              <a:buNone/>
            </a:pPr>
            <a:endParaRPr lang="en-US" sz="20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D62B96-1D6C-0576-D0D2-ED1DE58B0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5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7E0D8C-EB10-32AC-6524-08E29B1396F3}"/>
              </a:ext>
            </a:extLst>
          </p:cNvPr>
          <p:cNvSpPr txBox="1"/>
          <p:nvPr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solidFill>
                  <a:srgbClr val="010086"/>
                </a:solidFill>
                <a:latin typeface="Aptos"/>
                <a:ea typeface="+mn-lt"/>
                <a:cs typeface="+mn-lt"/>
              </a:rPr>
              <a:t>Conti...</a:t>
            </a:r>
          </a:p>
        </p:txBody>
      </p:sp>
    </p:spTree>
    <p:extLst>
      <p:ext uri="{BB962C8B-B14F-4D97-AF65-F5344CB8AC3E}">
        <p14:creationId xmlns:p14="http://schemas.microsoft.com/office/powerpoint/2010/main" val="155328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CFD54F-6E9B-8758-43C0-F89D789AE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1790" y="1826666"/>
            <a:ext cx="9020171" cy="225617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Wingdings,Sans-Serif"/>
              <a:buChar char="Ø"/>
            </a:pPr>
            <a:r>
              <a:rPr lang="en-US" sz="1800">
                <a:solidFill>
                  <a:srgbClr val="000000"/>
                </a:solidFill>
                <a:latin typeface="Calibri"/>
                <a:cs typeface="Calibri"/>
              </a:rPr>
              <a:t>Connect the micro-USB cable to "J12" port and Emulator to the "P1" port of ADSP-21593 Eval Melody-9 Rev 'B' board and power should be turned ON.</a:t>
            </a:r>
          </a:p>
          <a:p>
            <a:pPr>
              <a:buFont typeface="Wingdings,Sans-Serif"/>
              <a:buChar char="Ø"/>
            </a:pPr>
            <a:r>
              <a:rPr lang="en-US" sz="1800">
                <a:solidFill>
                  <a:srgbClr val="000000"/>
                </a:solidFill>
                <a:latin typeface="Calibri"/>
                <a:cs typeface="Calibri"/>
              </a:rPr>
              <a:t>Load </a:t>
            </a:r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preload </a:t>
            </a:r>
            <a:r>
              <a:rPr lang="en-US" sz="1800" err="1">
                <a:solidFill>
                  <a:srgbClr val="000000"/>
                </a:solidFill>
                <a:ea typeface="+mn-lt"/>
                <a:cs typeface="+mn-lt"/>
              </a:rPr>
              <a:t>dxe</a:t>
            </a:r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 for Core1 and Core 2 (Debug\21593_preload_Core1.dxe) </a:t>
            </a:r>
            <a:endParaRPr lang="en-US" sz="1800">
              <a:solidFill>
                <a:srgbClr val="000000"/>
              </a:solidFill>
              <a:latin typeface="Aptos"/>
              <a:cs typeface="Calibri"/>
            </a:endParaRPr>
          </a:p>
          <a:p>
            <a:pPr>
              <a:buFont typeface="Wingdings,Sans-Serif"/>
              <a:buChar char="Ø"/>
            </a:pPr>
            <a:r>
              <a:rPr lang="en-US" sz="1800">
                <a:solidFill>
                  <a:srgbClr val="000000"/>
                </a:solidFill>
                <a:latin typeface="Aptos"/>
                <a:cs typeface="Calibri"/>
              </a:rPr>
              <a:t>Run the code and pump the stream.</a:t>
            </a:r>
          </a:p>
          <a:p>
            <a:pPr>
              <a:buFont typeface="Wingdings,Sans-Serif"/>
              <a:buChar char="Ø"/>
            </a:pPr>
            <a:r>
              <a:rPr lang="en-US" sz="1800">
                <a:solidFill>
                  <a:srgbClr val="000000"/>
                </a:solidFill>
                <a:latin typeface="Aptos"/>
                <a:cs typeface="Calibri"/>
              </a:rPr>
              <a:t>Check the </a:t>
            </a:r>
            <a:r>
              <a:rPr lang="en-US" sz="1800" err="1">
                <a:solidFill>
                  <a:srgbClr val="000000"/>
                </a:solidFill>
                <a:latin typeface="Aptos"/>
                <a:cs typeface="Calibri"/>
              </a:rPr>
              <a:t>StreamType</a:t>
            </a:r>
            <a:r>
              <a:rPr lang="en-US" sz="1800">
                <a:solidFill>
                  <a:srgbClr val="000000"/>
                </a:solidFill>
                <a:latin typeface="Aptos"/>
                <a:cs typeface="Calibri"/>
              </a:rPr>
              <a:t> in the code.</a:t>
            </a:r>
          </a:p>
          <a:p>
            <a:pPr>
              <a:buFont typeface="Wingdings,Sans-Serif"/>
              <a:buChar char="Ø"/>
            </a:pPr>
            <a:r>
              <a:rPr lang="en-US" sz="1800">
                <a:solidFill>
                  <a:srgbClr val="000000"/>
                </a:solidFill>
                <a:latin typeface="Aptos"/>
                <a:cs typeface="Calibri"/>
              </a:rPr>
              <a:t>Check audio output from codec.</a:t>
            </a:r>
          </a:p>
          <a:p>
            <a:pPr>
              <a:buFont typeface="Wingdings,Sans-Serif"/>
              <a:buChar char="Ø"/>
            </a:pPr>
            <a:endParaRPr lang="en-US" sz="1800">
              <a:solidFill>
                <a:srgbClr val="000000"/>
              </a:solidFill>
              <a:latin typeface="Aptos"/>
              <a:cs typeface="Calibri"/>
            </a:endParaRPr>
          </a:p>
          <a:p>
            <a:pPr>
              <a:buFont typeface="Wingdings,Sans-Serif"/>
              <a:buChar char="Ø"/>
            </a:pPr>
            <a:endParaRPr lang="en-US" sz="1800">
              <a:solidFill>
                <a:srgbClr val="C00000"/>
              </a:solidFill>
              <a:latin typeface="Calibri"/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D62B96-1D6C-0576-D0D2-ED1DE58B0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6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7E0D8C-EB10-32AC-6524-08E29B1396F3}"/>
              </a:ext>
            </a:extLst>
          </p:cNvPr>
          <p:cNvSpPr txBox="1"/>
          <p:nvPr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solidFill>
                  <a:srgbClr val="010086"/>
                </a:solidFill>
                <a:latin typeface="Aptos"/>
                <a:ea typeface="+mn-lt"/>
                <a:cs typeface="+mn-lt"/>
              </a:rPr>
              <a:t>Realtime testing</a:t>
            </a:r>
          </a:p>
        </p:txBody>
      </p:sp>
    </p:spTree>
    <p:extLst>
      <p:ext uri="{BB962C8B-B14F-4D97-AF65-F5344CB8AC3E}">
        <p14:creationId xmlns:p14="http://schemas.microsoft.com/office/powerpoint/2010/main" val="1380877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D62B96-1D6C-0576-D0D2-ED1DE58B0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7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7E0D8C-EB10-32AC-6524-08E29B1396F3}"/>
              </a:ext>
            </a:extLst>
          </p:cNvPr>
          <p:cNvSpPr txBox="1"/>
          <p:nvPr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solidFill>
                  <a:srgbClr val="010086"/>
                </a:solidFill>
                <a:latin typeface="Aptos"/>
                <a:ea typeface="+mn-lt"/>
                <a:cs typeface="+mn-lt"/>
              </a:rPr>
              <a:t>Debug configuration</a:t>
            </a:r>
          </a:p>
        </p:txBody>
      </p:sp>
      <p:pic>
        <p:nvPicPr>
          <p:cNvPr id="8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47E09868-990F-D582-B250-A233052C43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1529" y="1292065"/>
            <a:ext cx="10469199" cy="513735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211519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7104EB44-9706-FB92-3C99-110CA5C02C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2474" y="1276869"/>
            <a:ext cx="7356525" cy="513735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D62B96-1D6C-0576-D0D2-ED1DE58B0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8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7E0D8C-EB10-32AC-6524-08E29B1396F3}"/>
              </a:ext>
            </a:extLst>
          </p:cNvPr>
          <p:cNvSpPr txBox="1"/>
          <p:nvPr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solidFill>
                  <a:srgbClr val="010086"/>
                </a:solidFill>
                <a:latin typeface="Aptos"/>
                <a:ea typeface="+mn-lt"/>
                <a:cs typeface="+mn-lt"/>
              </a:rPr>
              <a:t>Cache configuration</a:t>
            </a:r>
          </a:p>
        </p:txBody>
      </p:sp>
    </p:spTree>
    <p:extLst>
      <p:ext uri="{BB962C8B-B14F-4D97-AF65-F5344CB8AC3E}">
        <p14:creationId xmlns:p14="http://schemas.microsoft.com/office/powerpoint/2010/main" val="3835920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CFD54F-6E9B-8758-43C0-F89D789AE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D62B96-1D6C-0576-D0D2-ED1DE58B0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9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7E0D8C-EB10-32AC-6524-08E29B1396F3}"/>
              </a:ext>
            </a:extLst>
          </p:cNvPr>
          <p:cNvSpPr txBox="1"/>
          <p:nvPr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solidFill>
                  <a:srgbClr val="010086"/>
                </a:solidFill>
                <a:latin typeface="Aptos"/>
                <a:ea typeface="+mn-lt"/>
                <a:cs typeface="+mn-lt"/>
              </a:rPr>
              <a:t>LDF configuration </a:t>
            </a:r>
            <a:endParaRPr lang="en-US" sz="2800">
              <a:solidFill>
                <a:srgbClr val="010086"/>
              </a:solidFill>
              <a:ea typeface="+mn-lt"/>
              <a:cs typeface="+mn-lt"/>
            </a:endParaRPr>
          </a:p>
        </p:txBody>
      </p:sp>
      <p:pic>
        <p:nvPicPr>
          <p:cNvPr id="6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B3CEE688-03E2-C737-FB7B-C15915546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443" y="1507321"/>
            <a:ext cx="8662912" cy="435133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46310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99F9BEAE-D08B-C001-8A90-D9B4019963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47755" y="1305806"/>
            <a:ext cx="6407689" cy="501209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D62B96-1D6C-0576-D0D2-ED1DE58B0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10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7E0D8C-EB10-32AC-6524-08E29B1396F3}"/>
              </a:ext>
            </a:extLst>
          </p:cNvPr>
          <p:cNvSpPr txBox="1"/>
          <p:nvPr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err="1">
                <a:solidFill>
                  <a:srgbClr val="010086"/>
                </a:solidFill>
                <a:latin typeface="Aptos"/>
                <a:ea typeface="+mn-lt"/>
                <a:cs typeface="+mn-lt"/>
              </a:rPr>
              <a:t>Ldf</a:t>
            </a:r>
            <a:r>
              <a:rPr lang="en-US" sz="2800">
                <a:solidFill>
                  <a:srgbClr val="010086"/>
                </a:solidFill>
                <a:latin typeface="Aptos"/>
                <a:ea typeface="+mn-lt"/>
                <a:cs typeface="+mn-lt"/>
              </a:rPr>
              <a:t> and Map file Path:</a:t>
            </a:r>
          </a:p>
        </p:txBody>
      </p:sp>
      <p:pic>
        <p:nvPicPr>
          <p:cNvPr id="6" name="Picture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509FFE48-A227-6934-A24C-41CFE719B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749" y="1302151"/>
            <a:ext cx="2520052" cy="501569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086851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D62B96-1D6C-0576-D0D2-ED1DE58B0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11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7E0D8C-EB10-32AC-6524-08E29B1396F3}"/>
              </a:ext>
            </a:extLst>
          </p:cNvPr>
          <p:cNvSpPr txBox="1"/>
          <p:nvPr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solidFill>
                  <a:srgbClr val="010086"/>
                </a:solidFill>
                <a:latin typeface="Aptos"/>
                <a:ea typeface="+mn-lt"/>
                <a:cs typeface="+mn-lt"/>
              </a:rPr>
              <a:t>Memory segments in </a:t>
            </a:r>
            <a:r>
              <a:rPr lang="en-US" sz="2800" err="1">
                <a:solidFill>
                  <a:srgbClr val="010086"/>
                </a:solidFill>
                <a:latin typeface="Aptos"/>
                <a:ea typeface="+mn-lt"/>
                <a:cs typeface="+mn-lt"/>
              </a:rPr>
              <a:t>ldf</a:t>
            </a:r>
            <a:r>
              <a:rPr lang="en-US" sz="2800">
                <a:solidFill>
                  <a:srgbClr val="010086"/>
                </a:solidFill>
                <a:latin typeface="Aptos"/>
                <a:ea typeface="+mn-lt"/>
                <a:cs typeface="+mn-lt"/>
              </a:rPr>
              <a:t> (Linker description file)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C3D27D3-0ABC-4F1B-9A54-29B5849AF2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6080"/>
          <a:stretch/>
        </p:blipFill>
        <p:spPr>
          <a:xfrm>
            <a:off x="932891" y="1360608"/>
            <a:ext cx="3836529" cy="250060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01858D5A-B720-30ED-701F-E1C3AB8B16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528" r="7825" b="857"/>
          <a:stretch/>
        </p:blipFill>
        <p:spPr>
          <a:xfrm>
            <a:off x="5567233" y="1715032"/>
            <a:ext cx="5494833" cy="362512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2" name="Picture 1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E62C9015-7DB9-647C-F23B-1172C39366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977" y="4135874"/>
            <a:ext cx="4334344" cy="215758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562212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CB87B3-6F66-BE99-3625-DA8C29FCF97B}"/>
              </a:ext>
            </a:extLst>
          </p:cNvPr>
          <p:cNvSpPr txBox="1"/>
          <p:nvPr/>
        </p:nvSpPr>
        <p:spPr>
          <a:xfrm>
            <a:off x="378177" y="425215"/>
            <a:ext cx="587586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Aptos"/>
                <a:ea typeface="+mn-lt"/>
                <a:cs typeface="+mn-lt"/>
              </a:rPr>
              <a:t>SECTIONS{} Command Syntax Tree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2D9BE5-EF55-2CC2-91DB-5B7B3C9E7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131" y="1224578"/>
            <a:ext cx="7404059" cy="529816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24092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92B4D44D-6452-F2D8-AD1E-11D5C8869F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1521" y="2376809"/>
            <a:ext cx="5153146" cy="299495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D62B96-1D6C-0576-D0D2-ED1DE58B0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13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7E0D8C-EB10-32AC-6524-08E29B1396F3}"/>
              </a:ext>
            </a:extLst>
          </p:cNvPr>
          <p:cNvSpPr txBox="1"/>
          <p:nvPr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solidFill>
                  <a:srgbClr val="010086"/>
                </a:solidFill>
                <a:latin typeface="Aptos"/>
                <a:ea typeface="+mn-lt"/>
                <a:cs typeface="+mn-lt"/>
              </a:rPr>
              <a:t>Memory segments in </a:t>
            </a:r>
            <a:r>
              <a:rPr lang="en-US" sz="2800" err="1">
                <a:solidFill>
                  <a:srgbClr val="010086"/>
                </a:solidFill>
                <a:latin typeface="Aptos"/>
                <a:ea typeface="+mn-lt"/>
                <a:cs typeface="+mn-lt"/>
              </a:rPr>
              <a:t>ldf</a:t>
            </a:r>
            <a:r>
              <a:rPr lang="en-US" sz="2800">
                <a:solidFill>
                  <a:srgbClr val="010086"/>
                </a:solidFill>
                <a:latin typeface="Aptos"/>
                <a:ea typeface="+mn-lt"/>
                <a:cs typeface="+mn-lt"/>
              </a:rPr>
              <a:t> (Linker description file)</a:t>
            </a:r>
          </a:p>
        </p:txBody>
      </p:sp>
      <p:pic>
        <p:nvPicPr>
          <p:cNvPr id="6" name="Picture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1BB6B33D-71B9-F011-C131-DCD26752F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379" y="2085252"/>
            <a:ext cx="5343646" cy="358453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78380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032901-06A4-1ED3-4890-DEFD4F94A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75" y="1218996"/>
            <a:ext cx="11335108" cy="4606846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800" b="1">
              <a:latin typeface="Calibri"/>
              <a:ea typeface="+mn-lt"/>
              <a:cs typeface="+mn-lt"/>
            </a:endParaRPr>
          </a:p>
          <a:p>
            <a:r>
              <a:rPr lang="en-US" sz="1800" b="1">
                <a:latin typeface="Calibri"/>
                <a:ea typeface="+mn-lt"/>
                <a:cs typeface="+mn-lt"/>
              </a:rPr>
              <a:t>$COMMAND_LINE_OBJECTS - </a:t>
            </a:r>
            <a:r>
              <a:rPr lang="en-US" sz="1800">
                <a:latin typeface="Calibri"/>
                <a:ea typeface="+mn-lt"/>
                <a:cs typeface="+mn-lt"/>
              </a:rPr>
              <a:t>This macro expands into the list of object (.doj) and library (.</a:t>
            </a:r>
            <a:r>
              <a:rPr lang="en-US" sz="1800" err="1">
                <a:latin typeface="Calibri"/>
                <a:ea typeface="+mn-lt"/>
                <a:cs typeface="+mn-lt"/>
              </a:rPr>
              <a:t>dlb</a:t>
            </a:r>
            <a:r>
              <a:rPr lang="en-US" sz="1800">
                <a:latin typeface="Calibri"/>
                <a:ea typeface="+mn-lt"/>
                <a:cs typeface="+mn-lt"/>
              </a:rPr>
              <a:t>) files that are input on the linker's command line. Use this macro within the INPUT_SECTIONS() syntax of the linker's SECTIONS{} command. This macro provides a comprehensive list of object file input that the linker searches for input sections.</a:t>
            </a:r>
            <a:endParaRPr lang="en-US" sz="1800">
              <a:latin typeface="Calibri"/>
              <a:cs typeface="Calibri"/>
            </a:endParaRPr>
          </a:p>
          <a:p>
            <a:r>
              <a:rPr lang="en-US" sz="1800" b="1">
                <a:latin typeface="Calibri"/>
                <a:ea typeface="+mn-lt"/>
                <a:cs typeface="+mn-lt"/>
              </a:rPr>
              <a:t>$COMMAND_LINE_LINK_AGAINST - </a:t>
            </a:r>
            <a:r>
              <a:rPr lang="en-US" sz="1800">
                <a:latin typeface="Calibri"/>
                <a:ea typeface="+mn-lt"/>
                <a:cs typeface="+mn-lt"/>
              </a:rPr>
              <a:t>This macro expands into the list of executable (.</a:t>
            </a:r>
            <a:r>
              <a:rPr lang="en-US" sz="1800" err="1">
                <a:latin typeface="Calibri"/>
                <a:ea typeface="+mn-lt"/>
                <a:cs typeface="+mn-lt"/>
              </a:rPr>
              <a:t>dxe</a:t>
            </a:r>
            <a:r>
              <a:rPr lang="en-US" sz="1800">
                <a:latin typeface="Calibri"/>
                <a:ea typeface="+mn-lt"/>
                <a:cs typeface="+mn-lt"/>
              </a:rPr>
              <a:t> or .</a:t>
            </a:r>
            <a:r>
              <a:rPr lang="en-US" sz="1800" err="1">
                <a:latin typeface="Calibri"/>
                <a:ea typeface="+mn-lt"/>
                <a:cs typeface="+mn-lt"/>
              </a:rPr>
              <a:t>sm</a:t>
            </a:r>
            <a:r>
              <a:rPr lang="en-US" sz="1800">
                <a:latin typeface="Calibri"/>
                <a:ea typeface="+mn-lt"/>
                <a:cs typeface="+mn-lt"/>
              </a:rPr>
              <a:t>) files that one input on the linker's command line. This macro provides a comprehensive list of executable file input that the linker searches to resolve external symbols.</a:t>
            </a:r>
            <a:endParaRPr lang="en-US" sz="1800">
              <a:latin typeface="Calibri"/>
              <a:cs typeface="Calibri"/>
            </a:endParaRPr>
          </a:p>
          <a:p>
            <a:r>
              <a:rPr lang="en-US" sz="1800" b="1">
                <a:latin typeface="Calibri"/>
                <a:ea typeface="+mn-lt"/>
                <a:cs typeface="+mn-lt"/>
              </a:rPr>
              <a:t>$COMMAND_LINE_OUTPUT_FILE - </a:t>
            </a:r>
            <a:r>
              <a:rPr lang="en-US" sz="1800">
                <a:latin typeface="Calibri"/>
                <a:ea typeface="+mn-lt"/>
                <a:cs typeface="+mn-lt"/>
              </a:rPr>
              <a:t>This macro expands into the output  executable file name, which is set with the linker's -o switch. This file name corresponds to the &lt;</a:t>
            </a:r>
            <a:r>
              <a:rPr lang="en-US" sz="1800" err="1">
                <a:latin typeface="Calibri"/>
                <a:ea typeface="+mn-lt"/>
                <a:cs typeface="+mn-lt"/>
              </a:rPr>
              <a:t>projectname.dxe</a:t>
            </a:r>
            <a:r>
              <a:rPr lang="en-US" sz="1800">
                <a:latin typeface="Calibri"/>
                <a:ea typeface="+mn-lt"/>
                <a:cs typeface="+mn-lt"/>
              </a:rPr>
              <a:t>&gt; set via the IDE Tool Settings tab. Use this macro only once in your LDF for file name substitution within an OUTPUT() command.</a:t>
            </a:r>
            <a:endParaRPr lang="en-US" sz="1800">
              <a:latin typeface="Calibri"/>
              <a:cs typeface="Calibri"/>
            </a:endParaRPr>
          </a:p>
          <a:p>
            <a:r>
              <a:rPr lang="en-US" sz="1800" b="1">
                <a:latin typeface="Calibri"/>
                <a:ea typeface="+mn-lt"/>
                <a:cs typeface="+mn-lt"/>
              </a:rPr>
              <a:t>$COMMAND_LINE_OUTPUT_DIRECTORY - </a:t>
            </a:r>
            <a:r>
              <a:rPr lang="en-US" sz="1800">
                <a:latin typeface="Calibri"/>
                <a:ea typeface="+mn-lt"/>
                <a:cs typeface="+mn-lt"/>
              </a:rPr>
              <a:t>This macro expands into the path of the output directory, which is set with the linker's -od switch (or -o switch when -od is not specified). For example, the following statement permits a configuration change (release vs. debug) without modifying the .</a:t>
            </a:r>
            <a:r>
              <a:rPr lang="en-US" sz="1800" err="1">
                <a:latin typeface="Calibri"/>
                <a:ea typeface="+mn-lt"/>
                <a:cs typeface="+mn-lt"/>
              </a:rPr>
              <a:t>ldf</a:t>
            </a:r>
            <a:r>
              <a:rPr lang="en-US" sz="1800">
                <a:latin typeface="Calibri"/>
                <a:ea typeface="+mn-lt"/>
                <a:cs typeface="+mn-lt"/>
              </a:rPr>
              <a:t> file.</a:t>
            </a:r>
            <a:endParaRPr lang="en-US" sz="180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7E67AD-4F09-EE6E-C401-5B32F0A52718}"/>
              </a:ext>
            </a:extLst>
          </p:cNvPr>
          <p:cNvSpPr txBox="1"/>
          <p:nvPr/>
        </p:nvSpPr>
        <p:spPr>
          <a:xfrm>
            <a:off x="448575" y="602643"/>
            <a:ext cx="102303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solidFill>
                  <a:srgbClr val="010086"/>
                </a:solidFill>
              </a:rPr>
              <a:t>Built In LDF Macros</a:t>
            </a:r>
          </a:p>
        </p:txBody>
      </p:sp>
    </p:spTree>
    <p:extLst>
      <p:ext uri="{BB962C8B-B14F-4D97-AF65-F5344CB8AC3E}">
        <p14:creationId xmlns:p14="http://schemas.microsoft.com/office/powerpoint/2010/main" val="1329298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F5B091-5066-AD57-2EE1-8D346F704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>
                <a:ea typeface="+mn-lt"/>
                <a:cs typeface="+mn-lt"/>
              </a:rPr>
              <a:t>The width qualifier can only be specified immediately following the type </a:t>
            </a:r>
            <a:r>
              <a:rPr lang="en-US" sz="1600" b="1">
                <a:ea typeface="+mn-lt"/>
                <a:cs typeface="+mn-lt"/>
              </a:rPr>
              <a:t>qualifier</a:t>
            </a:r>
            <a:r>
              <a:rPr lang="en-US" sz="1600">
                <a:ea typeface="+mn-lt"/>
                <a:cs typeface="+mn-lt"/>
              </a:rPr>
              <a:t>. When no width qualifier is present, the following default widths are used for each type: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600">
              <a:ea typeface="+mn-lt"/>
              <a:cs typeface="+mn-lt"/>
            </a:endParaRPr>
          </a:p>
          <a:p>
            <a:pPr lvl="1">
              <a:lnSpc>
                <a:spcPct val="150000"/>
              </a:lnSpc>
            </a:pPr>
            <a:r>
              <a:rPr lang="en-US" sz="1600" b="1">
                <a:ea typeface="+mn-lt"/>
                <a:cs typeface="+mn-lt"/>
              </a:rPr>
              <a:t>BW </a:t>
            </a:r>
            <a:r>
              <a:rPr lang="en-US" sz="1600">
                <a:ea typeface="+mn-lt"/>
                <a:cs typeface="+mn-lt"/>
              </a:rPr>
              <a:t>("byte-wide"): 8 bits / 1 byte per word (ADSP-215xx/SC5xx only)</a:t>
            </a:r>
            <a:endParaRPr lang="en-US" sz="1600"/>
          </a:p>
          <a:p>
            <a:pPr lvl="1">
              <a:lnSpc>
                <a:spcPct val="150000"/>
              </a:lnSpc>
            </a:pPr>
            <a:r>
              <a:rPr lang="en-US" sz="1600" b="1">
                <a:ea typeface="+mn-lt"/>
                <a:cs typeface="+mn-lt"/>
              </a:rPr>
              <a:t>SW </a:t>
            </a:r>
            <a:r>
              <a:rPr lang="en-US" sz="1600">
                <a:ea typeface="+mn-lt"/>
                <a:cs typeface="+mn-lt"/>
              </a:rPr>
              <a:t>("short word"): 16 bits / 2 bytes per word</a:t>
            </a:r>
            <a:endParaRPr lang="en-US" sz="1600"/>
          </a:p>
          <a:p>
            <a:pPr lvl="1">
              <a:lnSpc>
                <a:spcPct val="150000"/>
              </a:lnSpc>
            </a:pPr>
            <a:r>
              <a:rPr lang="en-US" sz="1600" b="1">
                <a:ea typeface="+mn-lt"/>
                <a:cs typeface="+mn-lt"/>
              </a:rPr>
              <a:t>DM </a:t>
            </a:r>
            <a:r>
              <a:rPr lang="en-US" sz="1600">
                <a:ea typeface="+mn-lt"/>
                <a:cs typeface="+mn-lt"/>
              </a:rPr>
              <a:t>("data memory"): 40 bits / 5 bytes per word</a:t>
            </a:r>
            <a:endParaRPr lang="en-US" sz="1600"/>
          </a:p>
          <a:p>
            <a:pPr lvl="1">
              <a:lnSpc>
                <a:spcPct val="150000"/>
              </a:lnSpc>
            </a:pPr>
            <a:r>
              <a:rPr lang="en-US" sz="1600" b="1">
                <a:ea typeface="+mn-lt"/>
                <a:cs typeface="+mn-lt"/>
              </a:rPr>
              <a:t>PM </a:t>
            </a:r>
            <a:r>
              <a:rPr lang="en-US" sz="1600">
                <a:ea typeface="+mn-lt"/>
                <a:cs typeface="+mn-lt"/>
              </a:rPr>
              <a:t>("program memory"): 48 bits / 6 bytes per word</a:t>
            </a:r>
            <a:endParaRPr lang="en-US" sz="1600"/>
          </a:p>
          <a:p>
            <a:pPr lvl="1">
              <a:lnSpc>
                <a:spcPct val="150000"/>
              </a:lnSpc>
            </a:pPr>
            <a:r>
              <a:rPr lang="en-US" sz="1600" b="1">
                <a:ea typeface="+mn-lt"/>
                <a:cs typeface="+mn-lt"/>
              </a:rPr>
              <a:t>DATA64 </a:t>
            </a:r>
            <a:r>
              <a:rPr lang="en-US" sz="1600">
                <a:ea typeface="+mn-lt"/>
                <a:cs typeface="+mn-lt"/>
              </a:rPr>
              <a:t>("64-bit data"): 64 bits / 8 bytes per word</a:t>
            </a:r>
            <a:endParaRPr lang="en-US" sz="1600"/>
          </a:p>
          <a:p>
            <a:pPr>
              <a:buFont typeface="Wingdings" panose="020B0604020202020204" pitchFamily="34" charset="0"/>
              <a:buChar char="Ø"/>
            </a:pP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0D7C69-85A2-ADAC-7368-09AF90A8DAE8}"/>
              </a:ext>
            </a:extLst>
          </p:cNvPr>
          <p:cNvSpPr txBox="1"/>
          <p:nvPr/>
        </p:nvSpPr>
        <p:spPr>
          <a:xfrm>
            <a:off x="519289" y="472252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err="1">
                <a:solidFill>
                  <a:srgbClr val="010086"/>
                </a:solidFill>
                <a:latin typeface="Aptos"/>
                <a:ea typeface="+mn-lt"/>
                <a:cs typeface="+mn-lt"/>
              </a:rPr>
              <a:t>Type_qualifier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2999663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3718B6C2-5ADC-0449-F892-21163D0095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867" y="3197122"/>
            <a:ext cx="5766152" cy="3062581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B5F799-0628-6E43-AF27-9712016E601E}"/>
              </a:ext>
            </a:extLst>
          </p:cNvPr>
          <p:cNvSpPr txBox="1"/>
          <p:nvPr/>
        </p:nvSpPr>
        <p:spPr>
          <a:xfrm>
            <a:off x="444030" y="368771"/>
            <a:ext cx="605460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Aptos"/>
                <a:ea typeface="+mn-lt"/>
                <a:cs typeface="+mn-lt"/>
              </a:rPr>
              <a:t>INPUT_SECTION_ALIGN() Command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1B12A2-68FB-945D-9F7D-D601BCD00C2C}"/>
              </a:ext>
            </a:extLst>
          </p:cNvPr>
          <p:cNvSpPr txBox="1"/>
          <p:nvPr/>
        </p:nvSpPr>
        <p:spPr>
          <a:xfrm>
            <a:off x="867363" y="1262474"/>
            <a:ext cx="905557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In the following Blackfin example, input sections from </a:t>
            </a:r>
            <a:r>
              <a:rPr lang="en-US" err="1"/>
              <a:t>a.doj</a:t>
            </a:r>
            <a:r>
              <a:rPr lang="en-US"/>
              <a:t>, </a:t>
            </a:r>
            <a:r>
              <a:rPr lang="en-US" err="1"/>
              <a:t>b.doj</a:t>
            </a:r>
            <a:r>
              <a:rPr lang="en-US"/>
              <a:t>, and </a:t>
            </a:r>
            <a:r>
              <a:rPr lang="en-US" err="1"/>
              <a:t>c.doj</a:t>
            </a:r>
            <a:r>
              <a:rPr lang="en-US"/>
              <a:t> are aligned on even addresses. Input sections from </a:t>
            </a:r>
            <a:r>
              <a:rPr lang="en-US" err="1"/>
              <a:t>d.doj</a:t>
            </a:r>
            <a:r>
              <a:rPr lang="en-US"/>
              <a:t> and </a:t>
            </a:r>
            <a:r>
              <a:rPr lang="en-US" err="1"/>
              <a:t>e.doj</a:t>
            </a:r>
            <a:r>
              <a:rPr lang="en-US"/>
              <a:t> are </a:t>
            </a:r>
            <a:r>
              <a:rPr lang="en-US" i="1"/>
              <a:t>not</a:t>
            </a:r>
            <a:r>
              <a:rPr lang="en-US"/>
              <a:t> double-word aligned because INPUT_SECTION_ALIGN(1) indicates subsequent sections are not subject to input section alignment.     </a:t>
            </a:r>
            <a:endParaRPr lang="en-US" b="1"/>
          </a:p>
        </p:txBody>
      </p:sp>
      <p:pic>
        <p:nvPicPr>
          <p:cNvPr id="6" name="Picture 5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0FD7DBCE-4A9E-B2D5-A7FB-A4A53B915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0786" y="3200923"/>
            <a:ext cx="3087981" cy="18570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EEBCF6-9076-8B02-3493-C09B9551C8D2}"/>
              </a:ext>
            </a:extLst>
          </p:cNvPr>
          <p:cNvSpPr txBox="1"/>
          <p:nvPr/>
        </p:nvSpPr>
        <p:spPr>
          <a:xfrm>
            <a:off x="1930400" y="2466622"/>
            <a:ext cx="308186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solidFill>
                  <a:srgbClr val="00B0F0"/>
                </a:solidFill>
              </a:rPr>
              <a:t>FILL(0x1)</a:t>
            </a:r>
            <a:endParaRPr lang="en-US" sz="2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2520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81DD9D-13D1-DA1F-045B-1C402FF26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>
                <a:latin typeface="Calibri"/>
                <a:ea typeface="+mn-lt"/>
                <a:cs typeface="+mn-lt"/>
              </a:rPr>
              <a:t>The qualifiers are:</a:t>
            </a:r>
          </a:p>
          <a:p>
            <a:pPr lvl="1">
              <a:lnSpc>
                <a:spcPct val="150000"/>
              </a:lnSpc>
              <a:buFont typeface="Wingdings" panose="020B0604020202020204" pitchFamily="34" charset="0"/>
              <a:buChar char="Ø"/>
            </a:pPr>
            <a:r>
              <a:rPr lang="en-US" sz="1600" b="1">
                <a:ea typeface="+mn-lt"/>
                <a:cs typeface="+mn-lt"/>
              </a:rPr>
              <a:t>NO_INIT - </a:t>
            </a:r>
            <a:r>
              <a:rPr lang="en-US" sz="1600">
                <a:ea typeface="+mn-lt"/>
                <a:cs typeface="+mn-lt"/>
              </a:rPr>
              <a:t>contains uninitialized data. There is no data stored in the .</a:t>
            </a:r>
            <a:r>
              <a:rPr lang="en-US" sz="1600" err="1">
                <a:ea typeface="+mn-lt"/>
                <a:cs typeface="+mn-lt"/>
              </a:rPr>
              <a:t>dxe</a:t>
            </a:r>
            <a:r>
              <a:rPr lang="en-US" sz="1600">
                <a:ea typeface="+mn-lt"/>
                <a:cs typeface="+mn-lt"/>
              </a:rPr>
              <a:t> file for this section</a:t>
            </a:r>
          </a:p>
          <a:p>
            <a:pPr lvl="1">
              <a:lnSpc>
                <a:spcPct val="150000"/>
              </a:lnSpc>
              <a:buFont typeface="Wingdings" panose="020B0604020202020204" pitchFamily="34" charset="0"/>
              <a:buChar char="Ø"/>
            </a:pPr>
            <a:r>
              <a:rPr lang="en-US" sz="1600" b="1">
                <a:ea typeface="+mn-lt"/>
                <a:cs typeface="+mn-lt"/>
              </a:rPr>
              <a:t>ZERO_INIT - </a:t>
            </a:r>
            <a:r>
              <a:rPr lang="en-US" sz="1600">
                <a:ea typeface="+mn-lt"/>
                <a:cs typeface="+mn-lt"/>
              </a:rPr>
              <a:t>contains only "zero-initialized" data.</a:t>
            </a:r>
            <a:endParaRPr lang="en-US" sz="1600" b="1">
              <a:ea typeface="+mn-lt"/>
              <a:cs typeface="Calibri"/>
            </a:endParaRPr>
          </a:p>
          <a:p>
            <a:pPr lvl="1">
              <a:lnSpc>
                <a:spcPct val="150000"/>
              </a:lnSpc>
              <a:buFont typeface="Wingdings" panose="020B0604020202020204" pitchFamily="34" charset="0"/>
              <a:buChar char="Ø"/>
            </a:pPr>
            <a:r>
              <a:rPr lang="en-US" sz="1600" b="1">
                <a:ea typeface="+mn-lt"/>
                <a:cs typeface="+mn-lt"/>
              </a:rPr>
              <a:t>RUNTIME_INIT - </a:t>
            </a:r>
            <a:r>
              <a:rPr lang="en-US" sz="1600">
                <a:ea typeface="+mn-lt"/>
                <a:cs typeface="+mn-lt"/>
              </a:rPr>
              <a:t>if the linker is invoked with the -</a:t>
            </a:r>
            <a:r>
              <a:rPr lang="en-US" sz="1600" err="1">
                <a:ea typeface="+mn-lt"/>
                <a:cs typeface="+mn-lt"/>
              </a:rPr>
              <a:t>meminit</a:t>
            </a:r>
            <a:r>
              <a:rPr lang="en-US" sz="1600">
                <a:ea typeface="+mn-lt"/>
                <a:cs typeface="+mn-lt"/>
              </a:rPr>
              <a:t> switch, this section fills at runtime. If -</a:t>
            </a:r>
            <a:r>
              <a:rPr lang="en-US" sz="1600" err="1">
                <a:ea typeface="+mn-lt"/>
                <a:cs typeface="+mn-lt"/>
              </a:rPr>
              <a:t>meminit</a:t>
            </a:r>
            <a:r>
              <a:rPr lang="en-US" sz="1600">
                <a:ea typeface="+mn-lt"/>
                <a:cs typeface="+mn-lt"/>
              </a:rPr>
              <a:t> is not specified, the section fills at "load" time.</a:t>
            </a:r>
            <a:endParaRPr lang="en-US" sz="1600" b="1">
              <a:latin typeface="Aptos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335DB5-E523-4D1B-EAC9-E5AFA3965302}"/>
              </a:ext>
            </a:extLst>
          </p:cNvPr>
          <p:cNvSpPr txBox="1"/>
          <p:nvPr/>
        </p:nvSpPr>
        <p:spPr>
          <a:xfrm>
            <a:off x="528696" y="387585"/>
            <a:ext cx="29783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err="1">
                <a:solidFill>
                  <a:srgbClr val="010086"/>
                </a:solidFill>
                <a:latin typeface="Aptos"/>
                <a:ea typeface="+mn-lt"/>
                <a:cs typeface="+mn-lt"/>
              </a:rPr>
              <a:t>Init_qualifier</a:t>
            </a:r>
          </a:p>
        </p:txBody>
      </p:sp>
    </p:spTree>
    <p:extLst>
      <p:ext uri="{BB962C8B-B14F-4D97-AF65-F5344CB8AC3E}">
        <p14:creationId xmlns:p14="http://schemas.microsoft.com/office/powerpoint/2010/main" val="2805972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93111" y="5583428"/>
            <a:ext cx="3205779" cy="564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4374"/>
              </a:lnSpc>
            </a:pPr>
            <a:r>
              <a:rPr lang="en-US" sz="4050">
                <a:solidFill>
                  <a:srgbClr val="E97132"/>
                </a:solidFill>
                <a:latin typeface="Arimo"/>
                <a:ea typeface="Arimo"/>
                <a:cs typeface="Arimo"/>
                <a:sym typeface="Arimo"/>
              </a:rPr>
              <a:t>THANK YOU!</a:t>
            </a:r>
          </a:p>
        </p:txBody>
      </p:sp>
      <p:sp>
        <p:nvSpPr>
          <p:cNvPr id="3" name="Freeform 3"/>
          <p:cNvSpPr/>
          <p:nvPr/>
        </p:nvSpPr>
        <p:spPr>
          <a:xfrm>
            <a:off x="4617128" y="2485236"/>
            <a:ext cx="3467080" cy="1112219"/>
          </a:xfrm>
          <a:custGeom>
            <a:avLst/>
            <a:gdLst/>
            <a:ahLst/>
            <a:cxnLst/>
            <a:rect l="l" t="t" r="r" b="b"/>
            <a:pathLst>
              <a:path w="5200620" h="1668328">
                <a:moveTo>
                  <a:pt x="0" y="0"/>
                </a:moveTo>
                <a:lnTo>
                  <a:pt x="5200620" y="0"/>
                </a:lnTo>
                <a:lnTo>
                  <a:pt x="5200620" y="1668328"/>
                </a:lnTo>
                <a:lnTo>
                  <a:pt x="0" y="16683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144304" y="4221882"/>
            <a:ext cx="209496" cy="209496"/>
          </a:xfrm>
          <a:custGeom>
            <a:avLst/>
            <a:gdLst/>
            <a:ahLst/>
            <a:cxnLst/>
            <a:rect l="l" t="t" r="r" b="b"/>
            <a:pathLst>
              <a:path w="314244" h="314244">
                <a:moveTo>
                  <a:pt x="0" y="0"/>
                </a:moveTo>
                <a:lnTo>
                  <a:pt x="314244" y="0"/>
                </a:lnTo>
                <a:lnTo>
                  <a:pt x="314244" y="314244"/>
                </a:lnTo>
                <a:lnTo>
                  <a:pt x="0" y="314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144304" y="4561631"/>
            <a:ext cx="209496" cy="190451"/>
          </a:xfrm>
          <a:custGeom>
            <a:avLst/>
            <a:gdLst/>
            <a:ahLst/>
            <a:cxnLst/>
            <a:rect l="l" t="t" r="r" b="b"/>
            <a:pathLst>
              <a:path w="314244" h="285677">
                <a:moveTo>
                  <a:pt x="0" y="0"/>
                </a:moveTo>
                <a:lnTo>
                  <a:pt x="314244" y="0"/>
                </a:lnTo>
                <a:lnTo>
                  <a:pt x="314244" y="285677"/>
                </a:lnTo>
                <a:lnTo>
                  <a:pt x="0" y="2856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172873" y="4897087"/>
            <a:ext cx="152360" cy="209475"/>
          </a:xfrm>
          <a:custGeom>
            <a:avLst/>
            <a:gdLst/>
            <a:ahLst/>
            <a:cxnLst/>
            <a:rect l="l" t="t" r="r" b="b"/>
            <a:pathLst>
              <a:path w="228540" h="314213">
                <a:moveTo>
                  <a:pt x="0" y="0"/>
                </a:moveTo>
                <a:lnTo>
                  <a:pt x="228540" y="0"/>
                </a:lnTo>
                <a:lnTo>
                  <a:pt x="228540" y="314213"/>
                </a:lnTo>
                <a:lnTo>
                  <a:pt x="0" y="3142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084208" y="4129178"/>
            <a:ext cx="2909977" cy="954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2640"/>
              </a:lnSpc>
            </a:pPr>
            <a:r>
              <a:rPr lang="en-US" sz="1100" spc="-7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India, Germany, Japan, USA &amp; China</a:t>
            </a:r>
          </a:p>
          <a:p>
            <a:pPr algn="r">
              <a:lnSpc>
                <a:spcPts val="2640"/>
              </a:lnSpc>
            </a:pPr>
            <a:r>
              <a:rPr lang="en-US" sz="1100" spc="-7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+91 44 6666 9600</a:t>
            </a:r>
          </a:p>
          <a:p>
            <a:pPr algn="r">
              <a:lnSpc>
                <a:spcPts val="2640"/>
              </a:lnSpc>
            </a:pPr>
            <a:r>
              <a:rPr lang="en-US" sz="1100" u="sng" spc="-7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www.jasmin-infotech.com</a:t>
            </a:r>
          </a:p>
        </p:txBody>
      </p:sp>
      <p:sp>
        <p:nvSpPr>
          <p:cNvPr id="8" name="Freeform 8"/>
          <p:cNvSpPr/>
          <p:nvPr/>
        </p:nvSpPr>
        <p:spPr>
          <a:xfrm>
            <a:off x="0" y="0"/>
            <a:ext cx="5660041" cy="4561631"/>
          </a:xfrm>
          <a:custGeom>
            <a:avLst/>
            <a:gdLst/>
            <a:ahLst/>
            <a:cxnLst/>
            <a:rect l="l" t="t" r="r" b="b"/>
            <a:pathLst>
              <a:path w="8490062" h="6842446">
                <a:moveTo>
                  <a:pt x="0" y="0"/>
                </a:moveTo>
                <a:lnTo>
                  <a:pt x="8490062" y="0"/>
                </a:lnTo>
                <a:lnTo>
                  <a:pt x="8490062" y="6842446"/>
                </a:lnTo>
                <a:lnTo>
                  <a:pt x="0" y="68424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 rot="5400000">
            <a:off x="-541630" y="4128384"/>
            <a:ext cx="1991960" cy="1056946"/>
            <a:chOff x="0" y="0"/>
            <a:chExt cx="3983920" cy="2113892"/>
          </a:xfrm>
        </p:grpSpPr>
        <p:sp>
          <p:nvSpPr>
            <p:cNvPr id="10" name="Freeform 10"/>
            <p:cNvSpPr/>
            <p:nvPr/>
          </p:nvSpPr>
          <p:spPr>
            <a:xfrm>
              <a:off x="19050" y="19050"/>
              <a:ext cx="3945763" cy="2075815"/>
            </a:xfrm>
            <a:custGeom>
              <a:avLst/>
              <a:gdLst/>
              <a:ahLst/>
              <a:cxnLst/>
              <a:rect l="l" t="t" r="r" b="b"/>
              <a:pathLst>
                <a:path w="3945763" h="2075815">
                  <a:moveTo>
                    <a:pt x="0" y="2075815"/>
                  </a:moveTo>
                  <a:lnTo>
                    <a:pt x="1972945" y="0"/>
                  </a:lnTo>
                  <a:lnTo>
                    <a:pt x="3945763" y="2075815"/>
                  </a:lnTo>
                  <a:close/>
                </a:path>
              </a:pathLst>
            </a:custGeom>
            <a:solidFill>
              <a:srgbClr val="E97132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-1524" y="0"/>
              <a:ext cx="3986911" cy="2113788"/>
            </a:xfrm>
            <a:custGeom>
              <a:avLst/>
              <a:gdLst/>
              <a:ahLst/>
              <a:cxnLst/>
              <a:rect l="l" t="t" r="r" b="b"/>
              <a:pathLst>
                <a:path w="3986911" h="2113788">
                  <a:moveTo>
                    <a:pt x="6731" y="2081657"/>
                  </a:moveTo>
                  <a:lnTo>
                    <a:pt x="1979676" y="5969"/>
                  </a:lnTo>
                  <a:cubicBezTo>
                    <a:pt x="1983232" y="2159"/>
                    <a:pt x="1988312" y="0"/>
                    <a:pt x="1993519" y="0"/>
                  </a:cubicBezTo>
                  <a:cubicBezTo>
                    <a:pt x="1998726" y="0"/>
                    <a:pt x="2003679" y="2159"/>
                    <a:pt x="2007362" y="5969"/>
                  </a:cubicBezTo>
                  <a:lnTo>
                    <a:pt x="3980180" y="2081657"/>
                  </a:lnTo>
                  <a:cubicBezTo>
                    <a:pt x="3985387" y="2087118"/>
                    <a:pt x="3986911" y="2095246"/>
                    <a:pt x="3983863" y="2102231"/>
                  </a:cubicBezTo>
                  <a:cubicBezTo>
                    <a:pt x="3980815" y="2109216"/>
                    <a:pt x="3973957" y="2113788"/>
                    <a:pt x="3966337" y="2113788"/>
                  </a:cubicBezTo>
                  <a:lnTo>
                    <a:pt x="20574" y="2113788"/>
                  </a:lnTo>
                  <a:cubicBezTo>
                    <a:pt x="12954" y="2113788"/>
                    <a:pt x="6096" y="2109216"/>
                    <a:pt x="3048" y="2102231"/>
                  </a:cubicBezTo>
                  <a:cubicBezTo>
                    <a:pt x="0" y="2095246"/>
                    <a:pt x="1524" y="2087118"/>
                    <a:pt x="6731" y="2081657"/>
                  </a:cubicBezTo>
                  <a:moveTo>
                    <a:pt x="34290" y="2107946"/>
                  </a:moveTo>
                  <a:lnTo>
                    <a:pt x="20574" y="2094865"/>
                  </a:lnTo>
                  <a:lnTo>
                    <a:pt x="20574" y="2075815"/>
                  </a:lnTo>
                  <a:lnTo>
                    <a:pt x="3966337" y="2075815"/>
                  </a:lnTo>
                  <a:lnTo>
                    <a:pt x="3966337" y="2094865"/>
                  </a:lnTo>
                  <a:lnTo>
                    <a:pt x="3952494" y="2107946"/>
                  </a:lnTo>
                  <a:lnTo>
                    <a:pt x="1979676" y="32131"/>
                  </a:lnTo>
                  <a:lnTo>
                    <a:pt x="1993519" y="19050"/>
                  </a:lnTo>
                  <a:lnTo>
                    <a:pt x="2007362" y="32131"/>
                  </a:lnTo>
                  <a:lnTo>
                    <a:pt x="34417" y="2107946"/>
                  </a:lnTo>
                  <a:close/>
                </a:path>
              </a:pathLst>
            </a:custGeom>
            <a:solidFill>
              <a:srgbClr val="E97132"/>
            </a:solidFill>
          </p:spPr>
        </p:sp>
      </p:grpSp>
      <p:sp>
        <p:nvSpPr>
          <p:cNvPr id="12" name="Freeform 12" descr="A picture containing text, font, logo, graphics  Description automatically generated"/>
          <p:cNvSpPr/>
          <p:nvPr/>
        </p:nvSpPr>
        <p:spPr>
          <a:xfrm>
            <a:off x="9469253" y="195459"/>
            <a:ext cx="1855980" cy="1498672"/>
          </a:xfrm>
          <a:custGeom>
            <a:avLst/>
            <a:gdLst/>
            <a:ahLst/>
            <a:cxnLst/>
            <a:rect l="l" t="t" r="r" b="b"/>
            <a:pathLst>
              <a:path w="2783970" h="2248008">
                <a:moveTo>
                  <a:pt x="0" y="0"/>
                </a:moveTo>
                <a:lnTo>
                  <a:pt x="2783970" y="0"/>
                </a:lnTo>
                <a:lnTo>
                  <a:pt x="2783970" y="2248009"/>
                </a:lnTo>
                <a:lnTo>
                  <a:pt x="0" y="224800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9" r="-19"/>
            </a:stretch>
          </a:blipFill>
        </p:spPr>
      </p:sp>
    </p:spTree>
    <p:extLst>
      <p:ext uri="{BB962C8B-B14F-4D97-AF65-F5344CB8AC3E}">
        <p14:creationId xmlns:p14="http://schemas.microsoft.com/office/powerpoint/2010/main" val="642986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T_1017_JI_PPT_InternalUse_Template" id="{B47D5DC5-F6BE-47A9-A848-42F88D8058FA}" vid="{4A31C64C-6422-46B5-B0E6-C4CA52FADB5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18</Slides>
  <Notes>2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2024-10-09T09:40:24Z</dcterms:created>
  <dcterms:modified xsi:type="dcterms:W3CDTF">2024-10-22T08:31:03Z</dcterms:modified>
</cp:coreProperties>
</file>